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61" r:id="rId5"/>
    <p:sldMasterId id="2147483762" r:id="rId6"/>
    <p:sldMasterId id="214748376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Lst>
  <p:sldSz cy="5143500" cx="9144000"/>
  <p:notesSz cx="6858000" cy="9144000"/>
  <p:embeddedFontLst>
    <p:embeddedFont>
      <p:font typeface="Space Mono"/>
      <p:regular r:id="rId31"/>
      <p:bold r:id="rId32"/>
      <p:italic r:id="rId33"/>
      <p:boldItalic r:id="rId34"/>
    </p:embeddedFont>
    <p:embeddedFont>
      <p:font typeface="Inter SemiBold"/>
      <p:regular r:id="rId35"/>
      <p:bold r:id="rId36"/>
      <p:italic r:id="rId37"/>
      <p:boldItalic r:id="rId38"/>
    </p:embeddedFont>
    <p:embeddedFont>
      <p:font typeface="Space Grotesk Light"/>
      <p:regular r:id="rId39"/>
      <p:bold r:id="rId40"/>
    </p:embeddedFont>
    <p:embeddedFont>
      <p:font typeface="Space Grotesk Medium"/>
      <p:regular r:id="rId41"/>
      <p:bold r:id="rId42"/>
    </p:embeddedFont>
    <p:embeddedFont>
      <p:font typeface="Space Grotesk SemiBold"/>
      <p:regular r:id="rId43"/>
      <p:bold r:id="rId44"/>
    </p:embeddedFont>
    <p:embeddedFont>
      <p:font typeface="Merriweather"/>
      <p:regular r:id="rId45"/>
      <p:bold r:id="rId46"/>
      <p:italic r:id="rId47"/>
      <p:boldItalic r:id="rId48"/>
    </p:embeddedFont>
    <p:embeddedFont>
      <p:font typeface="Space Grotesk"/>
      <p:regular r:id="rId49"/>
      <p:bold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ABB74F2-CECD-4AF5-8F0E-A790357418AF}">
  <a:tblStyle styleId="{4ABB74F2-CECD-4AF5-8F0E-A790357418AF}"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D1B37AC5-87CB-4245-8B71-CEF38AA50BA3}"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paceGroteskLight-bold.fntdata"/><Relationship Id="rId42" Type="http://schemas.openxmlformats.org/officeDocument/2006/relationships/font" Target="fonts/SpaceGroteskMedium-bold.fntdata"/><Relationship Id="rId41" Type="http://schemas.openxmlformats.org/officeDocument/2006/relationships/font" Target="fonts/SpaceGroteskMedium-regular.fntdata"/><Relationship Id="rId44" Type="http://schemas.openxmlformats.org/officeDocument/2006/relationships/font" Target="fonts/SpaceGroteskSemiBold-bold.fntdata"/><Relationship Id="rId43" Type="http://schemas.openxmlformats.org/officeDocument/2006/relationships/font" Target="fonts/SpaceGroteskSemiBold-regular.fntdata"/><Relationship Id="rId46" Type="http://schemas.openxmlformats.org/officeDocument/2006/relationships/font" Target="fonts/Merriweather-bold.fntdata"/><Relationship Id="rId45" Type="http://schemas.openxmlformats.org/officeDocument/2006/relationships/font" Target="fonts/Merriweather-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font" Target="fonts/Merriweather-boldItalic.fntdata"/><Relationship Id="rId47" Type="http://schemas.openxmlformats.org/officeDocument/2006/relationships/font" Target="fonts/Merriweather-italic.fntdata"/><Relationship Id="rId49" Type="http://schemas.openxmlformats.org/officeDocument/2006/relationships/font" Target="fonts/SpaceGrotesk-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font" Target="fonts/SpaceMono-regular.fntdata"/><Relationship Id="rId30" Type="http://schemas.openxmlformats.org/officeDocument/2006/relationships/slide" Target="slides/slide22.xml"/><Relationship Id="rId33" Type="http://schemas.openxmlformats.org/officeDocument/2006/relationships/font" Target="fonts/SpaceMono-italic.fntdata"/><Relationship Id="rId32" Type="http://schemas.openxmlformats.org/officeDocument/2006/relationships/font" Target="fonts/SpaceMono-bold.fntdata"/><Relationship Id="rId35" Type="http://schemas.openxmlformats.org/officeDocument/2006/relationships/font" Target="fonts/InterSemiBold-regular.fntdata"/><Relationship Id="rId34" Type="http://schemas.openxmlformats.org/officeDocument/2006/relationships/font" Target="fonts/SpaceMono-boldItalic.fntdata"/><Relationship Id="rId37" Type="http://schemas.openxmlformats.org/officeDocument/2006/relationships/font" Target="fonts/InterSemiBold-italic.fntdata"/><Relationship Id="rId36" Type="http://schemas.openxmlformats.org/officeDocument/2006/relationships/font" Target="fonts/InterSemiBold-bold.fntdata"/><Relationship Id="rId39" Type="http://schemas.openxmlformats.org/officeDocument/2006/relationships/font" Target="fonts/SpaceGroteskLight-regular.fntdata"/><Relationship Id="rId38" Type="http://schemas.openxmlformats.org/officeDocument/2006/relationships/font" Target="fonts/InterSemiBold-boldItalic.fntdata"/><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0" Type="http://schemas.openxmlformats.org/officeDocument/2006/relationships/font" Target="fonts/SpaceGrotesk-bold.fntdata"/><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MCLf3qqu57afuuN4W5bu8B00VVxQT6wB0y4oven1o_M/edit?gid=677183577#gid=677183577"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GdpkB0Gi_MY5mv4Oxw2EOq5U4PrZyJB9FNgxnXRk--k/edit?gid=104697832#gid=104697832&amp;fvid=1917780131" TargetMode="External"/><Relationship Id="rId3" Type="http://schemas.openxmlformats.org/officeDocument/2006/relationships/hyperlink" Target="https://docs.google.com/spreadsheets/d/1-rwZ7wzO6ovkTLFUesnAZjC1WsrarcKH4aWhdrI8-ug/edit?gid=1382997046#gid=1382997046" TargetMode="External"/><Relationship Id="rId4" Type="http://schemas.openxmlformats.org/officeDocument/2006/relationships/hyperlink" Target="https://docs.google.com/spreadsheets/d/1_lbZp7oOUWf2wjS7HQuqIpwZ8L5wIFsdKrHoZ9Et1mg/edit?gid=1205012894#gid=1205012894"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edis.lightning.force.com/lightning/r/Report/00ON100000B2fbpMAB/view" TargetMode="External"/><Relationship Id="rId3" Type="http://schemas.openxmlformats.org/officeDocument/2006/relationships/hyperlink" Target="https://redis.lightning.force.com/lightning/r/Report/00ON100000C9NGDMA3/view?queryScope=userFolders" TargetMode="External"/><Relationship Id="rId4" Type="http://schemas.openxmlformats.org/officeDocument/2006/relationships/hyperlink" Target="https://redis.lightning.force.com/lightning/r/Report/00OTl00000IHXExMAP/view?queryScope=userFolders" TargetMode="External"/><Relationship Id="rId5" Type="http://schemas.openxmlformats.org/officeDocument/2006/relationships/hyperlink" Target="https://redis.lightning.force.com/lightning/r/Report/00OTl00000KyFtVMAV/view?queryScope=userFolders"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edis.lightning.force.com/lightning/r/Report/00OTl00000KudCvMAJ/view"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Gz8epQFM9jVoTcaRL8dwCzXp8qQamo3_j3QRs_axBG0/edit?gid=104697832#gid=104697832&amp;fvid=1917780131"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Gz8epQFM9jVoTcaRL8dwCzXp8qQamo3_j3QRs_axBG0/edit?gid=104697832#gid=104697832&amp;fvid=1917780131"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FY1j84RSnXfXKkUFV3MYe6A8lsXxjSCJ/edit?gid=379292129#gid=379292129"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edis.lightning.force.com/lightning/r/Report/00OTl00000KyFtVMAV/view?queryScope=userFolders"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edis.lightning.force.com/lightning/r/Report/00OTl00000KyFtVMAV/view?queryScope=userFolders"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edis.lightning.force.com/lightning/r/Report/00OTl00000KudCvMAJ/view"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edis.lightning.force.com/lightning/r/Report/00OTl00000KudCvMAJ/view"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9b88e6b956_0_2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1" name="Google Shape;861;g39b88e6b956_0_2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FIll in details of your department and name. Be sure to remove the example images in the slide on how to make a copy.</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3d8a18b20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7" name="Google Shape;867;g3d8a18b20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3d8a18b204f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3d8a18b204f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d8b93e8a4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0" name="Google Shape;900;g3d8b93e8a4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a:t>
            </a:r>
            <a:r>
              <a:rPr lang="en" u="sng">
                <a:solidFill>
                  <a:schemeClr val="hlink"/>
                </a:solidFill>
                <a:hlinkClick r:id="rId2"/>
              </a:rPr>
              <a:t>https://docs.google.com/spreadsheets/d/1MCLf3qqu57afuuN4W5bu8B00VVxQT6wB0y4oven1o_M/edit?gid=677183577#gid=677183577</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3e4a426b5d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6" name="Google Shape;906;g3e4a426b5d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3e4a426b5d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2" name="Google Shape;912;g3e4a426b5d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d8a18b204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8" name="Google Shape;918;g3d8a18b204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3d8daa91b3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3" name="Google Shape;923;g3d8daa91b3b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666666"/>
                </a:solidFill>
                <a:latin typeface="Space Grotesk"/>
                <a:ea typeface="Space Grotesk"/>
                <a:cs typeface="Space Grotesk"/>
                <a:sym typeface="Space Grotesk"/>
              </a:rPr>
              <a:t>Carveouts; T-mobile ($200K), Medidata ($75K)</a:t>
            </a:r>
            <a:br>
              <a:rPr lang="en">
                <a:solidFill>
                  <a:srgbClr val="666666"/>
                </a:solidFill>
                <a:latin typeface="Space Grotesk"/>
                <a:ea typeface="Space Grotesk"/>
                <a:cs typeface="Space Grotesk"/>
                <a:sym typeface="Space Grotesk"/>
              </a:rPr>
            </a:br>
            <a:r>
              <a:rPr lang="en">
                <a:solidFill>
                  <a:srgbClr val="666666"/>
                </a:solidFill>
                <a:latin typeface="Space Grotesk"/>
                <a:ea typeface="Space Grotesk"/>
                <a:cs typeface="Space Grotesk"/>
                <a:sym typeface="Space Grotesk"/>
              </a:rPr>
              <a:t>Attach is on deals with &gt; $0 ARR</a:t>
            </a:r>
            <a:endParaRPr>
              <a:solidFill>
                <a:srgbClr val="666666"/>
              </a:solidFill>
              <a:latin typeface="Space Grotesk"/>
              <a:ea typeface="Space Grotesk"/>
              <a:cs typeface="Space Grotesk"/>
              <a:sym typeface="Space Grotesk"/>
            </a:endParaRPr>
          </a:p>
          <a:p>
            <a:pPr indent="0" lvl="0" marL="0" rtl="0" algn="l">
              <a:spcBef>
                <a:spcPts val="0"/>
              </a:spcBef>
              <a:spcAft>
                <a:spcPts val="0"/>
              </a:spcAft>
              <a:buClr>
                <a:schemeClr val="dk1"/>
              </a:buClr>
              <a:buSzPts val="1100"/>
              <a:buFont typeface="Arial"/>
              <a:buNone/>
            </a:pPr>
            <a:r>
              <a:t/>
            </a:r>
            <a:endParaRPr>
              <a:solidFill>
                <a:srgbClr val="666666"/>
              </a:solidFill>
              <a:latin typeface="Space Grotesk"/>
              <a:ea typeface="Space Grotesk"/>
              <a:cs typeface="Space Grotesk"/>
              <a:sym typeface="Space Grotesk"/>
            </a:endParaRPr>
          </a:p>
          <a:p>
            <a:pPr indent="0" lvl="0" marL="0" rtl="0" algn="l">
              <a:spcBef>
                <a:spcPts val="0"/>
              </a:spcBef>
              <a:spcAft>
                <a:spcPts val="0"/>
              </a:spcAft>
              <a:buClr>
                <a:schemeClr val="dk1"/>
              </a:buClr>
              <a:buSzPts val="1100"/>
              <a:buFont typeface="Arial"/>
              <a:buNone/>
            </a:pPr>
            <a:r>
              <a:rPr lang="en">
                <a:solidFill>
                  <a:srgbClr val="666666"/>
                </a:solidFill>
                <a:latin typeface="Space Grotesk"/>
                <a:ea typeface="Space Grotesk"/>
                <a:cs typeface="Space Grotesk"/>
                <a:sym typeface="Space Grotesk"/>
              </a:rPr>
              <a:t>Of the 251 Projects globally, 30 (12%) have a contract start date of pre-December 2025. </a:t>
            </a:r>
            <a:endParaRPr>
              <a:solidFill>
                <a:srgbClr val="666666"/>
              </a:solidFill>
              <a:latin typeface="Space Grotesk"/>
              <a:ea typeface="Space Grotesk"/>
              <a:cs typeface="Space Grotesk"/>
              <a:sym typeface="Space Grotesk"/>
            </a:endParaRPr>
          </a:p>
          <a:p>
            <a:pPr indent="0" lvl="0" marL="0" rtl="0" algn="l">
              <a:spcBef>
                <a:spcPts val="0"/>
              </a:spcBef>
              <a:spcAft>
                <a:spcPts val="0"/>
              </a:spcAft>
              <a:buClr>
                <a:schemeClr val="dk1"/>
              </a:buClr>
              <a:buSzPts val="1100"/>
              <a:buFont typeface="Arial"/>
              <a:buNone/>
            </a:pPr>
            <a:r>
              <a:rPr lang="en">
                <a:solidFill>
                  <a:srgbClr val="666666"/>
                </a:solidFill>
                <a:latin typeface="Space Grotesk"/>
                <a:ea typeface="Space Grotesk"/>
                <a:cs typeface="Space Grotesk"/>
                <a:sym typeface="Space Grotesk"/>
              </a:rPr>
              <a:t>Ask how we want to treat rompers in the file &gt; if we use the 90 day ramp in the denominator, include hours before or just zero everyone out?</a:t>
            </a:r>
            <a:endParaRPr>
              <a:solidFill>
                <a:srgbClr val="666666"/>
              </a:solidFill>
              <a:latin typeface="Space Grotesk"/>
              <a:ea typeface="Space Grotesk"/>
              <a:cs typeface="Space Grotesk"/>
              <a:sym typeface="Space Grotesk"/>
            </a:endParaRPr>
          </a:p>
          <a:p>
            <a:pPr indent="0" lvl="0" marL="0" rtl="0" algn="l">
              <a:spcBef>
                <a:spcPts val="0"/>
              </a:spcBef>
              <a:spcAft>
                <a:spcPts val="0"/>
              </a:spcAft>
              <a:buClr>
                <a:schemeClr val="dk1"/>
              </a:buClr>
              <a:buSzPts val="1100"/>
              <a:buFont typeface="Arial"/>
              <a:buNone/>
            </a:pPr>
            <a:r>
              <a:t/>
            </a:r>
            <a:endParaRPr>
              <a:solidFill>
                <a:srgbClr val="666666"/>
              </a:solidFill>
              <a:latin typeface="Space Grotesk"/>
              <a:ea typeface="Space Grotesk"/>
              <a:cs typeface="Space Grotesk"/>
              <a:sym typeface="Space Grotesk"/>
            </a:endParaRPr>
          </a:p>
          <a:p>
            <a:pPr indent="0" lvl="0" marL="0" rtl="0" algn="l">
              <a:spcBef>
                <a:spcPts val="0"/>
              </a:spcBef>
              <a:spcAft>
                <a:spcPts val="0"/>
              </a:spcAft>
              <a:buClr>
                <a:schemeClr val="dk1"/>
              </a:buClr>
              <a:buSzPts val="1100"/>
              <a:buFont typeface="Arial"/>
              <a:buNone/>
            </a:pPr>
            <a:r>
              <a:rPr lang="en">
                <a:solidFill>
                  <a:schemeClr val="dk1"/>
                </a:solidFill>
              </a:rPr>
              <a:t>Add any referenceable links or relevant notes here.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https://redis.lightning.force.com/lightning/r/Report/00ON1000007CpAnMAK/view</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Utilisation dash: </a:t>
            </a:r>
            <a:r>
              <a:rPr lang="en" u="sng">
                <a:solidFill>
                  <a:schemeClr val="hlink"/>
                </a:solidFill>
                <a:hlinkClick r:id="rId2"/>
              </a:rPr>
              <a:t>https://docs.google.com/spreadsheets/d/1GdpkB0Gi_MY5mv4Oxw2EOq5U4PrZyJB9FNgxnXRk--k/edit?gid=104697832#gid=104697832&amp;fvid=1917780131</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Bookings data: </a:t>
            </a:r>
            <a:r>
              <a:rPr lang="en" u="sng">
                <a:solidFill>
                  <a:schemeClr val="hlink"/>
                </a:solidFill>
                <a:hlinkClick r:id="rId3"/>
              </a:rPr>
              <a:t>https://docs.google.com/spreadsheets/d/1-rwZ7wzO6ovkTLFUesnAZjC1WsrarcKH4aWhdrI8-ug/edit?gid=1382997046#gid=1382997046</a:t>
            </a:r>
            <a:r>
              <a:rPr lang="en">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Attach rates: </a:t>
            </a:r>
            <a:r>
              <a:rPr lang="en" u="sng">
                <a:solidFill>
                  <a:schemeClr val="hlink"/>
                </a:solidFill>
                <a:hlinkClick r:id="rId4"/>
              </a:rPr>
              <a:t>https://docs.google.com/spreadsheets/d/1_lbZp7oOUWf2wjS7HQuqIpwZ8L5wIFsdKrHoZ9Et1mg/edit?gid=1205012894#gid=1205012894</a:t>
            </a:r>
            <a:r>
              <a:rPr lang="en">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rPr lang="en"/>
              <a:t>Upsell= Existing customer and Renewals average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3d8daa91b3b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6" name="Google Shape;936;g3d8daa91b3b_0_4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Source for chart: </a:t>
            </a:r>
            <a:r>
              <a:rPr lang="en" u="sng">
                <a:solidFill>
                  <a:schemeClr val="hlink"/>
                </a:solidFill>
                <a:hlinkClick r:id="rId2"/>
              </a:rPr>
              <a:t>https://redis.lightning.force.com/lightning/r/Report/00ON100000B2fbpMAB/view</a:t>
            </a:r>
            <a:br>
              <a:rPr lang="en">
                <a:solidFill>
                  <a:schemeClr val="dk1"/>
                </a:solidFill>
              </a:rPr>
            </a:br>
            <a:r>
              <a:rPr lang="en">
                <a:solidFill>
                  <a:schemeClr val="dk1"/>
                </a:solidFill>
              </a:rPr>
              <a:t>Source for Average Time To Go Live: </a:t>
            </a:r>
            <a:r>
              <a:rPr lang="en" u="sng">
                <a:solidFill>
                  <a:schemeClr val="hlink"/>
                </a:solidFill>
                <a:hlinkClick r:id="rId3"/>
              </a:rPr>
              <a:t>https://redis.lightning.force.com/lightning/r/Report/00ON100000C9NGDMA3/view?queryScope=userFolders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Av baseline time to Go-Live: </a:t>
            </a:r>
            <a:r>
              <a:rPr lang="en" u="sng">
                <a:solidFill>
                  <a:schemeClr val="hlink"/>
                </a:solidFill>
                <a:hlinkClick r:id="rId4"/>
              </a:rPr>
              <a:t>https://redis.lightning.force.com/lightning/r/Report/00OTl00000IHXExMAP/view?queryScope=userFolders</a:t>
            </a:r>
            <a:br>
              <a:rPr lang="en">
                <a:solidFill>
                  <a:schemeClr val="dk1"/>
                </a:solidFill>
              </a:rPr>
            </a:br>
            <a:r>
              <a:rPr lang="en">
                <a:solidFill>
                  <a:schemeClr val="dk1"/>
                </a:solidFill>
              </a:rPr>
              <a:t>Average time via selling route: </a:t>
            </a:r>
            <a:r>
              <a:rPr lang="en" u="sng">
                <a:solidFill>
                  <a:schemeClr val="hlink"/>
                </a:solidFill>
                <a:hlinkClick r:id="rId5"/>
              </a:rPr>
              <a:t>https://redis.lightning.force.com/lightning/r/Report/00OTl00000KyFtVMAV/view?queryScope=userFolders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d8daa91b3b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0" name="Google Shape;950;g3d8daa91b3b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a:t>
            </a:r>
            <a:r>
              <a:rPr lang="en" u="sng">
                <a:solidFill>
                  <a:schemeClr val="hlink"/>
                </a:solidFill>
                <a:hlinkClick r:id="rId2"/>
              </a:rPr>
              <a:t>https://redis.lightning.force.com/lightning/r/Report/00OTl00000KudCvMAJ/view</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d8daa91b3b_0_8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3d8daa91b3b_0_8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a:t>
            </a:r>
            <a:r>
              <a:rPr lang="en" u="sng">
                <a:solidFill>
                  <a:schemeClr val="hlink"/>
                </a:solidFill>
                <a:hlinkClick r:id="rId2"/>
              </a:rPr>
              <a:t>https://docs.google.com/spreadsheets/d/1Gz8epQFM9jVoTcaRL8dwCzXp8qQamo3_j3QRs_axBG0/edit?gid=104697832#gid=104697832&amp;fvid=1917780131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Things affecting utilization - SKO</a:t>
            </a:r>
            <a:endParaRPr/>
          </a:p>
          <a:p>
            <a:pPr indent="0" lvl="0" marL="0" rtl="0" algn="l">
              <a:spcBef>
                <a:spcPts val="0"/>
              </a:spcBef>
              <a:spcAft>
                <a:spcPts val="0"/>
              </a:spcAft>
              <a:buNone/>
            </a:pPr>
            <a:r>
              <a:rPr lang="en"/>
              <a:t>Varsha - 2 weeks of training</a:t>
            </a:r>
            <a:endParaRPr/>
          </a:p>
          <a:p>
            <a:pPr indent="0" lvl="0" marL="0" rtl="0" algn="l">
              <a:spcBef>
                <a:spcPts val="0"/>
              </a:spcBef>
              <a:spcAft>
                <a:spcPts val="0"/>
              </a:spcAft>
              <a:buNone/>
            </a:pPr>
            <a:r>
              <a:rPr lang="en"/>
              <a:t>Nadia - 2 weeks internal meetings</a:t>
            </a:r>
            <a:endParaRPr/>
          </a:p>
          <a:p>
            <a:pPr indent="0" lvl="0" marL="0" rtl="0" algn="l">
              <a:spcBef>
                <a:spcPts val="0"/>
              </a:spcBef>
              <a:spcAft>
                <a:spcPts val="0"/>
              </a:spcAft>
              <a:buNone/>
            </a:pPr>
            <a:r>
              <a:rPr lang="en"/>
              <a:t>Raffael - 2 weeks ps portal, </a:t>
            </a:r>
            <a:endParaRPr/>
          </a:p>
          <a:p>
            <a:pPr indent="0" lvl="0" marL="0" rtl="0" algn="l">
              <a:spcBef>
                <a:spcPts val="0"/>
              </a:spcBef>
              <a:spcAft>
                <a:spcPts val="0"/>
              </a:spcAft>
              <a:buNone/>
            </a:pPr>
            <a:r>
              <a:rPr lang="en"/>
              <a:t>Ken - internal meetings, content development</a:t>
            </a:r>
            <a:endParaRPr/>
          </a:p>
          <a:p>
            <a:pPr indent="0" lvl="0" marL="0" rtl="0" algn="l">
              <a:spcBef>
                <a:spcPts val="0"/>
              </a:spcBef>
              <a:spcAft>
                <a:spcPts val="0"/>
              </a:spcAft>
              <a:buNone/>
            </a:pPr>
            <a:r>
              <a:rPr lang="en"/>
              <a:t>Taha - interviewing</a:t>
            </a:r>
            <a:endParaRPr/>
          </a:p>
          <a:p>
            <a:pPr indent="0" lvl="0" marL="0" rtl="0" algn="l">
              <a:spcBef>
                <a:spcPts val="0"/>
              </a:spcBef>
              <a:spcAft>
                <a:spcPts val="0"/>
              </a:spcAft>
              <a:buNone/>
            </a:pPr>
            <a:r>
              <a:rPr lang="en"/>
              <a:t>Daniel - training,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3ddb977c4c4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4" name="Google Shape;974;g3ddb977c4c4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a:t>
            </a:r>
            <a:r>
              <a:rPr lang="en" u="sng">
                <a:solidFill>
                  <a:schemeClr val="hlink"/>
                </a:solidFill>
                <a:hlinkClick r:id="rId2"/>
              </a:rPr>
              <a:t>https://docs.google.com/spreadsheets/d/1Gz8epQFM9jVoTcaRL8dwCzXp8qQamo3_j3QRs_axBG0/edit?gid=104697832#gid=104697832&amp;fvid=1917780131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Things affecting utilization - SKO</a:t>
            </a:r>
            <a:endParaRPr/>
          </a:p>
          <a:p>
            <a:pPr indent="0" lvl="0" marL="0" rtl="0" algn="l">
              <a:spcBef>
                <a:spcPts val="0"/>
              </a:spcBef>
              <a:spcAft>
                <a:spcPts val="0"/>
              </a:spcAft>
              <a:buNone/>
            </a:pPr>
            <a:r>
              <a:rPr lang="en"/>
              <a:t>Varsha - 2 weeks of training</a:t>
            </a:r>
            <a:endParaRPr/>
          </a:p>
          <a:p>
            <a:pPr indent="0" lvl="0" marL="0" rtl="0" algn="l">
              <a:spcBef>
                <a:spcPts val="0"/>
              </a:spcBef>
              <a:spcAft>
                <a:spcPts val="0"/>
              </a:spcAft>
              <a:buNone/>
            </a:pPr>
            <a:r>
              <a:rPr lang="en"/>
              <a:t>Nadia - 2 weeks internal meetings</a:t>
            </a:r>
            <a:endParaRPr/>
          </a:p>
          <a:p>
            <a:pPr indent="0" lvl="0" marL="0" rtl="0" algn="l">
              <a:spcBef>
                <a:spcPts val="0"/>
              </a:spcBef>
              <a:spcAft>
                <a:spcPts val="0"/>
              </a:spcAft>
              <a:buNone/>
            </a:pPr>
            <a:r>
              <a:rPr lang="en"/>
              <a:t>Raffael - 2 weeks ps portal, </a:t>
            </a:r>
            <a:endParaRPr/>
          </a:p>
          <a:p>
            <a:pPr indent="0" lvl="0" marL="0" rtl="0" algn="l">
              <a:spcBef>
                <a:spcPts val="0"/>
              </a:spcBef>
              <a:spcAft>
                <a:spcPts val="0"/>
              </a:spcAft>
              <a:buNone/>
            </a:pPr>
            <a:r>
              <a:rPr lang="en"/>
              <a:t>Ken - internal meetings, content development</a:t>
            </a:r>
            <a:endParaRPr/>
          </a:p>
          <a:p>
            <a:pPr indent="0" lvl="0" marL="0" rtl="0" algn="l">
              <a:spcBef>
                <a:spcPts val="0"/>
              </a:spcBef>
              <a:spcAft>
                <a:spcPts val="0"/>
              </a:spcAft>
              <a:buNone/>
            </a:pPr>
            <a:r>
              <a:rPr lang="en"/>
              <a:t>Taha - interviewing</a:t>
            </a:r>
            <a:endParaRPr/>
          </a:p>
          <a:p>
            <a:pPr indent="0" lvl="0" marL="0" rtl="0" algn="l">
              <a:spcBef>
                <a:spcPts val="0"/>
              </a:spcBef>
              <a:spcAft>
                <a:spcPts val="0"/>
              </a:spcAft>
              <a:buNone/>
            </a:pPr>
            <a:r>
              <a:rPr lang="en"/>
              <a:t>Daniel - training,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ddb977c4c4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4" name="Google Shape;984;g3ddb977c4c4_1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t>Source: </a:t>
            </a:r>
            <a:r>
              <a:rPr lang="en" u="sng">
                <a:solidFill>
                  <a:schemeClr val="hlink"/>
                </a:solidFill>
                <a:hlinkClick r:id="rId2"/>
              </a:rPr>
              <a:t>https://docs.google.com/spreadsheets/d/1FY1j84RSnXfXKkUFV3MYe6A8lsXxjSCJ/edit?gid=379292129#gid=379292129</a:t>
            </a:r>
            <a:endParaRPr/>
          </a:p>
          <a:p>
            <a:pPr indent="0" lvl="0" marL="0" rtl="0" algn="l">
              <a:lnSpc>
                <a:spcPct val="100000"/>
              </a:lnSpc>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39b88e6b956_0_2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4" name="Google Shape;994;g39b88e6b956_0_22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Add any referenceable links or relevant notes here.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39b88e6b956_0_2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2" name="Google Shape;1002;g39b88e6b956_0_22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Why are we doing this?</a:t>
            </a:r>
            <a:endParaRPr/>
          </a:p>
          <a:p>
            <a:pPr indent="0" lvl="0" marL="0" rtl="0" algn="l">
              <a:lnSpc>
                <a:spcPct val="100000"/>
              </a:lnSpc>
              <a:spcBef>
                <a:spcPts val="0"/>
              </a:spcBef>
              <a:spcAft>
                <a:spcPts val="0"/>
              </a:spcAft>
              <a:buSzPts val="1100"/>
              <a:buNone/>
            </a:pPr>
            <a:r>
              <a:rPr lang="en"/>
              <a:t>What do we need to do? </a:t>
            </a:r>
            <a:endParaRPr/>
          </a:p>
          <a:p>
            <a:pPr indent="0" lvl="0" marL="0" rtl="0" algn="l">
              <a:lnSpc>
                <a:spcPct val="100000"/>
              </a:lnSpc>
              <a:spcBef>
                <a:spcPts val="0"/>
              </a:spcBef>
              <a:spcAft>
                <a:spcPts val="0"/>
              </a:spcAft>
              <a:buSzPts val="1100"/>
              <a:buNone/>
            </a:pPr>
            <a:r>
              <a:rPr lang="en"/>
              <a:t>How would you like for us to do it? </a:t>
            </a:r>
            <a:endParaRPr/>
          </a:p>
          <a:p>
            <a:pPr indent="0" lvl="0" marL="0" rtl="0" algn="l">
              <a:lnSpc>
                <a:spcPct val="100000"/>
              </a:lnSpc>
              <a:spcBef>
                <a:spcPts val="0"/>
              </a:spcBef>
              <a:spcAft>
                <a:spcPts val="0"/>
              </a:spcAft>
              <a:buSzPts val="1100"/>
              <a:buNone/>
            </a:pPr>
            <a:r>
              <a:rPr lang="en"/>
              <a:t>When does this need to be done? </a:t>
            </a:r>
            <a:endParaRPr/>
          </a:p>
          <a:p>
            <a:pPr indent="0" lvl="0" marL="0" rtl="0" algn="l">
              <a:lnSpc>
                <a:spcPct val="100000"/>
              </a:lnSpc>
              <a:spcBef>
                <a:spcPts val="0"/>
              </a:spcBef>
              <a:spcAft>
                <a:spcPts val="0"/>
              </a:spcAft>
              <a:buSzPts val="1100"/>
              <a:buNone/>
            </a:pPr>
            <a:r>
              <a:rPr lang="en"/>
              <a:t>Where do I go to learn more and complete this?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9b88e6b956_0_2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5" name="Google Shape;1015;g39b88e6b956_0_22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dde06a282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1" name="Google Shape;1021;g3dde06a282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Average time via selling route: </a:t>
            </a:r>
            <a:r>
              <a:rPr lang="en" u="sng">
                <a:solidFill>
                  <a:schemeClr val="hlink"/>
                </a:solidFill>
                <a:hlinkClick r:id="rId2"/>
              </a:rPr>
              <a:t>https://redis.lightning.force.com/lightning/r/Report/00OTl00000KyFtVMAV/view?queryScope=userFolders</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f0149e048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0" name="Google Shape;1030;g3f0149e048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Average time via selling route: </a:t>
            </a:r>
            <a:r>
              <a:rPr lang="en" u="sng">
                <a:solidFill>
                  <a:schemeClr val="hlink"/>
                </a:solidFill>
                <a:hlinkClick r:id="rId2"/>
              </a:rPr>
              <a:t>https://redis.lightning.force.com/lightning/r/Report/00OTl00000KyFtVMAV/view?queryScope=userFolders</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3df3fb3d8df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9" name="Google Shape;1039;g3df3fb3d8d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a:t>
            </a:r>
            <a:r>
              <a:rPr lang="en" u="sng">
                <a:solidFill>
                  <a:schemeClr val="hlink"/>
                </a:solidFill>
                <a:hlinkClick r:id="rId2"/>
              </a:rPr>
              <a:t>https://redis.lightning.force.com/lightning/r/Report/00OTl00000KudCvMAJ/view</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d8daa91b3b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g3d8daa91b3b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Source: </a:t>
            </a:r>
            <a:r>
              <a:rPr lang="en" u="sng">
                <a:solidFill>
                  <a:schemeClr val="hlink"/>
                </a:solidFill>
                <a:hlinkClick r:id="rId2"/>
              </a:rPr>
              <a:t>https://redis.lightning.force.com/lightning/r/Report/00OTl00000KudCvMAJ/view</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9d9fb49a9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4" name="Google Shape;1054;g39d9fb49a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9d9fb49a9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0" name="Google Shape;1060;g39d9fb49a9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3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3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7.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1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3.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3.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31.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31.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32.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2.png"/><Relationship Id="rId3" Type="http://schemas.openxmlformats.org/officeDocument/2006/relationships/image" Target="../media/image3.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7.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3.png"/><Relationship Id="rId3" Type="http://schemas.openxmlformats.org/officeDocument/2006/relationships/image" Target="../media/image3.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3.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1.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31.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31.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32.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5.png"/><Relationship Id="rId3" Type="http://schemas.openxmlformats.org/officeDocument/2006/relationships/image" Target="../media/image16.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3.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Hyper " type="title">
  <p:cSld name="TITLE">
    <p:bg>
      <p:bgPr>
        <a:solidFill>
          <a:schemeClr val="accent1"/>
        </a:solidFill>
      </p:bgPr>
    </p:bg>
    <p:spTree>
      <p:nvGrpSpPr>
        <p:cNvPr id="53" name="Shape 53"/>
        <p:cNvGrpSpPr/>
        <p:nvPr/>
      </p:nvGrpSpPr>
      <p:grpSpPr>
        <a:xfrm>
          <a:off x="0" y="0"/>
          <a:ext cx="0" cy="0"/>
          <a:chOff x="0" y="0"/>
          <a:chExt cx="0" cy="0"/>
        </a:xfrm>
      </p:grpSpPr>
      <p:sp>
        <p:nvSpPr>
          <p:cNvPr id="54" name="Google Shape;54;p14"/>
          <p:cNvSpPr txBox="1"/>
          <p:nvPr>
            <p:ph type="ctrTitle"/>
          </p:nvPr>
        </p:nvSpPr>
        <p:spPr>
          <a:xfrm>
            <a:off x="298725" y="3539575"/>
            <a:ext cx="4665600" cy="792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1pPr>
            <a:lvl2pPr lvl="1">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2pPr>
            <a:lvl3pPr lvl="2">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3pPr>
            <a:lvl4pPr lvl="3">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4pPr>
            <a:lvl5pPr lvl="4">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5pPr>
            <a:lvl6pPr lvl="5">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6pPr>
            <a:lvl7pPr lvl="6">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7pPr>
            <a:lvl8pPr lvl="7">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8pPr>
            <a:lvl9pPr lvl="8">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9pPr>
          </a:lstStyle>
          <a:p/>
        </p:txBody>
      </p:sp>
      <p:pic>
        <p:nvPicPr>
          <p:cNvPr id="55" name="Google Shape;55;p14"/>
          <p:cNvPicPr preferRelativeResize="0"/>
          <p:nvPr/>
        </p:nvPicPr>
        <p:blipFill rotWithShape="1">
          <a:blip r:embed="rId2">
            <a:alphaModFix/>
          </a:blip>
          <a:srcRect b="0" l="0" r="0" t="0"/>
          <a:stretch/>
        </p:blipFill>
        <p:spPr>
          <a:xfrm>
            <a:off x="298725" y="371125"/>
            <a:ext cx="1727974" cy="540850"/>
          </a:xfrm>
          <a:prstGeom prst="rect">
            <a:avLst/>
          </a:prstGeom>
          <a:noFill/>
          <a:ln>
            <a:noFill/>
          </a:ln>
        </p:spPr>
      </p:pic>
      <p:pic>
        <p:nvPicPr>
          <p:cNvPr id="56" name="Google Shape;56;p14"/>
          <p:cNvPicPr preferRelativeResize="0"/>
          <p:nvPr/>
        </p:nvPicPr>
        <p:blipFill rotWithShape="1">
          <a:blip r:embed="rId3">
            <a:alphaModFix amt="4000"/>
          </a:blip>
          <a:srcRect b="14420" l="-1410" r="27604" t="0"/>
          <a:stretch/>
        </p:blipFill>
        <p:spPr>
          <a:xfrm>
            <a:off x="4682834" y="371125"/>
            <a:ext cx="4461165" cy="4772376"/>
          </a:xfrm>
          <a:prstGeom prst="rect">
            <a:avLst/>
          </a:prstGeom>
          <a:noFill/>
          <a:ln>
            <a:noFill/>
          </a:ln>
        </p:spPr>
      </p:pic>
      <p:sp>
        <p:nvSpPr>
          <p:cNvPr id="57" name="Google Shape;57;p14"/>
          <p:cNvSpPr txBox="1"/>
          <p:nvPr/>
        </p:nvSpPr>
        <p:spPr>
          <a:xfrm>
            <a:off x="29872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58" name="Google Shape;58;p14"/>
          <p:cNvSpPr txBox="1"/>
          <p:nvPr>
            <p:ph idx="2" type="title"/>
          </p:nvPr>
        </p:nvSpPr>
        <p:spPr>
          <a:xfrm>
            <a:off x="322550" y="1955500"/>
            <a:ext cx="6329100" cy="8499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4100"/>
              <a:buNone/>
              <a:defRPr sz="4100">
                <a:solidFill>
                  <a:schemeClr val="lt1"/>
                </a:solidFill>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Tree>
  </p:cSld>
  <p:clrMapOvr>
    <a:masterClrMapping/>
  </p:clrMapOvr>
  <p:extLst>
    <p:ext uri="{DCECCB84-F9BA-43D5-87BE-67443E8EF086}">
      <p15:sldGuideLst>
        <p15:guide id="1" pos="188">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Hyper ">
  <p:cSld name="TITLE_5">
    <p:bg>
      <p:bgPr>
        <a:solidFill>
          <a:schemeClr val="accent1"/>
        </a:solidFill>
      </p:bgPr>
    </p:bg>
    <p:spTree>
      <p:nvGrpSpPr>
        <p:cNvPr id="59" name="Shape 59"/>
        <p:cNvGrpSpPr/>
        <p:nvPr/>
      </p:nvGrpSpPr>
      <p:grpSpPr>
        <a:xfrm>
          <a:off x="0" y="0"/>
          <a:ext cx="0" cy="0"/>
          <a:chOff x="0" y="0"/>
          <a:chExt cx="0" cy="0"/>
        </a:xfrm>
      </p:grpSpPr>
      <p:pic>
        <p:nvPicPr>
          <p:cNvPr id="60" name="Google Shape;60;p15"/>
          <p:cNvPicPr preferRelativeResize="0"/>
          <p:nvPr/>
        </p:nvPicPr>
        <p:blipFill rotWithShape="1">
          <a:blip r:embed="rId2">
            <a:alphaModFix/>
          </a:blip>
          <a:srcRect b="0" l="0" r="0" t="0"/>
          <a:stretch/>
        </p:blipFill>
        <p:spPr>
          <a:xfrm>
            <a:off x="298725" y="371125"/>
            <a:ext cx="1727974" cy="540850"/>
          </a:xfrm>
          <a:prstGeom prst="rect">
            <a:avLst/>
          </a:prstGeom>
          <a:noFill/>
          <a:ln>
            <a:noFill/>
          </a:ln>
        </p:spPr>
      </p:pic>
      <p:pic>
        <p:nvPicPr>
          <p:cNvPr id="61" name="Google Shape;61;p15"/>
          <p:cNvPicPr preferRelativeResize="0"/>
          <p:nvPr/>
        </p:nvPicPr>
        <p:blipFill rotWithShape="1">
          <a:blip r:embed="rId3">
            <a:alphaModFix amt="4000"/>
          </a:blip>
          <a:srcRect b="14420" l="-1410" r="27604" t="0"/>
          <a:stretch/>
        </p:blipFill>
        <p:spPr>
          <a:xfrm>
            <a:off x="4682834" y="371125"/>
            <a:ext cx="4461165" cy="4772376"/>
          </a:xfrm>
          <a:prstGeom prst="rect">
            <a:avLst/>
          </a:prstGeom>
          <a:noFill/>
          <a:ln>
            <a:noFill/>
          </a:ln>
        </p:spPr>
      </p:pic>
      <p:sp>
        <p:nvSpPr>
          <p:cNvPr id="62" name="Google Shape;62;p15"/>
          <p:cNvSpPr txBox="1"/>
          <p:nvPr/>
        </p:nvSpPr>
        <p:spPr>
          <a:xfrm>
            <a:off x="29872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63" name="Google Shape;63;p15"/>
          <p:cNvSpPr txBox="1"/>
          <p:nvPr/>
        </p:nvSpPr>
        <p:spPr>
          <a:xfrm>
            <a:off x="298725" y="3539575"/>
            <a:ext cx="2247000" cy="7926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600">
                <a:solidFill>
                  <a:srgbClr val="FFFFFF"/>
                </a:solidFill>
                <a:latin typeface="Space Grotesk"/>
                <a:ea typeface="Space Grotesk"/>
                <a:cs typeface="Space Grotesk"/>
                <a:sym typeface="Space Grotesk"/>
              </a:rPr>
              <a:t>Thank you.</a:t>
            </a:r>
            <a:endParaRPr sz="1600">
              <a:solidFill>
                <a:srgbClr val="FFFFFF"/>
              </a:solidFill>
              <a:latin typeface="Space Grotesk"/>
              <a:ea typeface="Space Grotesk"/>
              <a:cs typeface="Space Grotesk"/>
              <a:sym typeface="Space Grotesk"/>
            </a:endParaRPr>
          </a:p>
        </p:txBody>
      </p:sp>
    </p:spTree>
  </p:cSld>
  <p:clrMapOvr>
    <a:masterClrMapping/>
  </p:clrMapOvr>
  <p:extLst>
    <p:ext uri="{DCECCB84-F9BA-43D5-87BE-67443E8EF086}">
      <p15:sldGuideLst>
        <p15:guide id="1" pos="188">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Light">
  <p:cSld name="TITLE_4">
    <p:bg>
      <p:bgPr>
        <a:solidFill>
          <a:schemeClr val="lt1"/>
        </a:solidFill>
      </p:bgPr>
    </p:bg>
    <p:spTree>
      <p:nvGrpSpPr>
        <p:cNvPr id="64" name="Shape 64"/>
        <p:cNvGrpSpPr/>
        <p:nvPr/>
      </p:nvGrpSpPr>
      <p:grpSpPr>
        <a:xfrm>
          <a:off x="0" y="0"/>
          <a:ext cx="0" cy="0"/>
          <a:chOff x="0" y="0"/>
          <a:chExt cx="0" cy="0"/>
        </a:xfrm>
      </p:grpSpPr>
      <p:sp>
        <p:nvSpPr>
          <p:cNvPr id="65" name="Google Shape;65;p16"/>
          <p:cNvSpPr txBox="1"/>
          <p:nvPr>
            <p:ph type="ctrTitle"/>
          </p:nvPr>
        </p:nvSpPr>
        <p:spPr>
          <a:xfrm>
            <a:off x="298725" y="3539575"/>
            <a:ext cx="4665600" cy="792600"/>
          </a:xfrm>
          <a:prstGeom prst="rect">
            <a:avLst/>
          </a:prstGeom>
        </p:spPr>
        <p:txBody>
          <a:bodyPr anchorCtr="0" anchor="t" bIns="0" lIns="0" spcFirstLastPara="1" rIns="0" wrap="square" tIns="0">
            <a:noAutofit/>
          </a:bodyPr>
          <a:lstStyle>
            <a:lvl1pPr lvl="0">
              <a:spcBef>
                <a:spcPts val="0"/>
              </a:spcBef>
              <a:spcAft>
                <a:spcPts val="0"/>
              </a:spcAft>
              <a:buSzPts val="1600"/>
              <a:buFont typeface="Space Grotesk"/>
              <a:buNone/>
              <a:defRPr sz="1600">
                <a:latin typeface="Space Grotesk"/>
                <a:ea typeface="Space Grotesk"/>
                <a:cs typeface="Space Grotesk"/>
                <a:sym typeface="Space Grotesk"/>
              </a:defRPr>
            </a:lvl1pPr>
            <a:lvl2pPr lvl="1">
              <a:spcBef>
                <a:spcPts val="0"/>
              </a:spcBef>
              <a:spcAft>
                <a:spcPts val="0"/>
              </a:spcAft>
              <a:buSzPts val="1600"/>
              <a:buFont typeface="Space Grotesk"/>
              <a:buNone/>
              <a:defRPr sz="1600">
                <a:latin typeface="Space Grotesk"/>
                <a:ea typeface="Space Grotesk"/>
                <a:cs typeface="Space Grotesk"/>
                <a:sym typeface="Space Grotesk"/>
              </a:defRPr>
            </a:lvl2pPr>
            <a:lvl3pPr lvl="2">
              <a:spcBef>
                <a:spcPts val="0"/>
              </a:spcBef>
              <a:spcAft>
                <a:spcPts val="0"/>
              </a:spcAft>
              <a:buSzPts val="1600"/>
              <a:buFont typeface="Space Grotesk"/>
              <a:buNone/>
              <a:defRPr sz="1600">
                <a:latin typeface="Space Grotesk"/>
                <a:ea typeface="Space Grotesk"/>
                <a:cs typeface="Space Grotesk"/>
                <a:sym typeface="Space Grotesk"/>
              </a:defRPr>
            </a:lvl3pPr>
            <a:lvl4pPr lvl="3">
              <a:spcBef>
                <a:spcPts val="0"/>
              </a:spcBef>
              <a:spcAft>
                <a:spcPts val="0"/>
              </a:spcAft>
              <a:buSzPts val="1600"/>
              <a:buFont typeface="Space Grotesk"/>
              <a:buNone/>
              <a:defRPr sz="1600">
                <a:latin typeface="Space Grotesk"/>
                <a:ea typeface="Space Grotesk"/>
                <a:cs typeface="Space Grotesk"/>
                <a:sym typeface="Space Grotesk"/>
              </a:defRPr>
            </a:lvl4pPr>
            <a:lvl5pPr lvl="4">
              <a:spcBef>
                <a:spcPts val="0"/>
              </a:spcBef>
              <a:spcAft>
                <a:spcPts val="0"/>
              </a:spcAft>
              <a:buSzPts val="1600"/>
              <a:buFont typeface="Space Grotesk"/>
              <a:buNone/>
              <a:defRPr sz="1600">
                <a:latin typeface="Space Grotesk"/>
                <a:ea typeface="Space Grotesk"/>
                <a:cs typeface="Space Grotesk"/>
                <a:sym typeface="Space Grotesk"/>
              </a:defRPr>
            </a:lvl5pPr>
            <a:lvl6pPr lvl="5">
              <a:spcBef>
                <a:spcPts val="0"/>
              </a:spcBef>
              <a:spcAft>
                <a:spcPts val="0"/>
              </a:spcAft>
              <a:buSzPts val="1600"/>
              <a:buFont typeface="Space Grotesk"/>
              <a:buNone/>
              <a:defRPr sz="1600">
                <a:latin typeface="Space Grotesk"/>
                <a:ea typeface="Space Grotesk"/>
                <a:cs typeface="Space Grotesk"/>
                <a:sym typeface="Space Grotesk"/>
              </a:defRPr>
            </a:lvl6pPr>
            <a:lvl7pPr lvl="6">
              <a:spcBef>
                <a:spcPts val="0"/>
              </a:spcBef>
              <a:spcAft>
                <a:spcPts val="0"/>
              </a:spcAft>
              <a:buSzPts val="1600"/>
              <a:buFont typeface="Space Grotesk"/>
              <a:buNone/>
              <a:defRPr sz="1600">
                <a:latin typeface="Space Grotesk"/>
                <a:ea typeface="Space Grotesk"/>
                <a:cs typeface="Space Grotesk"/>
                <a:sym typeface="Space Grotesk"/>
              </a:defRPr>
            </a:lvl7pPr>
            <a:lvl8pPr lvl="7">
              <a:spcBef>
                <a:spcPts val="0"/>
              </a:spcBef>
              <a:spcAft>
                <a:spcPts val="0"/>
              </a:spcAft>
              <a:buSzPts val="1600"/>
              <a:buFont typeface="Space Grotesk"/>
              <a:buNone/>
              <a:defRPr sz="1600">
                <a:latin typeface="Space Grotesk"/>
                <a:ea typeface="Space Grotesk"/>
                <a:cs typeface="Space Grotesk"/>
                <a:sym typeface="Space Grotesk"/>
              </a:defRPr>
            </a:lvl8pPr>
            <a:lvl9pPr lvl="8">
              <a:spcBef>
                <a:spcPts val="0"/>
              </a:spcBef>
              <a:spcAft>
                <a:spcPts val="0"/>
              </a:spcAft>
              <a:buSzPts val="1600"/>
              <a:buFont typeface="Space Grotesk"/>
              <a:buNone/>
              <a:defRPr sz="1600">
                <a:latin typeface="Space Grotesk"/>
                <a:ea typeface="Space Grotesk"/>
                <a:cs typeface="Space Grotesk"/>
                <a:sym typeface="Space Grotesk"/>
              </a:defRPr>
            </a:lvl9pPr>
          </a:lstStyle>
          <a:p/>
        </p:txBody>
      </p:sp>
      <p:pic>
        <p:nvPicPr>
          <p:cNvPr id="66" name="Google Shape;66;p16"/>
          <p:cNvPicPr preferRelativeResize="0"/>
          <p:nvPr/>
        </p:nvPicPr>
        <p:blipFill rotWithShape="1">
          <a:blip r:embed="rId2">
            <a:alphaModFix/>
          </a:blip>
          <a:srcRect b="0" l="0" r="0" t="0"/>
          <a:stretch/>
        </p:blipFill>
        <p:spPr>
          <a:xfrm>
            <a:off x="298725" y="371125"/>
            <a:ext cx="1727974" cy="540850"/>
          </a:xfrm>
          <a:prstGeom prst="rect">
            <a:avLst/>
          </a:prstGeom>
          <a:noFill/>
          <a:ln>
            <a:noFill/>
          </a:ln>
        </p:spPr>
      </p:pic>
      <p:pic>
        <p:nvPicPr>
          <p:cNvPr id="67" name="Google Shape;67;p16"/>
          <p:cNvPicPr preferRelativeResize="0"/>
          <p:nvPr/>
        </p:nvPicPr>
        <p:blipFill rotWithShape="1">
          <a:blip r:embed="rId3">
            <a:alphaModFix amt="3000"/>
          </a:blip>
          <a:srcRect b="14420" l="-1410" r="27604" t="0"/>
          <a:stretch/>
        </p:blipFill>
        <p:spPr>
          <a:xfrm>
            <a:off x="4682834" y="371125"/>
            <a:ext cx="4461165" cy="4772376"/>
          </a:xfrm>
          <a:prstGeom prst="rect">
            <a:avLst/>
          </a:prstGeom>
          <a:noFill/>
          <a:ln>
            <a:noFill/>
          </a:ln>
        </p:spPr>
      </p:pic>
      <p:sp>
        <p:nvSpPr>
          <p:cNvPr id="68" name="Google Shape;68;p16"/>
          <p:cNvSpPr txBox="1"/>
          <p:nvPr/>
        </p:nvSpPr>
        <p:spPr>
          <a:xfrm>
            <a:off x="29872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rgbClr val="B9C2C6"/>
                </a:solidFill>
                <a:latin typeface="Space Grotesk"/>
                <a:ea typeface="Space Grotesk"/>
                <a:cs typeface="Space Grotesk"/>
                <a:sym typeface="Space Grotesk"/>
              </a:rPr>
              <a:t>ⓒ </a:t>
            </a:r>
            <a:r>
              <a:rPr i="0" lang="en" sz="500" u="none" cap="none" strike="noStrike">
                <a:solidFill>
                  <a:srgbClr val="B9C2C6"/>
                </a:solidFill>
                <a:latin typeface="Space Grotesk"/>
                <a:ea typeface="Space Grotesk"/>
                <a:cs typeface="Space Grotesk"/>
                <a:sym typeface="Space Grotesk"/>
              </a:rPr>
              <a:t>202</a:t>
            </a:r>
            <a:r>
              <a:rPr lang="en" sz="500">
                <a:solidFill>
                  <a:srgbClr val="B9C2C6"/>
                </a:solidFill>
                <a:latin typeface="Space Grotesk"/>
                <a:ea typeface="Space Grotesk"/>
                <a:cs typeface="Space Grotesk"/>
                <a:sym typeface="Space Grotesk"/>
              </a:rPr>
              <a:t>4</a:t>
            </a:r>
            <a:r>
              <a:rPr i="0" lang="en" sz="500" u="none" cap="none" strike="noStrike">
                <a:solidFill>
                  <a:srgbClr val="B9C2C6"/>
                </a:solidFill>
                <a:latin typeface="Space Grotesk"/>
                <a:ea typeface="Space Grotesk"/>
                <a:cs typeface="Space Grotesk"/>
                <a:sym typeface="Space Grotesk"/>
              </a:rPr>
              <a:t> </a:t>
            </a:r>
            <a:r>
              <a:rPr lang="en" sz="500">
                <a:solidFill>
                  <a:srgbClr val="B9C2C6"/>
                </a:solidFill>
                <a:latin typeface="Space Grotesk"/>
                <a:ea typeface="Space Grotesk"/>
                <a:cs typeface="Space Grotesk"/>
                <a:sym typeface="Space Grotesk"/>
              </a:rPr>
              <a:t>Redis Ltd.</a:t>
            </a:r>
            <a:r>
              <a:rPr i="0" lang="en" sz="500" u="none" cap="none" strike="noStrike">
                <a:solidFill>
                  <a:srgbClr val="B9C2C6"/>
                </a:solidFill>
                <a:latin typeface="Space Grotesk"/>
                <a:ea typeface="Space Grotesk"/>
                <a:cs typeface="Space Grotesk"/>
                <a:sym typeface="Space Grotesk"/>
              </a:rPr>
              <a:t> All rights reserved.</a:t>
            </a:r>
            <a:endParaRPr i="0" sz="1300" u="none" cap="none" strike="noStrike">
              <a:solidFill>
                <a:srgbClr val="B9C2C6"/>
              </a:solidFill>
              <a:latin typeface="Space Grotesk"/>
              <a:ea typeface="Space Grotesk"/>
              <a:cs typeface="Space Grotesk"/>
              <a:sym typeface="Space Grotesk"/>
            </a:endParaRPr>
          </a:p>
        </p:txBody>
      </p:sp>
      <p:sp>
        <p:nvSpPr>
          <p:cNvPr id="69" name="Google Shape;69;p16"/>
          <p:cNvSpPr txBox="1"/>
          <p:nvPr>
            <p:ph idx="2" type="title"/>
          </p:nvPr>
        </p:nvSpPr>
        <p:spPr>
          <a:xfrm>
            <a:off x="322550" y="1955500"/>
            <a:ext cx="6329100" cy="849900"/>
          </a:xfrm>
          <a:prstGeom prst="rect">
            <a:avLst/>
          </a:prstGeom>
        </p:spPr>
        <p:txBody>
          <a:bodyPr anchorCtr="0" anchor="ctr" bIns="0" lIns="0" spcFirstLastPara="1" rIns="0" wrap="square" tIns="0">
            <a:noAutofit/>
          </a:bodyPr>
          <a:lstStyle>
            <a:lvl1pPr lvl="0">
              <a:spcBef>
                <a:spcPts val="0"/>
              </a:spcBef>
              <a:spcAft>
                <a:spcPts val="0"/>
              </a:spcAft>
              <a:buSzPts val="4100"/>
              <a:buNone/>
              <a:defRPr sz="41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White">
  <p:cSld name="TITLE_4_2">
    <p:bg>
      <p:bgPr>
        <a:solidFill>
          <a:schemeClr val="lt1"/>
        </a:solidFill>
      </p:bgPr>
    </p:bg>
    <p:spTree>
      <p:nvGrpSpPr>
        <p:cNvPr id="70" name="Shape 70"/>
        <p:cNvGrpSpPr/>
        <p:nvPr/>
      </p:nvGrpSpPr>
      <p:grpSpPr>
        <a:xfrm>
          <a:off x="0" y="0"/>
          <a:ext cx="0" cy="0"/>
          <a:chOff x="0" y="0"/>
          <a:chExt cx="0" cy="0"/>
        </a:xfrm>
      </p:grpSpPr>
      <p:pic>
        <p:nvPicPr>
          <p:cNvPr id="71" name="Google Shape;71;p17"/>
          <p:cNvPicPr preferRelativeResize="0"/>
          <p:nvPr/>
        </p:nvPicPr>
        <p:blipFill rotWithShape="1">
          <a:blip r:embed="rId2">
            <a:alphaModFix/>
          </a:blip>
          <a:srcRect b="0" l="0" r="0" t="0"/>
          <a:stretch/>
        </p:blipFill>
        <p:spPr>
          <a:xfrm>
            <a:off x="298725" y="371125"/>
            <a:ext cx="1727974" cy="540850"/>
          </a:xfrm>
          <a:prstGeom prst="rect">
            <a:avLst/>
          </a:prstGeom>
          <a:noFill/>
          <a:ln>
            <a:noFill/>
          </a:ln>
        </p:spPr>
      </p:pic>
      <p:pic>
        <p:nvPicPr>
          <p:cNvPr id="72" name="Google Shape;72;p17"/>
          <p:cNvPicPr preferRelativeResize="0"/>
          <p:nvPr/>
        </p:nvPicPr>
        <p:blipFill rotWithShape="1">
          <a:blip r:embed="rId3">
            <a:alphaModFix amt="3000"/>
          </a:blip>
          <a:srcRect b="14420" l="-1410" r="27604" t="0"/>
          <a:stretch/>
        </p:blipFill>
        <p:spPr>
          <a:xfrm>
            <a:off x="4682834" y="371125"/>
            <a:ext cx="4461165" cy="4772376"/>
          </a:xfrm>
          <a:prstGeom prst="rect">
            <a:avLst/>
          </a:prstGeom>
          <a:noFill/>
          <a:ln>
            <a:noFill/>
          </a:ln>
        </p:spPr>
      </p:pic>
      <p:sp>
        <p:nvSpPr>
          <p:cNvPr id="73" name="Google Shape;73;p17"/>
          <p:cNvSpPr txBox="1"/>
          <p:nvPr/>
        </p:nvSpPr>
        <p:spPr>
          <a:xfrm>
            <a:off x="29872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rgbClr val="B9C2C6"/>
                </a:solidFill>
                <a:latin typeface="Space Grotesk"/>
                <a:ea typeface="Space Grotesk"/>
                <a:cs typeface="Space Grotesk"/>
                <a:sym typeface="Space Grotesk"/>
              </a:rPr>
              <a:t>ⓒ </a:t>
            </a:r>
            <a:r>
              <a:rPr i="0" lang="en" sz="500" u="none" cap="none" strike="noStrike">
                <a:solidFill>
                  <a:srgbClr val="B9C2C6"/>
                </a:solidFill>
                <a:latin typeface="Space Grotesk"/>
                <a:ea typeface="Space Grotesk"/>
                <a:cs typeface="Space Grotesk"/>
                <a:sym typeface="Space Grotesk"/>
              </a:rPr>
              <a:t>202</a:t>
            </a:r>
            <a:r>
              <a:rPr lang="en" sz="500">
                <a:solidFill>
                  <a:srgbClr val="B9C2C6"/>
                </a:solidFill>
                <a:latin typeface="Space Grotesk"/>
                <a:ea typeface="Space Grotesk"/>
                <a:cs typeface="Space Grotesk"/>
                <a:sym typeface="Space Grotesk"/>
              </a:rPr>
              <a:t>4</a:t>
            </a:r>
            <a:r>
              <a:rPr i="0" lang="en" sz="500" u="none" cap="none" strike="noStrike">
                <a:solidFill>
                  <a:srgbClr val="B9C2C6"/>
                </a:solidFill>
                <a:latin typeface="Space Grotesk"/>
                <a:ea typeface="Space Grotesk"/>
                <a:cs typeface="Space Grotesk"/>
                <a:sym typeface="Space Grotesk"/>
              </a:rPr>
              <a:t> </a:t>
            </a:r>
            <a:r>
              <a:rPr lang="en" sz="500">
                <a:solidFill>
                  <a:srgbClr val="B9C2C6"/>
                </a:solidFill>
                <a:latin typeface="Space Grotesk"/>
                <a:ea typeface="Space Grotesk"/>
                <a:cs typeface="Space Grotesk"/>
                <a:sym typeface="Space Grotesk"/>
              </a:rPr>
              <a:t>Redis Ltd.</a:t>
            </a:r>
            <a:r>
              <a:rPr i="0" lang="en" sz="500" u="none" cap="none" strike="noStrike">
                <a:solidFill>
                  <a:srgbClr val="B9C2C6"/>
                </a:solidFill>
                <a:latin typeface="Space Grotesk"/>
                <a:ea typeface="Space Grotesk"/>
                <a:cs typeface="Space Grotesk"/>
                <a:sym typeface="Space Grotesk"/>
              </a:rPr>
              <a:t> All rights reserved.</a:t>
            </a:r>
            <a:endParaRPr i="0" sz="1300" u="none" cap="none" strike="noStrike">
              <a:solidFill>
                <a:srgbClr val="B9C2C6"/>
              </a:solidFill>
              <a:latin typeface="Space Grotesk"/>
              <a:ea typeface="Space Grotesk"/>
              <a:cs typeface="Space Grotesk"/>
              <a:sym typeface="Space Grotesk"/>
            </a:endParaRPr>
          </a:p>
        </p:txBody>
      </p:sp>
      <p:sp>
        <p:nvSpPr>
          <p:cNvPr id="74" name="Google Shape;74;p17"/>
          <p:cNvSpPr txBox="1"/>
          <p:nvPr/>
        </p:nvSpPr>
        <p:spPr>
          <a:xfrm>
            <a:off x="298725" y="3539575"/>
            <a:ext cx="2247000" cy="7926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600">
                <a:solidFill>
                  <a:schemeClr val="dk1"/>
                </a:solidFill>
                <a:latin typeface="Space Grotesk"/>
                <a:ea typeface="Space Grotesk"/>
                <a:cs typeface="Space Grotesk"/>
                <a:sym typeface="Space Grotesk"/>
              </a:rPr>
              <a:t>Thank you.</a:t>
            </a:r>
            <a:endParaRPr sz="1600">
              <a:solidFill>
                <a:schemeClr val="dk1"/>
              </a:solidFill>
              <a:latin typeface="Space Grotesk"/>
              <a:ea typeface="Space Grotesk"/>
              <a:cs typeface="Space Grotesk"/>
              <a:sym typeface="Space Grotesk"/>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Dark">
  <p:cSld name="TITLE_4_1">
    <p:bg>
      <p:bgPr>
        <a:solidFill>
          <a:schemeClr val="dk2"/>
        </a:solidFill>
      </p:bgPr>
    </p:bg>
    <p:spTree>
      <p:nvGrpSpPr>
        <p:cNvPr id="75" name="Shape 75"/>
        <p:cNvGrpSpPr/>
        <p:nvPr/>
      </p:nvGrpSpPr>
      <p:grpSpPr>
        <a:xfrm>
          <a:off x="0" y="0"/>
          <a:ext cx="0" cy="0"/>
          <a:chOff x="0" y="0"/>
          <a:chExt cx="0" cy="0"/>
        </a:xfrm>
      </p:grpSpPr>
      <p:sp>
        <p:nvSpPr>
          <p:cNvPr id="76" name="Google Shape;76;p18"/>
          <p:cNvSpPr txBox="1"/>
          <p:nvPr>
            <p:ph type="ctrTitle"/>
          </p:nvPr>
        </p:nvSpPr>
        <p:spPr>
          <a:xfrm>
            <a:off x="298725" y="3539575"/>
            <a:ext cx="4665600" cy="792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1pPr>
            <a:lvl2pPr lvl="1">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2pPr>
            <a:lvl3pPr lvl="2">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3pPr>
            <a:lvl4pPr lvl="3">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4pPr>
            <a:lvl5pPr lvl="4">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5pPr>
            <a:lvl6pPr lvl="5">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6pPr>
            <a:lvl7pPr lvl="6">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7pPr>
            <a:lvl8pPr lvl="7">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8pPr>
            <a:lvl9pPr lvl="8">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9pPr>
          </a:lstStyle>
          <a:p/>
        </p:txBody>
      </p:sp>
      <p:pic>
        <p:nvPicPr>
          <p:cNvPr id="77" name="Google Shape;77;p18"/>
          <p:cNvPicPr preferRelativeResize="0"/>
          <p:nvPr/>
        </p:nvPicPr>
        <p:blipFill rotWithShape="1">
          <a:blip r:embed="rId2">
            <a:alphaModFix/>
          </a:blip>
          <a:srcRect b="0" l="0" r="0" t="0"/>
          <a:stretch/>
        </p:blipFill>
        <p:spPr>
          <a:xfrm>
            <a:off x="298725" y="371125"/>
            <a:ext cx="1727974" cy="540850"/>
          </a:xfrm>
          <a:prstGeom prst="rect">
            <a:avLst/>
          </a:prstGeom>
          <a:noFill/>
          <a:ln>
            <a:noFill/>
          </a:ln>
        </p:spPr>
      </p:pic>
      <p:pic>
        <p:nvPicPr>
          <p:cNvPr id="78" name="Google Shape;78;p18"/>
          <p:cNvPicPr preferRelativeResize="0"/>
          <p:nvPr/>
        </p:nvPicPr>
        <p:blipFill rotWithShape="1">
          <a:blip r:embed="rId3">
            <a:alphaModFix amt="3000"/>
          </a:blip>
          <a:srcRect b="14420" l="-1410" r="27604" t="0"/>
          <a:stretch/>
        </p:blipFill>
        <p:spPr>
          <a:xfrm>
            <a:off x="4682834" y="371125"/>
            <a:ext cx="4461165" cy="4772376"/>
          </a:xfrm>
          <a:prstGeom prst="rect">
            <a:avLst/>
          </a:prstGeom>
          <a:noFill/>
          <a:ln>
            <a:noFill/>
          </a:ln>
        </p:spPr>
      </p:pic>
      <p:sp>
        <p:nvSpPr>
          <p:cNvPr id="79" name="Google Shape;79;p18"/>
          <p:cNvSpPr txBox="1"/>
          <p:nvPr/>
        </p:nvSpPr>
        <p:spPr>
          <a:xfrm>
            <a:off x="29872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80" name="Google Shape;80;p18"/>
          <p:cNvSpPr txBox="1"/>
          <p:nvPr>
            <p:ph idx="2" type="title"/>
          </p:nvPr>
        </p:nvSpPr>
        <p:spPr>
          <a:xfrm>
            <a:off x="322550" y="1955500"/>
            <a:ext cx="6329100" cy="8499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4100"/>
              <a:buNone/>
              <a:defRPr sz="4100">
                <a:solidFill>
                  <a:schemeClr val="lt1"/>
                </a:solidFill>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Dark">
  <p:cSld name="TITLE_4_1_2">
    <p:bg>
      <p:bgPr>
        <a:solidFill>
          <a:schemeClr val="dk2"/>
        </a:solidFill>
      </p:bgPr>
    </p:bg>
    <p:spTree>
      <p:nvGrpSpPr>
        <p:cNvPr id="81" name="Shape 81"/>
        <p:cNvGrpSpPr/>
        <p:nvPr/>
      </p:nvGrpSpPr>
      <p:grpSpPr>
        <a:xfrm>
          <a:off x="0" y="0"/>
          <a:ext cx="0" cy="0"/>
          <a:chOff x="0" y="0"/>
          <a:chExt cx="0" cy="0"/>
        </a:xfrm>
      </p:grpSpPr>
      <p:pic>
        <p:nvPicPr>
          <p:cNvPr id="82" name="Google Shape;82;p19"/>
          <p:cNvPicPr preferRelativeResize="0"/>
          <p:nvPr/>
        </p:nvPicPr>
        <p:blipFill rotWithShape="1">
          <a:blip r:embed="rId2">
            <a:alphaModFix/>
          </a:blip>
          <a:srcRect b="0" l="0" r="0" t="0"/>
          <a:stretch/>
        </p:blipFill>
        <p:spPr>
          <a:xfrm>
            <a:off x="298725" y="371125"/>
            <a:ext cx="1727974" cy="540850"/>
          </a:xfrm>
          <a:prstGeom prst="rect">
            <a:avLst/>
          </a:prstGeom>
          <a:noFill/>
          <a:ln>
            <a:noFill/>
          </a:ln>
        </p:spPr>
      </p:pic>
      <p:pic>
        <p:nvPicPr>
          <p:cNvPr id="83" name="Google Shape;83;p19"/>
          <p:cNvPicPr preferRelativeResize="0"/>
          <p:nvPr/>
        </p:nvPicPr>
        <p:blipFill rotWithShape="1">
          <a:blip r:embed="rId3">
            <a:alphaModFix amt="3000"/>
          </a:blip>
          <a:srcRect b="14420" l="-1410" r="27604" t="0"/>
          <a:stretch/>
        </p:blipFill>
        <p:spPr>
          <a:xfrm>
            <a:off x="4682834" y="371125"/>
            <a:ext cx="4461165" cy="4772376"/>
          </a:xfrm>
          <a:prstGeom prst="rect">
            <a:avLst/>
          </a:prstGeom>
          <a:noFill/>
          <a:ln>
            <a:noFill/>
          </a:ln>
        </p:spPr>
      </p:pic>
      <p:sp>
        <p:nvSpPr>
          <p:cNvPr id="84" name="Google Shape;84;p19"/>
          <p:cNvSpPr txBox="1"/>
          <p:nvPr/>
        </p:nvSpPr>
        <p:spPr>
          <a:xfrm>
            <a:off x="29872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85" name="Google Shape;85;p19"/>
          <p:cNvSpPr txBox="1"/>
          <p:nvPr/>
        </p:nvSpPr>
        <p:spPr>
          <a:xfrm>
            <a:off x="298725" y="3539575"/>
            <a:ext cx="2247000" cy="7926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600">
                <a:solidFill>
                  <a:srgbClr val="FFFFFF"/>
                </a:solidFill>
                <a:latin typeface="Space Grotesk"/>
                <a:ea typeface="Space Grotesk"/>
                <a:cs typeface="Space Grotesk"/>
                <a:sym typeface="Space Grotesk"/>
              </a:rPr>
              <a:t>Thank you.</a:t>
            </a:r>
            <a:endParaRPr sz="1600">
              <a:solidFill>
                <a:srgbClr val="FFFFFF"/>
              </a:solidFill>
              <a:latin typeface="Space Grotesk"/>
              <a:ea typeface="Space Grotesk"/>
              <a:cs typeface="Space Grotesk"/>
              <a:sym typeface="Space Grotesk"/>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p:cSld name="TITLE_2">
    <p:bg>
      <p:bgPr>
        <a:solidFill>
          <a:schemeClr val="dk2"/>
        </a:solidFill>
      </p:bgPr>
    </p:bg>
    <p:spTree>
      <p:nvGrpSpPr>
        <p:cNvPr id="86" name="Shape 86"/>
        <p:cNvGrpSpPr/>
        <p:nvPr/>
      </p:nvGrpSpPr>
      <p:grpSpPr>
        <a:xfrm>
          <a:off x="0" y="0"/>
          <a:ext cx="0" cy="0"/>
          <a:chOff x="0" y="0"/>
          <a:chExt cx="0" cy="0"/>
        </a:xfrm>
      </p:grpSpPr>
      <p:sp>
        <p:nvSpPr>
          <p:cNvPr id="87" name="Google Shape;87;p20"/>
          <p:cNvSpPr txBox="1"/>
          <p:nvPr>
            <p:ph type="ctrTitle"/>
          </p:nvPr>
        </p:nvSpPr>
        <p:spPr>
          <a:xfrm>
            <a:off x="292225" y="1629325"/>
            <a:ext cx="7791000" cy="1202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8" name="Google Shape;88;p20"/>
          <p:cNvSpPr txBox="1"/>
          <p:nvPr>
            <p:ph idx="1" type="subTitle"/>
          </p:nvPr>
        </p:nvSpPr>
        <p:spPr>
          <a:xfrm>
            <a:off x="311700" y="3063196"/>
            <a:ext cx="7791000" cy="7926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1"/>
              </a:buClr>
              <a:buSzPts val="1800"/>
              <a:buFont typeface="Space Grotesk"/>
              <a:buNone/>
              <a:defRPr sz="1800">
                <a:solidFill>
                  <a:schemeClr val="lt1"/>
                </a:solidFill>
                <a:latin typeface="Space Grotesk"/>
                <a:ea typeface="Space Grotesk"/>
                <a:cs typeface="Space Grotesk"/>
                <a:sym typeface="Space Grotesk"/>
              </a:defRPr>
            </a:lvl1pPr>
            <a:lvl2pPr lvl="1">
              <a:lnSpc>
                <a:spcPct val="100000"/>
              </a:lnSpc>
              <a:spcBef>
                <a:spcPts val="0"/>
              </a:spcBef>
              <a:spcAft>
                <a:spcPts val="0"/>
              </a:spcAft>
              <a:buClr>
                <a:schemeClr val="lt1"/>
              </a:buClr>
              <a:buSzPts val="1800"/>
              <a:buFont typeface="Space Grotesk Light"/>
              <a:buNone/>
              <a:defRPr sz="1800">
                <a:solidFill>
                  <a:schemeClr val="lt1"/>
                </a:solidFill>
                <a:latin typeface="Space Grotesk Light"/>
                <a:ea typeface="Space Grotesk Light"/>
                <a:cs typeface="Space Grotesk Light"/>
                <a:sym typeface="Space Grotesk Light"/>
              </a:defRPr>
            </a:lvl2pPr>
            <a:lvl3pPr lvl="2">
              <a:lnSpc>
                <a:spcPct val="100000"/>
              </a:lnSpc>
              <a:spcBef>
                <a:spcPts val="0"/>
              </a:spcBef>
              <a:spcAft>
                <a:spcPts val="0"/>
              </a:spcAft>
              <a:buClr>
                <a:schemeClr val="lt1"/>
              </a:buClr>
              <a:buSzPts val="1800"/>
              <a:buFont typeface="Space Grotesk Light"/>
              <a:buNone/>
              <a:defRPr sz="1800">
                <a:solidFill>
                  <a:schemeClr val="lt1"/>
                </a:solidFill>
                <a:latin typeface="Space Grotesk Light"/>
                <a:ea typeface="Space Grotesk Light"/>
                <a:cs typeface="Space Grotesk Light"/>
                <a:sym typeface="Space Grotesk Light"/>
              </a:defRPr>
            </a:lvl3pPr>
            <a:lvl4pPr lvl="3">
              <a:lnSpc>
                <a:spcPct val="100000"/>
              </a:lnSpc>
              <a:spcBef>
                <a:spcPts val="0"/>
              </a:spcBef>
              <a:spcAft>
                <a:spcPts val="0"/>
              </a:spcAft>
              <a:buClr>
                <a:schemeClr val="lt1"/>
              </a:buClr>
              <a:buSzPts val="1800"/>
              <a:buFont typeface="Space Grotesk Light"/>
              <a:buNone/>
              <a:defRPr sz="1800">
                <a:solidFill>
                  <a:schemeClr val="lt1"/>
                </a:solidFill>
                <a:latin typeface="Space Grotesk Light"/>
                <a:ea typeface="Space Grotesk Light"/>
                <a:cs typeface="Space Grotesk Light"/>
                <a:sym typeface="Space Grotesk Light"/>
              </a:defRPr>
            </a:lvl4pPr>
            <a:lvl5pPr lvl="4">
              <a:lnSpc>
                <a:spcPct val="100000"/>
              </a:lnSpc>
              <a:spcBef>
                <a:spcPts val="0"/>
              </a:spcBef>
              <a:spcAft>
                <a:spcPts val="0"/>
              </a:spcAft>
              <a:buClr>
                <a:schemeClr val="lt1"/>
              </a:buClr>
              <a:buSzPts val="1800"/>
              <a:buFont typeface="Space Grotesk Light"/>
              <a:buNone/>
              <a:defRPr sz="1800">
                <a:solidFill>
                  <a:schemeClr val="lt1"/>
                </a:solidFill>
                <a:latin typeface="Space Grotesk Light"/>
                <a:ea typeface="Space Grotesk Light"/>
                <a:cs typeface="Space Grotesk Light"/>
                <a:sym typeface="Space Grotesk Light"/>
              </a:defRPr>
            </a:lvl5pPr>
            <a:lvl6pPr lvl="5">
              <a:lnSpc>
                <a:spcPct val="100000"/>
              </a:lnSpc>
              <a:spcBef>
                <a:spcPts val="0"/>
              </a:spcBef>
              <a:spcAft>
                <a:spcPts val="0"/>
              </a:spcAft>
              <a:buClr>
                <a:schemeClr val="lt1"/>
              </a:buClr>
              <a:buSzPts val="1800"/>
              <a:buFont typeface="Space Grotesk Light"/>
              <a:buNone/>
              <a:defRPr sz="1800">
                <a:solidFill>
                  <a:schemeClr val="lt1"/>
                </a:solidFill>
                <a:latin typeface="Space Grotesk Light"/>
                <a:ea typeface="Space Grotesk Light"/>
                <a:cs typeface="Space Grotesk Light"/>
                <a:sym typeface="Space Grotesk Light"/>
              </a:defRPr>
            </a:lvl6pPr>
            <a:lvl7pPr lvl="6">
              <a:lnSpc>
                <a:spcPct val="100000"/>
              </a:lnSpc>
              <a:spcBef>
                <a:spcPts val="0"/>
              </a:spcBef>
              <a:spcAft>
                <a:spcPts val="0"/>
              </a:spcAft>
              <a:buClr>
                <a:schemeClr val="lt1"/>
              </a:buClr>
              <a:buSzPts val="1800"/>
              <a:buFont typeface="Space Grotesk Light"/>
              <a:buNone/>
              <a:defRPr sz="1800">
                <a:solidFill>
                  <a:schemeClr val="lt1"/>
                </a:solidFill>
                <a:latin typeface="Space Grotesk Light"/>
                <a:ea typeface="Space Grotesk Light"/>
                <a:cs typeface="Space Grotesk Light"/>
                <a:sym typeface="Space Grotesk Light"/>
              </a:defRPr>
            </a:lvl7pPr>
            <a:lvl8pPr lvl="7">
              <a:lnSpc>
                <a:spcPct val="100000"/>
              </a:lnSpc>
              <a:spcBef>
                <a:spcPts val="0"/>
              </a:spcBef>
              <a:spcAft>
                <a:spcPts val="0"/>
              </a:spcAft>
              <a:buClr>
                <a:schemeClr val="lt1"/>
              </a:buClr>
              <a:buSzPts val="1800"/>
              <a:buFont typeface="Space Grotesk Light"/>
              <a:buNone/>
              <a:defRPr sz="1800">
                <a:solidFill>
                  <a:schemeClr val="lt1"/>
                </a:solidFill>
                <a:latin typeface="Space Grotesk Light"/>
                <a:ea typeface="Space Grotesk Light"/>
                <a:cs typeface="Space Grotesk Light"/>
                <a:sym typeface="Space Grotesk Light"/>
              </a:defRPr>
            </a:lvl8pPr>
            <a:lvl9pPr lvl="8">
              <a:lnSpc>
                <a:spcPct val="100000"/>
              </a:lnSpc>
              <a:spcBef>
                <a:spcPts val="0"/>
              </a:spcBef>
              <a:spcAft>
                <a:spcPts val="0"/>
              </a:spcAft>
              <a:buClr>
                <a:schemeClr val="lt1"/>
              </a:buClr>
              <a:buSzPts val="1800"/>
              <a:buFont typeface="Space Grotesk Light"/>
              <a:buNone/>
              <a:defRPr sz="1800">
                <a:solidFill>
                  <a:schemeClr val="lt1"/>
                </a:solidFill>
                <a:latin typeface="Space Grotesk Light"/>
                <a:ea typeface="Space Grotesk Light"/>
                <a:cs typeface="Space Grotesk Light"/>
                <a:sym typeface="Space Grotesk Light"/>
              </a:defRPr>
            </a:lvl9pPr>
          </a:lstStyle>
          <a:p/>
        </p:txBody>
      </p:sp>
      <p:pic>
        <p:nvPicPr>
          <p:cNvPr id="89" name="Google Shape;89;p20"/>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90" name="Google Shape;90;p20"/>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91" name="Google Shape;91;p20"/>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shot - Dark">
  <p:cSld name="TITLE_2_2">
    <p:bg>
      <p:bgPr>
        <a:solidFill>
          <a:schemeClr val="dk2"/>
        </a:solidFill>
      </p:bgPr>
    </p:bg>
    <p:spTree>
      <p:nvGrpSpPr>
        <p:cNvPr id="92" name="Shape 92"/>
        <p:cNvGrpSpPr/>
        <p:nvPr/>
      </p:nvGrpSpPr>
      <p:grpSpPr>
        <a:xfrm>
          <a:off x="0" y="0"/>
          <a:ext cx="0" cy="0"/>
          <a:chOff x="0" y="0"/>
          <a:chExt cx="0" cy="0"/>
        </a:xfrm>
      </p:grpSpPr>
      <p:pic>
        <p:nvPicPr>
          <p:cNvPr id="93" name="Google Shape;93;p21"/>
          <p:cNvPicPr preferRelativeResize="0"/>
          <p:nvPr/>
        </p:nvPicPr>
        <p:blipFill rotWithShape="1">
          <a:blip r:embed="rId2">
            <a:alphaModFix amt="3000"/>
          </a:blip>
          <a:srcRect b="14420" l="-1410" r="27604" t="0"/>
          <a:stretch/>
        </p:blipFill>
        <p:spPr>
          <a:xfrm>
            <a:off x="4682834" y="371125"/>
            <a:ext cx="4461165" cy="4772376"/>
          </a:xfrm>
          <a:prstGeom prst="rect">
            <a:avLst/>
          </a:prstGeom>
          <a:noFill/>
          <a:ln>
            <a:noFill/>
          </a:ln>
        </p:spPr>
      </p:pic>
      <p:pic>
        <p:nvPicPr>
          <p:cNvPr id="94" name="Google Shape;94;p21"/>
          <p:cNvPicPr preferRelativeResize="0"/>
          <p:nvPr/>
        </p:nvPicPr>
        <p:blipFill rotWithShape="1">
          <a:blip r:embed="rId3">
            <a:alphaModFix/>
          </a:blip>
          <a:srcRect b="0" l="0" r="0" t="0"/>
          <a:stretch/>
        </p:blipFill>
        <p:spPr>
          <a:xfrm>
            <a:off x="298725" y="4880004"/>
            <a:ext cx="413251" cy="129343"/>
          </a:xfrm>
          <a:prstGeom prst="rect">
            <a:avLst/>
          </a:prstGeom>
          <a:noFill/>
          <a:ln>
            <a:noFill/>
          </a:ln>
        </p:spPr>
      </p:pic>
      <p:sp>
        <p:nvSpPr>
          <p:cNvPr id="95" name="Google Shape;95;p21"/>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96" name="Google Shape;96;p21"/>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sp>
        <p:nvSpPr>
          <p:cNvPr id="97" name="Google Shape;97;p21"/>
          <p:cNvSpPr/>
          <p:nvPr/>
        </p:nvSpPr>
        <p:spPr>
          <a:xfrm>
            <a:off x="487813" y="3071700"/>
            <a:ext cx="89100" cy="88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shot 3up - Dark">
  <p:cSld name="TITLE_2_2_1">
    <p:bg>
      <p:bgPr>
        <a:solidFill>
          <a:schemeClr val="dk2"/>
        </a:solidFill>
      </p:bgPr>
    </p:bg>
    <p:spTree>
      <p:nvGrpSpPr>
        <p:cNvPr id="98" name="Shape 98"/>
        <p:cNvGrpSpPr/>
        <p:nvPr/>
      </p:nvGrpSpPr>
      <p:grpSpPr>
        <a:xfrm>
          <a:off x="0" y="0"/>
          <a:ext cx="0" cy="0"/>
          <a:chOff x="0" y="0"/>
          <a:chExt cx="0" cy="0"/>
        </a:xfrm>
      </p:grpSpPr>
      <p:pic>
        <p:nvPicPr>
          <p:cNvPr id="99" name="Google Shape;99;p22"/>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100" name="Google Shape;100;p22"/>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101" name="Google Shape;101;p22"/>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sp>
        <p:nvSpPr>
          <p:cNvPr id="102" name="Google Shape;102;p22"/>
          <p:cNvSpPr/>
          <p:nvPr/>
        </p:nvSpPr>
        <p:spPr>
          <a:xfrm>
            <a:off x="763625" y="1069575"/>
            <a:ext cx="2257500" cy="2605200"/>
          </a:xfrm>
          <a:prstGeom prst="roundRect">
            <a:avLst>
              <a:gd fmla="val 1609"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
        <p:nvSpPr>
          <p:cNvPr id="103" name="Google Shape;103;p22"/>
          <p:cNvSpPr/>
          <p:nvPr/>
        </p:nvSpPr>
        <p:spPr>
          <a:xfrm>
            <a:off x="3443250" y="1069575"/>
            <a:ext cx="2257500" cy="2605200"/>
          </a:xfrm>
          <a:prstGeom prst="roundRect">
            <a:avLst>
              <a:gd fmla="val 1609"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
        <p:nvSpPr>
          <p:cNvPr id="104" name="Google Shape;104;p22"/>
          <p:cNvSpPr/>
          <p:nvPr/>
        </p:nvSpPr>
        <p:spPr>
          <a:xfrm>
            <a:off x="6122875" y="1069575"/>
            <a:ext cx="2257500" cy="2605200"/>
          </a:xfrm>
          <a:prstGeom prst="roundRect">
            <a:avLst>
              <a:gd fmla="val 1609"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
        <p:nvSpPr>
          <p:cNvPr id="105" name="Google Shape;105;p22"/>
          <p:cNvSpPr/>
          <p:nvPr/>
        </p:nvSpPr>
        <p:spPr>
          <a:xfrm>
            <a:off x="1094375" y="3106574"/>
            <a:ext cx="67200" cy="67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
        <p:nvSpPr>
          <p:cNvPr id="106" name="Google Shape;106;p22"/>
          <p:cNvSpPr/>
          <p:nvPr/>
        </p:nvSpPr>
        <p:spPr>
          <a:xfrm>
            <a:off x="3774000" y="3106574"/>
            <a:ext cx="67200" cy="67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
        <p:nvSpPr>
          <p:cNvPr id="107" name="Google Shape;107;p22"/>
          <p:cNvSpPr/>
          <p:nvPr/>
        </p:nvSpPr>
        <p:spPr>
          <a:xfrm>
            <a:off x="6453625" y="3106574"/>
            <a:ext cx="67200" cy="67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shot 8up - Dark">
  <p:cSld name="TITLE_2_2_1_1">
    <p:bg>
      <p:bgPr>
        <a:solidFill>
          <a:schemeClr val="dk2"/>
        </a:solidFill>
      </p:bgPr>
    </p:bg>
    <p:spTree>
      <p:nvGrpSpPr>
        <p:cNvPr id="108" name="Shape 108"/>
        <p:cNvGrpSpPr/>
        <p:nvPr/>
      </p:nvGrpSpPr>
      <p:grpSpPr>
        <a:xfrm>
          <a:off x="0" y="0"/>
          <a:ext cx="0" cy="0"/>
          <a:chOff x="0" y="0"/>
          <a:chExt cx="0" cy="0"/>
        </a:xfrm>
      </p:grpSpPr>
      <p:pic>
        <p:nvPicPr>
          <p:cNvPr id="109" name="Google Shape;109;p23"/>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110" name="Google Shape;110;p23"/>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111" name="Google Shape;111;p23"/>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sp>
        <p:nvSpPr>
          <p:cNvPr id="112" name="Google Shape;112;p23"/>
          <p:cNvSpPr/>
          <p:nvPr/>
        </p:nvSpPr>
        <p:spPr>
          <a:xfrm>
            <a:off x="1092600" y="2439068"/>
            <a:ext cx="44700" cy="447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
        <p:nvSpPr>
          <p:cNvPr id="113" name="Google Shape;113;p23"/>
          <p:cNvSpPr/>
          <p:nvPr/>
        </p:nvSpPr>
        <p:spPr>
          <a:xfrm>
            <a:off x="3020625" y="2439068"/>
            <a:ext cx="44700" cy="447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
        <p:nvSpPr>
          <p:cNvPr id="114" name="Google Shape;114;p23"/>
          <p:cNvSpPr/>
          <p:nvPr/>
        </p:nvSpPr>
        <p:spPr>
          <a:xfrm>
            <a:off x="4948650" y="2439068"/>
            <a:ext cx="44700" cy="447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
        <p:nvSpPr>
          <p:cNvPr id="115" name="Google Shape;115;p23"/>
          <p:cNvSpPr/>
          <p:nvPr/>
        </p:nvSpPr>
        <p:spPr>
          <a:xfrm>
            <a:off x="6984450" y="2439068"/>
            <a:ext cx="44700" cy="447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
        <p:nvSpPr>
          <p:cNvPr id="116" name="Google Shape;116;p23"/>
          <p:cNvSpPr/>
          <p:nvPr/>
        </p:nvSpPr>
        <p:spPr>
          <a:xfrm>
            <a:off x="1092600" y="4107518"/>
            <a:ext cx="44700" cy="447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
        <p:nvSpPr>
          <p:cNvPr id="117" name="Google Shape;117;p23"/>
          <p:cNvSpPr/>
          <p:nvPr/>
        </p:nvSpPr>
        <p:spPr>
          <a:xfrm>
            <a:off x="3020625" y="4107518"/>
            <a:ext cx="44700" cy="447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
        <p:nvSpPr>
          <p:cNvPr id="118" name="Google Shape;118;p23"/>
          <p:cNvSpPr/>
          <p:nvPr/>
        </p:nvSpPr>
        <p:spPr>
          <a:xfrm>
            <a:off x="4948650" y="4107518"/>
            <a:ext cx="44700" cy="447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
        <p:nvSpPr>
          <p:cNvPr id="119" name="Google Shape;119;p23"/>
          <p:cNvSpPr/>
          <p:nvPr/>
        </p:nvSpPr>
        <p:spPr>
          <a:xfrm>
            <a:off x="6984450" y="4107518"/>
            <a:ext cx="44700" cy="447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
        <p:nvSpPr>
          <p:cNvPr id="120" name="Google Shape;120;p23"/>
          <p:cNvSpPr txBox="1"/>
          <p:nvPr>
            <p:ph type="title"/>
          </p:nvPr>
        </p:nvSpPr>
        <p:spPr>
          <a:xfrm>
            <a:off x="298725" y="445025"/>
            <a:ext cx="8349900" cy="405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2400"/>
              <a:buNone/>
              <a:defRPr>
                <a:solidFill>
                  <a:schemeClr val="lt1"/>
                </a:solidFill>
              </a:defRPr>
            </a:lvl2pPr>
            <a:lvl3pPr lvl="2">
              <a:spcBef>
                <a:spcPts val="0"/>
              </a:spcBef>
              <a:spcAft>
                <a:spcPts val="0"/>
              </a:spcAft>
              <a:buClr>
                <a:schemeClr val="lt1"/>
              </a:buClr>
              <a:buSzPts val="2400"/>
              <a:buNone/>
              <a:defRPr>
                <a:solidFill>
                  <a:schemeClr val="lt1"/>
                </a:solidFill>
              </a:defRPr>
            </a:lvl3pPr>
            <a:lvl4pPr lvl="3">
              <a:spcBef>
                <a:spcPts val="0"/>
              </a:spcBef>
              <a:spcAft>
                <a:spcPts val="0"/>
              </a:spcAft>
              <a:buClr>
                <a:schemeClr val="lt1"/>
              </a:buClr>
              <a:buSzPts val="2400"/>
              <a:buNone/>
              <a:defRPr>
                <a:solidFill>
                  <a:schemeClr val="lt1"/>
                </a:solidFill>
              </a:defRPr>
            </a:lvl4pPr>
            <a:lvl5pPr lvl="4">
              <a:spcBef>
                <a:spcPts val="0"/>
              </a:spcBef>
              <a:spcAft>
                <a:spcPts val="0"/>
              </a:spcAft>
              <a:buClr>
                <a:schemeClr val="lt1"/>
              </a:buClr>
              <a:buSzPts val="2400"/>
              <a:buNone/>
              <a:defRPr>
                <a:solidFill>
                  <a:schemeClr val="lt1"/>
                </a:solidFill>
              </a:defRPr>
            </a:lvl5pPr>
            <a:lvl6pPr lvl="5">
              <a:spcBef>
                <a:spcPts val="0"/>
              </a:spcBef>
              <a:spcAft>
                <a:spcPts val="0"/>
              </a:spcAft>
              <a:buClr>
                <a:schemeClr val="lt1"/>
              </a:buClr>
              <a:buSzPts val="2400"/>
              <a:buNone/>
              <a:defRPr>
                <a:solidFill>
                  <a:schemeClr val="lt1"/>
                </a:solidFill>
              </a:defRPr>
            </a:lvl6pPr>
            <a:lvl7pPr lvl="6">
              <a:spcBef>
                <a:spcPts val="0"/>
              </a:spcBef>
              <a:spcAft>
                <a:spcPts val="0"/>
              </a:spcAft>
              <a:buClr>
                <a:schemeClr val="lt1"/>
              </a:buClr>
              <a:buSzPts val="2400"/>
              <a:buNone/>
              <a:defRPr>
                <a:solidFill>
                  <a:schemeClr val="lt1"/>
                </a:solidFill>
              </a:defRPr>
            </a:lvl7pPr>
            <a:lvl8pPr lvl="7">
              <a:spcBef>
                <a:spcPts val="0"/>
              </a:spcBef>
              <a:spcAft>
                <a:spcPts val="0"/>
              </a:spcAft>
              <a:buClr>
                <a:schemeClr val="lt1"/>
              </a:buClr>
              <a:buSzPts val="2400"/>
              <a:buNone/>
              <a:defRPr>
                <a:solidFill>
                  <a:schemeClr val="lt1"/>
                </a:solidFill>
              </a:defRPr>
            </a:lvl8pPr>
            <a:lvl9pPr lvl="8">
              <a:spcBef>
                <a:spcPts val="0"/>
              </a:spcBef>
              <a:spcAft>
                <a:spcPts val="0"/>
              </a:spcAft>
              <a:buClr>
                <a:schemeClr val="lt1"/>
              </a:buClr>
              <a:buSzPts val="2400"/>
              <a:buNone/>
              <a:defRPr>
                <a:solidFill>
                  <a:schemeClr val="lt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t Divider - Dark">
  <p:cSld name="TITLE_2_1">
    <p:bg>
      <p:bgPr>
        <a:solidFill>
          <a:schemeClr val="dk2"/>
        </a:solidFill>
      </p:bgPr>
    </p:bg>
    <p:spTree>
      <p:nvGrpSpPr>
        <p:cNvPr id="121" name="Shape 121"/>
        <p:cNvGrpSpPr/>
        <p:nvPr/>
      </p:nvGrpSpPr>
      <p:grpSpPr>
        <a:xfrm>
          <a:off x="0" y="0"/>
          <a:ext cx="0" cy="0"/>
          <a:chOff x="0" y="0"/>
          <a:chExt cx="0" cy="0"/>
        </a:xfrm>
      </p:grpSpPr>
      <p:sp>
        <p:nvSpPr>
          <p:cNvPr id="122" name="Google Shape;122;p24"/>
          <p:cNvSpPr txBox="1"/>
          <p:nvPr>
            <p:ph idx="1" type="subTitle"/>
          </p:nvPr>
        </p:nvSpPr>
        <p:spPr>
          <a:xfrm>
            <a:off x="298725" y="1050700"/>
            <a:ext cx="6229200" cy="421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1pPr>
            <a:lvl2pPr lvl="1">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2pPr>
            <a:lvl3pPr lvl="2">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3pPr>
            <a:lvl4pPr lvl="3">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4pPr>
            <a:lvl5pPr lvl="4">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5pPr>
            <a:lvl6pPr lvl="5">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6pPr>
            <a:lvl7pPr lvl="6">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7pPr>
            <a:lvl8pPr lvl="7">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8pPr>
            <a:lvl9pPr lvl="8">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9pPr>
          </a:lstStyle>
          <a:p/>
        </p:txBody>
      </p:sp>
      <p:sp>
        <p:nvSpPr>
          <p:cNvPr id="123" name="Google Shape;123;p24"/>
          <p:cNvSpPr txBox="1"/>
          <p:nvPr>
            <p:ph idx="2" type="subTitle"/>
          </p:nvPr>
        </p:nvSpPr>
        <p:spPr>
          <a:xfrm>
            <a:off x="501025" y="568550"/>
            <a:ext cx="3091800" cy="2496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900"/>
              <a:buNone/>
              <a:defRPr sz="900">
                <a:solidFill>
                  <a:schemeClr val="lt1"/>
                </a:solidFill>
              </a:defRPr>
            </a:lvl1pPr>
            <a:lvl2pPr lvl="1">
              <a:lnSpc>
                <a:spcPct val="100000"/>
              </a:lnSpc>
              <a:spcBef>
                <a:spcPts val="0"/>
              </a:spcBef>
              <a:spcAft>
                <a:spcPts val="0"/>
              </a:spcAft>
              <a:buClr>
                <a:schemeClr val="lt1"/>
              </a:buClr>
              <a:buSzPts val="900"/>
              <a:buNone/>
              <a:defRPr sz="900">
                <a:solidFill>
                  <a:schemeClr val="lt1"/>
                </a:solidFill>
              </a:defRPr>
            </a:lvl2pPr>
            <a:lvl3pPr lvl="2">
              <a:lnSpc>
                <a:spcPct val="100000"/>
              </a:lnSpc>
              <a:spcBef>
                <a:spcPts val="0"/>
              </a:spcBef>
              <a:spcAft>
                <a:spcPts val="0"/>
              </a:spcAft>
              <a:buClr>
                <a:schemeClr val="lt1"/>
              </a:buClr>
              <a:buSzPts val="900"/>
              <a:buNone/>
              <a:defRPr sz="900">
                <a:solidFill>
                  <a:schemeClr val="lt1"/>
                </a:solidFill>
              </a:defRPr>
            </a:lvl3pPr>
            <a:lvl4pPr lvl="3">
              <a:lnSpc>
                <a:spcPct val="100000"/>
              </a:lnSpc>
              <a:spcBef>
                <a:spcPts val="0"/>
              </a:spcBef>
              <a:spcAft>
                <a:spcPts val="0"/>
              </a:spcAft>
              <a:buClr>
                <a:schemeClr val="lt1"/>
              </a:buClr>
              <a:buSzPts val="900"/>
              <a:buNone/>
              <a:defRPr sz="900">
                <a:solidFill>
                  <a:schemeClr val="lt1"/>
                </a:solidFill>
              </a:defRPr>
            </a:lvl4pPr>
            <a:lvl5pPr lvl="4">
              <a:lnSpc>
                <a:spcPct val="100000"/>
              </a:lnSpc>
              <a:spcBef>
                <a:spcPts val="0"/>
              </a:spcBef>
              <a:spcAft>
                <a:spcPts val="0"/>
              </a:spcAft>
              <a:buClr>
                <a:schemeClr val="lt1"/>
              </a:buClr>
              <a:buSzPts val="900"/>
              <a:buNone/>
              <a:defRPr sz="900">
                <a:solidFill>
                  <a:schemeClr val="lt1"/>
                </a:solidFill>
              </a:defRPr>
            </a:lvl5pPr>
            <a:lvl6pPr lvl="5">
              <a:lnSpc>
                <a:spcPct val="100000"/>
              </a:lnSpc>
              <a:spcBef>
                <a:spcPts val="0"/>
              </a:spcBef>
              <a:spcAft>
                <a:spcPts val="0"/>
              </a:spcAft>
              <a:buClr>
                <a:schemeClr val="lt1"/>
              </a:buClr>
              <a:buSzPts val="900"/>
              <a:buNone/>
              <a:defRPr sz="900">
                <a:solidFill>
                  <a:schemeClr val="lt1"/>
                </a:solidFill>
              </a:defRPr>
            </a:lvl6pPr>
            <a:lvl7pPr lvl="6">
              <a:lnSpc>
                <a:spcPct val="100000"/>
              </a:lnSpc>
              <a:spcBef>
                <a:spcPts val="0"/>
              </a:spcBef>
              <a:spcAft>
                <a:spcPts val="0"/>
              </a:spcAft>
              <a:buClr>
                <a:schemeClr val="lt1"/>
              </a:buClr>
              <a:buSzPts val="900"/>
              <a:buNone/>
              <a:defRPr sz="900">
                <a:solidFill>
                  <a:schemeClr val="lt1"/>
                </a:solidFill>
              </a:defRPr>
            </a:lvl7pPr>
            <a:lvl8pPr lvl="7">
              <a:lnSpc>
                <a:spcPct val="100000"/>
              </a:lnSpc>
              <a:spcBef>
                <a:spcPts val="0"/>
              </a:spcBef>
              <a:spcAft>
                <a:spcPts val="0"/>
              </a:spcAft>
              <a:buClr>
                <a:schemeClr val="lt1"/>
              </a:buClr>
              <a:buSzPts val="900"/>
              <a:buNone/>
              <a:defRPr sz="900">
                <a:solidFill>
                  <a:schemeClr val="lt1"/>
                </a:solidFill>
              </a:defRPr>
            </a:lvl8pPr>
            <a:lvl9pPr lvl="8">
              <a:lnSpc>
                <a:spcPct val="100000"/>
              </a:lnSpc>
              <a:spcBef>
                <a:spcPts val="0"/>
              </a:spcBef>
              <a:spcAft>
                <a:spcPts val="0"/>
              </a:spcAft>
              <a:buClr>
                <a:schemeClr val="lt1"/>
              </a:buClr>
              <a:buSzPts val="900"/>
              <a:buNone/>
              <a:defRPr sz="900">
                <a:solidFill>
                  <a:schemeClr val="lt1"/>
                </a:solidFill>
              </a:defRPr>
            </a:lvl9pPr>
          </a:lstStyle>
          <a:p/>
        </p:txBody>
      </p:sp>
      <p:pic>
        <p:nvPicPr>
          <p:cNvPr id="124" name="Google Shape;124;p24"/>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125" name="Google Shape;125;p24"/>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126" name="Google Shape;126;p24"/>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sp>
        <p:nvSpPr>
          <p:cNvPr id="127" name="Google Shape;127;p24"/>
          <p:cNvSpPr/>
          <p:nvPr/>
        </p:nvSpPr>
        <p:spPr>
          <a:xfrm>
            <a:off x="297824" y="647150"/>
            <a:ext cx="92400" cy="92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Divider - Dark">
  <p:cSld name="TITLE_2_1_3">
    <p:bg>
      <p:bgPr>
        <a:solidFill>
          <a:schemeClr val="dk2"/>
        </a:solidFill>
      </p:bgPr>
    </p:bg>
    <p:spTree>
      <p:nvGrpSpPr>
        <p:cNvPr id="128" name="Shape 128"/>
        <p:cNvGrpSpPr/>
        <p:nvPr/>
      </p:nvGrpSpPr>
      <p:grpSpPr>
        <a:xfrm>
          <a:off x="0" y="0"/>
          <a:ext cx="0" cy="0"/>
          <a:chOff x="0" y="0"/>
          <a:chExt cx="0" cy="0"/>
        </a:xfrm>
      </p:grpSpPr>
      <p:pic>
        <p:nvPicPr>
          <p:cNvPr id="129" name="Google Shape;129;p25"/>
          <p:cNvPicPr preferRelativeResize="0"/>
          <p:nvPr/>
        </p:nvPicPr>
        <p:blipFill>
          <a:blip r:embed="rId2">
            <a:alphaModFix/>
          </a:blip>
          <a:stretch>
            <a:fillRect/>
          </a:stretch>
        </p:blipFill>
        <p:spPr>
          <a:xfrm>
            <a:off x="0" y="0"/>
            <a:ext cx="9144000" cy="5143500"/>
          </a:xfrm>
          <a:prstGeom prst="rect">
            <a:avLst/>
          </a:prstGeom>
          <a:noFill/>
          <a:ln>
            <a:noFill/>
          </a:ln>
        </p:spPr>
      </p:pic>
      <p:sp>
        <p:nvSpPr>
          <p:cNvPr id="130" name="Google Shape;130;p25"/>
          <p:cNvSpPr txBox="1"/>
          <p:nvPr>
            <p:ph idx="1" type="subTitle"/>
          </p:nvPr>
        </p:nvSpPr>
        <p:spPr>
          <a:xfrm>
            <a:off x="298725" y="1050700"/>
            <a:ext cx="6229200" cy="421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1pPr>
            <a:lvl2pPr lvl="1">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2pPr>
            <a:lvl3pPr lvl="2">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3pPr>
            <a:lvl4pPr lvl="3">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4pPr>
            <a:lvl5pPr lvl="4">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5pPr>
            <a:lvl6pPr lvl="5">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6pPr>
            <a:lvl7pPr lvl="6">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7pPr>
            <a:lvl8pPr lvl="7">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8pPr>
            <a:lvl9pPr lvl="8">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9pPr>
          </a:lstStyle>
          <a:p/>
        </p:txBody>
      </p:sp>
      <p:sp>
        <p:nvSpPr>
          <p:cNvPr id="131" name="Google Shape;131;p25"/>
          <p:cNvSpPr txBox="1"/>
          <p:nvPr>
            <p:ph idx="2" type="subTitle"/>
          </p:nvPr>
        </p:nvSpPr>
        <p:spPr>
          <a:xfrm>
            <a:off x="501025" y="568550"/>
            <a:ext cx="3091800" cy="2496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900"/>
              <a:buNone/>
              <a:defRPr sz="900">
                <a:solidFill>
                  <a:schemeClr val="lt1"/>
                </a:solidFill>
              </a:defRPr>
            </a:lvl1pPr>
            <a:lvl2pPr lvl="1">
              <a:lnSpc>
                <a:spcPct val="100000"/>
              </a:lnSpc>
              <a:spcBef>
                <a:spcPts val="0"/>
              </a:spcBef>
              <a:spcAft>
                <a:spcPts val="0"/>
              </a:spcAft>
              <a:buClr>
                <a:schemeClr val="lt1"/>
              </a:buClr>
              <a:buSzPts val="900"/>
              <a:buNone/>
              <a:defRPr sz="900">
                <a:solidFill>
                  <a:schemeClr val="lt1"/>
                </a:solidFill>
              </a:defRPr>
            </a:lvl2pPr>
            <a:lvl3pPr lvl="2">
              <a:lnSpc>
                <a:spcPct val="100000"/>
              </a:lnSpc>
              <a:spcBef>
                <a:spcPts val="0"/>
              </a:spcBef>
              <a:spcAft>
                <a:spcPts val="0"/>
              </a:spcAft>
              <a:buClr>
                <a:schemeClr val="lt1"/>
              </a:buClr>
              <a:buSzPts val="900"/>
              <a:buNone/>
              <a:defRPr sz="900">
                <a:solidFill>
                  <a:schemeClr val="lt1"/>
                </a:solidFill>
              </a:defRPr>
            </a:lvl3pPr>
            <a:lvl4pPr lvl="3">
              <a:lnSpc>
                <a:spcPct val="100000"/>
              </a:lnSpc>
              <a:spcBef>
                <a:spcPts val="0"/>
              </a:spcBef>
              <a:spcAft>
                <a:spcPts val="0"/>
              </a:spcAft>
              <a:buClr>
                <a:schemeClr val="lt1"/>
              </a:buClr>
              <a:buSzPts val="900"/>
              <a:buNone/>
              <a:defRPr sz="900">
                <a:solidFill>
                  <a:schemeClr val="lt1"/>
                </a:solidFill>
              </a:defRPr>
            </a:lvl4pPr>
            <a:lvl5pPr lvl="4">
              <a:lnSpc>
                <a:spcPct val="100000"/>
              </a:lnSpc>
              <a:spcBef>
                <a:spcPts val="0"/>
              </a:spcBef>
              <a:spcAft>
                <a:spcPts val="0"/>
              </a:spcAft>
              <a:buClr>
                <a:schemeClr val="lt1"/>
              </a:buClr>
              <a:buSzPts val="900"/>
              <a:buNone/>
              <a:defRPr sz="900">
                <a:solidFill>
                  <a:schemeClr val="lt1"/>
                </a:solidFill>
              </a:defRPr>
            </a:lvl5pPr>
            <a:lvl6pPr lvl="5">
              <a:lnSpc>
                <a:spcPct val="100000"/>
              </a:lnSpc>
              <a:spcBef>
                <a:spcPts val="0"/>
              </a:spcBef>
              <a:spcAft>
                <a:spcPts val="0"/>
              </a:spcAft>
              <a:buClr>
                <a:schemeClr val="lt1"/>
              </a:buClr>
              <a:buSzPts val="900"/>
              <a:buNone/>
              <a:defRPr sz="900">
                <a:solidFill>
                  <a:schemeClr val="lt1"/>
                </a:solidFill>
              </a:defRPr>
            </a:lvl6pPr>
            <a:lvl7pPr lvl="6">
              <a:lnSpc>
                <a:spcPct val="100000"/>
              </a:lnSpc>
              <a:spcBef>
                <a:spcPts val="0"/>
              </a:spcBef>
              <a:spcAft>
                <a:spcPts val="0"/>
              </a:spcAft>
              <a:buClr>
                <a:schemeClr val="lt1"/>
              </a:buClr>
              <a:buSzPts val="900"/>
              <a:buNone/>
              <a:defRPr sz="900">
                <a:solidFill>
                  <a:schemeClr val="lt1"/>
                </a:solidFill>
              </a:defRPr>
            </a:lvl7pPr>
            <a:lvl8pPr lvl="7">
              <a:lnSpc>
                <a:spcPct val="100000"/>
              </a:lnSpc>
              <a:spcBef>
                <a:spcPts val="0"/>
              </a:spcBef>
              <a:spcAft>
                <a:spcPts val="0"/>
              </a:spcAft>
              <a:buClr>
                <a:schemeClr val="lt1"/>
              </a:buClr>
              <a:buSzPts val="900"/>
              <a:buNone/>
              <a:defRPr sz="900">
                <a:solidFill>
                  <a:schemeClr val="lt1"/>
                </a:solidFill>
              </a:defRPr>
            </a:lvl8pPr>
            <a:lvl9pPr lvl="8">
              <a:lnSpc>
                <a:spcPct val="100000"/>
              </a:lnSpc>
              <a:spcBef>
                <a:spcPts val="0"/>
              </a:spcBef>
              <a:spcAft>
                <a:spcPts val="0"/>
              </a:spcAft>
              <a:buClr>
                <a:schemeClr val="lt1"/>
              </a:buClr>
              <a:buSzPts val="900"/>
              <a:buNone/>
              <a:defRPr sz="900">
                <a:solidFill>
                  <a:schemeClr val="lt1"/>
                </a:solidFill>
              </a:defRPr>
            </a:lvl9pPr>
          </a:lstStyle>
          <a:p/>
        </p:txBody>
      </p:sp>
      <p:pic>
        <p:nvPicPr>
          <p:cNvPr id="132" name="Google Shape;132;p25"/>
          <p:cNvPicPr preferRelativeResize="0"/>
          <p:nvPr/>
        </p:nvPicPr>
        <p:blipFill rotWithShape="1">
          <a:blip r:embed="rId3">
            <a:alphaModFix/>
          </a:blip>
          <a:srcRect b="0" l="0" r="0" t="0"/>
          <a:stretch/>
        </p:blipFill>
        <p:spPr>
          <a:xfrm>
            <a:off x="298725" y="4880004"/>
            <a:ext cx="413251" cy="129343"/>
          </a:xfrm>
          <a:prstGeom prst="rect">
            <a:avLst/>
          </a:prstGeom>
          <a:noFill/>
          <a:ln>
            <a:noFill/>
          </a:ln>
        </p:spPr>
      </p:pic>
      <p:sp>
        <p:nvSpPr>
          <p:cNvPr id="133" name="Google Shape;133;p25"/>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134" name="Google Shape;134;p25"/>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sp>
        <p:nvSpPr>
          <p:cNvPr id="135" name="Google Shape;135;p25"/>
          <p:cNvSpPr/>
          <p:nvPr/>
        </p:nvSpPr>
        <p:spPr>
          <a:xfrm>
            <a:off x="297824" y="647150"/>
            <a:ext cx="92400" cy="92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t Divider - White">
  <p:cSld name="TITLE_2_1_2">
    <p:bg>
      <p:bgPr>
        <a:solidFill>
          <a:schemeClr val="lt1"/>
        </a:solidFill>
      </p:bgPr>
    </p:bg>
    <p:spTree>
      <p:nvGrpSpPr>
        <p:cNvPr id="136" name="Shape 136"/>
        <p:cNvGrpSpPr/>
        <p:nvPr/>
      </p:nvGrpSpPr>
      <p:grpSpPr>
        <a:xfrm>
          <a:off x="0" y="0"/>
          <a:ext cx="0" cy="0"/>
          <a:chOff x="0" y="0"/>
          <a:chExt cx="0" cy="0"/>
        </a:xfrm>
      </p:grpSpPr>
      <p:sp>
        <p:nvSpPr>
          <p:cNvPr id="137" name="Google Shape;137;p26"/>
          <p:cNvSpPr txBox="1"/>
          <p:nvPr>
            <p:ph idx="1" type="subTitle"/>
          </p:nvPr>
        </p:nvSpPr>
        <p:spPr>
          <a:xfrm>
            <a:off x="298725" y="1050700"/>
            <a:ext cx="6229200" cy="4215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1pPr>
            <a:lvl2pPr lvl="1">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2pPr>
            <a:lvl3pPr lvl="2">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3pPr>
            <a:lvl4pPr lvl="3">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4pPr>
            <a:lvl5pPr lvl="4">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5pPr>
            <a:lvl6pPr lvl="5">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6pPr>
            <a:lvl7pPr lvl="6">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7pPr>
            <a:lvl8pPr lvl="7">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8pPr>
            <a:lvl9pPr lvl="8">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9pPr>
          </a:lstStyle>
          <a:p/>
        </p:txBody>
      </p:sp>
      <p:sp>
        <p:nvSpPr>
          <p:cNvPr id="138" name="Google Shape;138;p26"/>
          <p:cNvSpPr txBox="1"/>
          <p:nvPr>
            <p:ph idx="2" type="subTitle"/>
          </p:nvPr>
        </p:nvSpPr>
        <p:spPr>
          <a:xfrm>
            <a:off x="501025" y="568550"/>
            <a:ext cx="3091800" cy="2496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pic>
        <p:nvPicPr>
          <p:cNvPr id="139" name="Google Shape;139;p26"/>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140" name="Google Shape;140;p26"/>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rgbClr val="B9C2C6"/>
                </a:solidFill>
                <a:latin typeface="Space Grotesk"/>
                <a:ea typeface="Space Grotesk"/>
                <a:cs typeface="Space Grotesk"/>
                <a:sym typeface="Space Grotesk"/>
              </a:rPr>
              <a:t>ⓒ </a:t>
            </a:r>
            <a:r>
              <a:rPr i="0" lang="en" sz="500" u="none" cap="none" strike="noStrike">
                <a:solidFill>
                  <a:srgbClr val="B9C2C6"/>
                </a:solidFill>
                <a:latin typeface="Space Grotesk"/>
                <a:ea typeface="Space Grotesk"/>
                <a:cs typeface="Space Grotesk"/>
                <a:sym typeface="Space Grotesk"/>
              </a:rPr>
              <a:t>202</a:t>
            </a:r>
            <a:r>
              <a:rPr lang="en" sz="500">
                <a:solidFill>
                  <a:srgbClr val="B9C2C6"/>
                </a:solidFill>
                <a:latin typeface="Space Grotesk"/>
                <a:ea typeface="Space Grotesk"/>
                <a:cs typeface="Space Grotesk"/>
                <a:sym typeface="Space Grotesk"/>
              </a:rPr>
              <a:t>4</a:t>
            </a:r>
            <a:r>
              <a:rPr i="0" lang="en" sz="500" u="none" cap="none" strike="noStrike">
                <a:solidFill>
                  <a:srgbClr val="B9C2C6"/>
                </a:solidFill>
                <a:latin typeface="Space Grotesk"/>
                <a:ea typeface="Space Grotesk"/>
                <a:cs typeface="Space Grotesk"/>
                <a:sym typeface="Space Grotesk"/>
              </a:rPr>
              <a:t> </a:t>
            </a:r>
            <a:r>
              <a:rPr lang="en" sz="500">
                <a:solidFill>
                  <a:srgbClr val="B9C2C6"/>
                </a:solidFill>
                <a:latin typeface="Space Grotesk"/>
                <a:ea typeface="Space Grotesk"/>
                <a:cs typeface="Space Grotesk"/>
                <a:sym typeface="Space Grotesk"/>
              </a:rPr>
              <a:t>Redis Ltd.</a:t>
            </a:r>
            <a:r>
              <a:rPr i="0" lang="en" sz="500" u="none" cap="none" strike="noStrike">
                <a:solidFill>
                  <a:srgbClr val="B9C2C6"/>
                </a:solidFill>
                <a:latin typeface="Space Grotesk"/>
                <a:ea typeface="Space Grotesk"/>
                <a:cs typeface="Space Grotesk"/>
                <a:sym typeface="Space Grotesk"/>
              </a:rPr>
              <a:t> All rights reserved.</a:t>
            </a:r>
            <a:endParaRPr i="0" sz="1300" u="none" cap="none" strike="noStrike">
              <a:solidFill>
                <a:srgbClr val="B9C2C6"/>
              </a:solidFill>
              <a:latin typeface="Space Grotesk"/>
              <a:ea typeface="Space Grotesk"/>
              <a:cs typeface="Space Grotesk"/>
              <a:sym typeface="Space Grotesk"/>
            </a:endParaRPr>
          </a:p>
        </p:txBody>
      </p:sp>
      <p:sp>
        <p:nvSpPr>
          <p:cNvPr id="141" name="Google Shape;141;p26"/>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sp>
        <p:nvSpPr>
          <p:cNvPr id="142" name="Google Shape;142;p26"/>
          <p:cNvSpPr/>
          <p:nvPr/>
        </p:nvSpPr>
        <p:spPr>
          <a:xfrm>
            <a:off x="297824" y="647150"/>
            <a:ext cx="92400" cy="92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Divider - White">
  <p:cSld name="TITLE_2_1_2_2">
    <p:bg>
      <p:bgPr>
        <a:solidFill>
          <a:schemeClr val="lt1"/>
        </a:solidFill>
      </p:bgPr>
    </p:bg>
    <p:spTree>
      <p:nvGrpSpPr>
        <p:cNvPr id="143" name="Shape 143"/>
        <p:cNvGrpSpPr/>
        <p:nvPr/>
      </p:nvGrpSpPr>
      <p:grpSpPr>
        <a:xfrm>
          <a:off x="0" y="0"/>
          <a:ext cx="0" cy="0"/>
          <a:chOff x="0" y="0"/>
          <a:chExt cx="0" cy="0"/>
        </a:xfrm>
      </p:grpSpPr>
      <p:pic>
        <p:nvPicPr>
          <p:cNvPr id="144" name="Google Shape;144;p27"/>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5" name="Google Shape;145;p27"/>
          <p:cNvSpPr txBox="1"/>
          <p:nvPr>
            <p:ph idx="1" type="subTitle"/>
          </p:nvPr>
        </p:nvSpPr>
        <p:spPr>
          <a:xfrm>
            <a:off x="298725" y="1050700"/>
            <a:ext cx="6229200" cy="4215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1pPr>
            <a:lvl2pPr lvl="1">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2pPr>
            <a:lvl3pPr lvl="2">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3pPr>
            <a:lvl4pPr lvl="3">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4pPr>
            <a:lvl5pPr lvl="4">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5pPr>
            <a:lvl6pPr lvl="5">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6pPr>
            <a:lvl7pPr lvl="6">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7pPr>
            <a:lvl8pPr lvl="7">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8pPr>
            <a:lvl9pPr lvl="8">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9pPr>
          </a:lstStyle>
          <a:p/>
        </p:txBody>
      </p:sp>
      <p:sp>
        <p:nvSpPr>
          <p:cNvPr id="146" name="Google Shape;146;p27"/>
          <p:cNvSpPr txBox="1"/>
          <p:nvPr>
            <p:ph idx="2" type="subTitle"/>
          </p:nvPr>
        </p:nvSpPr>
        <p:spPr>
          <a:xfrm>
            <a:off x="501025" y="568550"/>
            <a:ext cx="3091800" cy="2496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pic>
        <p:nvPicPr>
          <p:cNvPr id="147" name="Google Shape;147;p27"/>
          <p:cNvPicPr preferRelativeResize="0"/>
          <p:nvPr/>
        </p:nvPicPr>
        <p:blipFill rotWithShape="1">
          <a:blip r:embed="rId3">
            <a:alphaModFix/>
          </a:blip>
          <a:srcRect b="0" l="0" r="0" t="0"/>
          <a:stretch/>
        </p:blipFill>
        <p:spPr>
          <a:xfrm>
            <a:off x="298725" y="4880004"/>
            <a:ext cx="413251" cy="129343"/>
          </a:xfrm>
          <a:prstGeom prst="rect">
            <a:avLst/>
          </a:prstGeom>
          <a:noFill/>
          <a:ln>
            <a:noFill/>
          </a:ln>
        </p:spPr>
      </p:pic>
      <p:sp>
        <p:nvSpPr>
          <p:cNvPr id="148" name="Google Shape;148;p27"/>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rgbClr val="B9C2C6"/>
                </a:solidFill>
                <a:latin typeface="Space Grotesk"/>
                <a:ea typeface="Space Grotesk"/>
                <a:cs typeface="Space Grotesk"/>
                <a:sym typeface="Space Grotesk"/>
              </a:rPr>
              <a:t>ⓒ </a:t>
            </a:r>
            <a:r>
              <a:rPr i="0" lang="en" sz="500" u="none" cap="none" strike="noStrike">
                <a:solidFill>
                  <a:srgbClr val="B9C2C6"/>
                </a:solidFill>
                <a:latin typeface="Space Grotesk"/>
                <a:ea typeface="Space Grotesk"/>
                <a:cs typeface="Space Grotesk"/>
                <a:sym typeface="Space Grotesk"/>
              </a:rPr>
              <a:t>202</a:t>
            </a:r>
            <a:r>
              <a:rPr lang="en" sz="500">
                <a:solidFill>
                  <a:srgbClr val="B9C2C6"/>
                </a:solidFill>
                <a:latin typeface="Space Grotesk"/>
                <a:ea typeface="Space Grotesk"/>
                <a:cs typeface="Space Grotesk"/>
                <a:sym typeface="Space Grotesk"/>
              </a:rPr>
              <a:t>4</a:t>
            </a:r>
            <a:r>
              <a:rPr i="0" lang="en" sz="500" u="none" cap="none" strike="noStrike">
                <a:solidFill>
                  <a:srgbClr val="B9C2C6"/>
                </a:solidFill>
                <a:latin typeface="Space Grotesk"/>
                <a:ea typeface="Space Grotesk"/>
                <a:cs typeface="Space Grotesk"/>
                <a:sym typeface="Space Grotesk"/>
              </a:rPr>
              <a:t> </a:t>
            </a:r>
            <a:r>
              <a:rPr lang="en" sz="500">
                <a:solidFill>
                  <a:srgbClr val="B9C2C6"/>
                </a:solidFill>
                <a:latin typeface="Space Grotesk"/>
                <a:ea typeface="Space Grotesk"/>
                <a:cs typeface="Space Grotesk"/>
                <a:sym typeface="Space Grotesk"/>
              </a:rPr>
              <a:t>Redis Ltd.</a:t>
            </a:r>
            <a:r>
              <a:rPr i="0" lang="en" sz="500" u="none" cap="none" strike="noStrike">
                <a:solidFill>
                  <a:srgbClr val="B9C2C6"/>
                </a:solidFill>
                <a:latin typeface="Space Grotesk"/>
                <a:ea typeface="Space Grotesk"/>
                <a:cs typeface="Space Grotesk"/>
                <a:sym typeface="Space Grotesk"/>
              </a:rPr>
              <a:t> All rights reserved.</a:t>
            </a:r>
            <a:endParaRPr i="0" sz="1300" u="none" cap="none" strike="noStrike">
              <a:solidFill>
                <a:srgbClr val="B9C2C6"/>
              </a:solidFill>
              <a:latin typeface="Space Grotesk"/>
              <a:ea typeface="Space Grotesk"/>
              <a:cs typeface="Space Grotesk"/>
              <a:sym typeface="Space Grotesk"/>
            </a:endParaRPr>
          </a:p>
        </p:txBody>
      </p:sp>
      <p:sp>
        <p:nvSpPr>
          <p:cNvPr id="149" name="Google Shape;149;p27"/>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sp>
        <p:nvSpPr>
          <p:cNvPr id="150" name="Google Shape;150;p27"/>
          <p:cNvSpPr/>
          <p:nvPr/>
        </p:nvSpPr>
        <p:spPr>
          <a:xfrm>
            <a:off x="297824" y="647150"/>
            <a:ext cx="92400" cy="92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t Divider - Hyper ">
  <p:cSld name="TITLE_2_1_2_1">
    <p:bg>
      <p:bgPr>
        <a:solidFill>
          <a:schemeClr val="accent1"/>
        </a:solidFill>
      </p:bgPr>
    </p:bg>
    <p:spTree>
      <p:nvGrpSpPr>
        <p:cNvPr id="151" name="Shape 151"/>
        <p:cNvGrpSpPr/>
        <p:nvPr/>
      </p:nvGrpSpPr>
      <p:grpSpPr>
        <a:xfrm>
          <a:off x="0" y="0"/>
          <a:ext cx="0" cy="0"/>
          <a:chOff x="0" y="0"/>
          <a:chExt cx="0" cy="0"/>
        </a:xfrm>
      </p:grpSpPr>
      <p:sp>
        <p:nvSpPr>
          <p:cNvPr id="152" name="Google Shape;152;p28"/>
          <p:cNvSpPr txBox="1"/>
          <p:nvPr>
            <p:ph idx="1" type="subTitle"/>
          </p:nvPr>
        </p:nvSpPr>
        <p:spPr>
          <a:xfrm>
            <a:off x="298725" y="1050700"/>
            <a:ext cx="6229200" cy="421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1pPr>
            <a:lvl2pPr lvl="1">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2pPr>
            <a:lvl3pPr lvl="2">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3pPr>
            <a:lvl4pPr lvl="3">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4pPr>
            <a:lvl5pPr lvl="4">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5pPr>
            <a:lvl6pPr lvl="5">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6pPr>
            <a:lvl7pPr lvl="6">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7pPr>
            <a:lvl8pPr lvl="7">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8pPr>
            <a:lvl9pPr lvl="8">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9pPr>
          </a:lstStyle>
          <a:p/>
        </p:txBody>
      </p:sp>
      <p:sp>
        <p:nvSpPr>
          <p:cNvPr id="153" name="Google Shape;153;p28"/>
          <p:cNvSpPr txBox="1"/>
          <p:nvPr>
            <p:ph idx="2" type="subTitle"/>
          </p:nvPr>
        </p:nvSpPr>
        <p:spPr>
          <a:xfrm>
            <a:off x="501025" y="568550"/>
            <a:ext cx="3091800" cy="2496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900"/>
              <a:buNone/>
              <a:defRPr sz="900">
                <a:solidFill>
                  <a:schemeClr val="lt1"/>
                </a:solidFill>
              </a:defRPr>
            </a:lvl1pPr>
            <a:lvl2pPr lvl="1">
              <a:lnSpc>
                <a:spcPct val="100000"/>
              </a:lnSpc>
              <a:spcBef>
                <a:spcPts val="0"/>
              </a:spcBef>
              <a:spcAft>
                <a:spcPts val="0"/>
              </a:spcAft>
              <a:buClr>
                <a:schemeClr val="lt1"/>
              </a:buClr>
              <a:buSzPts val="900"/>
              <a:buNone/>
              <a:defRPr sz="900">
                <a:solidFill>
                  <a:schemeClr val="lt1"/>
                </a:solidFill>
              </a:defRPr>
            </a:lvl2pPr>
            <a:lvl3pPr lvl="2">
              <a:lnSpc>
                <a:spcPct val="100000"/>
              </a:lnSpc>
              <a:spcBef>
                <a:spcPts val="0"/>
              </a:spcBef>
              <a:spcAft>
                <a:spcPts val="0"/>
              </a:spcAft>
              <a:buClr>
                <a:schemeClr val="lt1"/>
              </a:buClr>
              <a:buSzPts val="900"/>
              <a:buNone/>
              <a:defRPr sz="900">
                <a:solidFill>
                  <a:schemeClr val="lt1"/>
                </a:solidFill>
              </a:defRPr>
            </a:lvl3pPr>
            <a:lvl4pPr lvl="3">
              <a:lnSpc>
                <a:spcPct val="100000"/>
              </a:lnSpc>
              <a:spcBef>
                <a:spcPts val="0"/>
              </a:spcBef>
              <a:spcAft>
                <a:spcPts val="0"/>
              </a:spcAft>
              <a:buClr>
                <a:schemeClr val="lt1"/>
              </a:buClr>
              <a:buSzPts val="900"/>
              <a:buNone/>
              <a:defRPr sz="900">
                <a:solidFill>
                  <a:schemeClr val="lt1"/>
                </a:solidFill>
              </a:defRPr>
            </a:lvl4pPr>
            <a:lvl5pPr lvl="4">
              <a:lnSpc>
                <a:spcPct val="100000"/>
              </a:lnSpc>
              <a:spcBef>
                <a:spcPts val="0"/>
              </a:spcBef>
              <a:spcAft>
                <a:spcPts val="0"/>
              </a:spcAft>
              <a:buClr>
                <a:schemeClr val="lt1"/>
              </a:buClr>
              <a:buSzPts val="900"/>
              <a:buNone/>
              <a:defRPr sz="900">
                <a:solidFill>
                  <a:schemeClr val="lt1"/>
                </a:solidFill>
              </a:defRPr>
            </a:lvl5pPr>
            <a:lvl6pPr lvl="5">
              <a:lnSpc>
                <a:spcPct val="100000"/>
              </a:lnSpc>
              <a:spcBef>
                <a:spcPts val="0"/>
              </a:spcBef>
              <a:spcAft>
                <a:spcPts val="0"/>
              </a:spcAft>
              <a:buClr>
                <a:schemeClr val="lt1"/>
              </a:buClr>
              <a:buSzPts val="900"/>
              <a:buNone/>
              <a:defRPr sz="900">
                <a:solidFill>
                  <a:schemeClr val="lt1"/>
                </a:solidFill>
              </a:defRPr>
            </a:lvl6pPr>
            <a:lvl7pPr lvl="6">
              <a:lnSpc>
                <a:spcPct val="100000"/>
              </a:lnSpc>
              <a:spcBef>
                <a:spcPts val="0"/>
              </a:spcBef>
              <a:spcAft>
                <a:spcPts val="0"/>
              </a:spcAft>
              <a:buClr>
                <a:schemeClr val="lt1"/>
              </a:buClr>
              <a:buSzPts val="900"/>
              <a:buNone/>
              <a:defRPr sz="900">
                <a:solidFill>
                  <a:schemeClr val="lt1"/>
                </a:solidFill>
              </a:defRPr>
            </a:lvl7pPr>
            <a:lvl8pPr lvl="7">
              <a:lnSpc>
                <a:spcPct val="100000"/>
              </a:lnSpc>
              <a:spcBef>
                <a:spcPts val="0"/>
              </a:spcBef>
              <a:spcAft>
                <a:spcPts val="0"/>
              </a:spcAft>
              <a:buClr>
                <a:schemeClr val="lt1"/>
              </a:buClr>
              <a:buSzPts val="900"/>
              <a:buNone/>
              <a:defRPr sz="900">
                <a:solidFill>
                  <a:schemeClr val="lt1"/>
                </a:solidFill>
              </a:defRPr>
            </a:lvl8pPr>
            <a:lvl9pPr lvl="8">
              <a:lnSpc>
                <a:spcPct val="100000"/>
              </a:lnSpc>
              <a:spcBef>
                <a:spcPts val="0"/>
              </a:spcBef>
              <a:spcAft>
                <a:spcPts val="0"/>
              </a:spcAft>
              <a:buClr>
                <a:schemeClr val="lt1"/>
              </a:buClr>
              <a:buSzPts val="900"/>
              <a:buNone/>
              <a:defRPr sz="900">
                <a:solidFill>
                  <a:schemeClr val="lt1"/>
                </a:solidFill>
              </a:defRPr>
            </a:lvl9pPr>
          </a:lstStyle>
          <a:p/>
        </p:txBody>
      </p:sp>
      <p:pic>
        <p:nvPicPr>
          <p:cNvPr id="154" name="Google Shape;154;p28"/>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155" name="Google Shape;155;p28"/>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156" name="Google Shape;156;p28"/>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sp>
        <p:nvSpPr>
          <p:cNvPr id="157" name="Google Shape;157;p28"/>
          <p:cNvSpPr/>
          <p:nvPr/>
        </p:nvSpPr>
        <p:spPr>
          <a:xfrm>
            <a:off x="297824" y="647150"/>
            <a:ext cx="92400" cy="92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Divider - Hyper ">
  <p:cSld name="TITLE_2_1_2_1_1">
    <p:bg>
      <p:bgPr>
        <a:solidFill>
          <a:schemeClr val="accent1"/>
        </a:solidFill>
      </p:bgPr>
    </p:bg>
    <p:spTree>
      <p:nvGrpSpPr>
        <p:cNvPr id="158" name="Shape 158"/>
        <p:cNvGrpSpPr/>
        <p:nvPr/>
      </p:nvGrpSpPr>
      <p:grpSpPr>
        <a:xfrm>
          <a:off x="0" y="0"/>
          <a:ext cx="0" cy="0"/>
          <a:chOff x="0" y="0"/>
          <a:chExt cx="0" cy="0"/>
        </a:xfrm>
      </p:grpSpPr>
      <p:pic>
        <p:nvPicPr>
          <p:cNvPr id="159" name="Google Shape;159;p29"/>
          <p:cNvPicPr preferRelativeResize="0"/>
          <p:nvPr/>
        </p:nvPicPr>
        <p:blipFill>
          <a:blip r:embed="rId2">
            <a:alphaModFix/>
          </a:blip>
          <a:stretch>
            <a:fillRect/>
          </a:stretch>
        </p:blipFill>
        <p:spPr>
          <a:xfrm>
            <a:off x="0" y="0"/>
            <a:ext cx="9144000" cy="5143500"/>
          </a:xfrm>
          <a:prstGeom prst="rect">
            <a:avLst/>
          </a:prstGeom>
          <a:noFill/>
          <a:ln>
            <a:noFill/>
          </a:ln>
        </p:spPr>
      </p:pic>
      <p:sp>
        <p:nvSpPr>
          <p:cNvPr id="160" name="Google Shape;160;p29"/>
          <p:cNvSpPr txBox="1"/>
          <p:nvPr>
            <p:ph idx="1" type="subTitle"/>
          </p:nvPr>
        </p:nvSpPr>
        <p:spPr>
          <a:xfrm>
            <a:off x="298725" y="1050700"/>
            <a:ext cx="6229200" cy="421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1pPr>
            <a:lvl2pPr lvl="1">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2pPr>
            <a:lvl3pPr lvl="2">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3pPr>
            <a:lvl4pPr lvl="3">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4pPr>
            <a:lvl5pPr lvl="4">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5pPr>
            <a:lvl6pPr lvl="5">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6pPr>
            <a:lvl7pPr lvl="6">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7pPr>
            <a:lvl8pPr lvl="7">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8pPr>
            <a:lvl9pPr lvl="8">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9pPr>
          </a:lstStyle>
          <a:p/>
        </p:txBody>
      </p:sp>
      <p:sp>
        <p:nvSpPr>
          <p:cNvPr id="161" name="Google Shape;161;p29"/>
          <p:cNvSpPr txBox="1"/>
          <p:nvPr>
            <p:ph idx="2" type="subTitle"/>
          </p:nvPr>
        </p:nvSpPr>
        <p:spPr>
          <a:xfrm>
            <a:off x="501025" y="568550"/>
            <a:ext cx="3091800" cy="2496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900"/>
              <a:buNone/>
              <a:defRPr sz="900">
                <a:solidFill>
                  <a:schemeClr val="lt1"/>
                </a:solidFill>
              </a:defRPr>
            </a:lvl1pPr>
            <a:lvl2pPr lvl="1">
              <a:lnSpc>
                <a:spcPct val="100000"/>
              </a:lnSpc>
              <a:spcBef>
                <a:spcPts val="0"/>
              </a:spcBef>
              <a:spcAft>
                <a:spcPts val="0"/>
              </a:spcAft>
              <a:buClr>
                <a:schemeClr val="lt1"/>
              </a:buClr>
              <a:buSzPts val="900"/>
              <a:buNone/>
              <a:defRPr sz="900">
                <a:solidFill>
                  <a:schemeClr val="lt1"/>
                </a:solidFill>
              </a:defRPr>
            </a:lvl2pPr>
            <a:lvl3pPr lvl="2">
              <a:lnSpc>
                <a:spcPct val="100000"/>
              </a:lnSpc>
              <a:spcBef>
                <a:spcPts val="0"/>
              </a:spcBef>
              <a:spcAft>
                <a:spcPts val="0"/>
              </a:spcAft>
              <a:buClr>
                <a:schemeClr val="lt1"/>
              </a:buClr>
              <a:buSzPts val="900"/>
              <a:buNone/>
              <a:defRPr sz="900">
                <a:solidFill>
                  <a:schemeClr val="lt1"/>
                </a:solidFill>
              </a:defRPr>
            </a:lvl3pPr>
            <a:lvl4pPr lvl="3">
              <a:lnSpc>
                <a:spcPct val="100000"/>
              </a:lnSpc>
              <a:spcBef>
                <a:spcPts val="0"/>
              </a:spcBef>
              <a:spcAft>
                <a:spcPts val="0"/>
              </a:spcAft>
              <a:buClr>
                <a:schemeClr val="lt1"/>
              </a:buClr>
              <a:buSzPts val="900"/>
              <a:buNone/>
              <a:defRPr sz="900">
                <a:solidFill>
                  <a:schemeClr val="lt1"/>
                </a:solidFill>
              </a:defRPr>
            </a:lvl4pPr>
            <a:lvl5pPr lvl="4">
              <a:lnSpc>
                <a:spcPct val="100000"/>
              </a:lnSpc>
              <a:spcBef>
                <a:spcPts val="0"/>
              </a:spcBef>
              <a:spcAft>
                <a:spcPts val="0"/>
              </a:spcAft>
              <a:buClr>
                <a:schemeClr val="lt1"/>
              </a:buClr>
              <a:buSzPts val="900"/>
              <a:buNone/>
              <a:defRPr sz="900">
                <a:solidFill>
                  <a:schemeClr val="lt1"/>
                </a:solidFill>
              </a:defRPr>
            </a:lvl5pPr>
            <a:lvl6pPr lvl="5">
              <a:lnSpc>
                <a:spcPct val="100000"/>
              </a:lnSpc>
              <a:spcBef>
                <a:spcPts val="0"/>
              </a:spcBef>
              <a:spcAft>
                <a:spcPts val="0"/>
              </a:spcAft>
              <a:buClr>
                <a:schemeClr val="lt1"/>
              </a:buClr>
              <a:buSzPts val="900"/>
              <a:buNone/>
              <a:defRPr sz="900">
                <a:solidFill>
                  <a:schemeClr val="lt1"/>
                </a:solidFill>
              </a:defRPr>
            </a:lvl6pPr>
            <a:lvl7pPr lvl="6">
              <a:lnSpc>
                <a:spcPct val="100000"/>
              </a:lnSpc>
              <a:spcBef>
                <a:spcPts val="0"/>
              </a:spcBef>
              <a:spcAft>
                <a:spcPts val="0"/>
              </a:spcAft>
              <a:buClr>
                <a:schemeClr val="lt1"/>
              </a:buClr>
              <a:buSzPts val="900"/>
              <a:buNone/>
              <a:defRPr sz="900">
                <a:solidFill>
                  <a:schemeClr val="lt1"/>
                </a:solidFill>
              </a:defRPr>
            </a:lvl7pPr>
            <a:lvl8pPr lvl="7">
              <a:lnSpc>
                <a:spcPct val="100000"/>
              </a:lnSpc>
              <a:spcBef>
                <a:spcPts val="0"/>
              </a:spcBef>
              <a:spcAft>
                <a:spcPts val="0"/>
              </a:spcAft>
              <a:buClr>
                <a:schemeClr val="lt1"/>
              </a:buClr>
              <a:buSzPts val="900"/>
              <a:buNone/>
              <a:defRPr sz="900">
                <a:solidFill>
                  <a:schemeClr val="lt1"/>
                </a:solidFill>
              </a:defRPr>
            </a:lvl8pPr>
            <a:lvl9pPr lvl="8">
              <a:lnSpc>
                <a:spcPct val="100000"/>
              </a:lnSpc>
              <a:spcBef>
                <a:spcPts val="0"/>
              </a:spcBef>
              <a:spcAft>
                <a:spcPts val="0"/>
              </a:spcAft>
              <a:buClr>
                <a:schemeClr val="lt1"/>
              </a:buClr>
              <a:buSzPts val="900"/>
              <a:buNone/>
              <a:defRPr sz="900">
                <a:solidFill>
                  <a:schemeClr val="lt1"/>
                </a:solidFill>
              </a:defRPr>
            </a:lvl9pPr>
          </a:lstStyle>
          <a:p/>
        </p:txBody>
      </p:sp>
      <p:pic>
        <p:nvPicPr>
          <p:cNvPr id="162" name="Google Shape;162;p29"/>
          <p:cNvPicPr preferRelativeResize="0"/>
          <p:nvPr/>
        </p:nvPicPr>
        <p:blipFill rotWithShape="1">
          <a:blip r:embed="rId3">
            <a:alphaModFix/>
          </a:blip>
          <a:srcRect b="0" l="0" r="0" t="0"/>
          <a:stretch/>
        </p:blipFill>
        <p:spPr>
          <a:xfrm>
            <a:off x="298725" y="4880004"/>
            <a:ext cx="413251" cy="129343"/>
          </a:xfrm>
          <a:prstGeom prst="rect">
            <a:avLst/>
          </a:prstGeom>
          <a:noFill/>
          <a:ln>
            <a:noFill/>
          </a:ln>
        </p:spPr>
      </p:pic>
      <p:sp>
        <p:nvSpPr>
          <p:cNvPr id="163" name="Google Shape;163;p29"/>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164" name="Google Shape;164;p29"/>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sp>
        <p:nvSpPr>
          <p:cNvPr id="165" name="Google Shape;165;p29"/>
          <p:cNvSpPr/>
          <p:nvPr/>
        </p:nvSpPr>
        <p:spPr>
          <a:xfrm>
            <a:off x="297824" y="647150"/>
            <a:ext cx="92400" cy="92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Light">
  <p:cSld name="TITLE_2_1_1">
    <p:bg>
      <p:bgPr>
        <a:solidFill>
          <a:schemeClr val="lt1"/>
        </a:solidFill>
      </p:bgPr>
    </p:bg>
    <p:spTree>
      <p:nvGrpSpPr>
        <p:cNvPr id="166" name="Shape 166"/>
        <p:cNvGrpSpPr/>
        <p:nvPr/>
      </p:nvGrpSpPr>
      <p:grpSpPr>
        <a:xfrm>
          <a:off x="0" y="0"/>
          <a:ext cx="0" cy="0"/>
          <a:chOff x="0" y="0"/>
          <a:chExt cx="0" cy="0"/>
        </a:xfrm>
      </p:grpSpPr>
      <p:sp>
        <p:nvSpPr>
          <p:cNvPr id="167" name="Google Shape;167;p30"/>
          <p:cNvSpPr txBox="1"/>
          <p:nvPr>
            <p:ph type="ctrTitle"/>
          </p:nvPr>
        </p:nvSpPr>
        <p:spPr>
          <a:xfrm>
            <a:off x="288956" y="1629325"/>
            <a:ext cx="7791000" cy="1202100"/>
          </a:xfrm>
          <a:prstGeom prst="rect">
            <a:avLst/>
          </a:prstGeom>
        </p:spPr>
        <p:txBody>
          <a:bodyPr anchorCtr="0" anchor="t" bIns="0" lIns="0" spcFirstLastPara="1" rIns="0" wrap="square" tIns="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68" name="Google Shape;168;p30"/>
          <p:cNvSpPr txBox="1"/>
          <p:nvPr>
            <p:ph idx="1" type="subTitle"/>
          </p:nvPr>
        </p:nvSpPr>
        <p:spPr>
          <a:xfrm>
            <a:off x="298725" y="3063196"/>
            <a:ext cx="7791000" cy="7926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800"/>
              <a:buFont typeface="Space Grotesk"/>
              <a:buNone/>
              <a:defRPr sz="1800">
                <a:latin typeface="Space Grotesk"/>
                <a:ea typeface="Space Grotesk"/>
                <a:cs typeface="Space Grotesk"/>
                <a:sym typeface="Space Grotesk"/>
              </a:defRPr>
            </a:lvl1pPr>
            <a:lvl2pPr lvl="1">
              <a:lnSpc>
                <a:spcPct val="100000"/>
              </a:lnSpc>
              <a:spcBef>
                <a:spcPts val="0"/>
              </a:spcBef>
              <a:spcAft>
                <a:spcPts val="0"/>
              </a:spcAft>
              <a:buSzPts val="1800"/>
              <a:buFont typeface="Space Grotesk Light"/>
              <a:buNone/>
              <a:defRPr sz="1800">
                <a:latin typeface="Space Grotesk Light"/>
                <a:ea typeface="Space Grotesk Light"/>
                <a:cs typeface="Space Grotesk Light"/>
                <a:sym typeface="Space Grotesk Light"/>
              </a:defRPr>
            </a:lvl2pPr>
            <a:lvl3pPr lvl="2">
              <a:lnSpc>
                <a:spcPct val="100000"/>
              </a:lnSpc>
              <a:spcBef>
                <a:spcPts val="0"/>
              </a:spcBef>
              <a:spcAft>
                <a:spcPts val="0"/>
              </a:spcAft>
              <a:buSzPts val="1800"/>
              <a:buFont typeface="Space Grotesk Light"/>
              <a:buNone/>
              <a:defRPr sz="1800">
                <a:latin typeface="Space Grotesk Light"/>
                <a:ea typeface="Space Grotesk Light"/>
                <a:cs typeface="Space Grotesk Light"/>
                <a:sym typeface="Space Grotesk Light"/>
              </a:defRPr>
            </a:lvl3pPr>
            <a:lvl4pPr lvl="3">
              <a:lnSpc>
                <a:spcPct val="100000"/>
              </a:lnSpc>
              <a:spcBef>
                <a:spcPts val="0"/>
              </a:spcBef>
              <a:spcAft>
                <a:spcPts val="0"/>
              </a:spcAft>
              <a:buSzPts val="1800"/>
              <a:buFont typeface="Space Grotesk Light"/>
              <a:buNone/>
              <a:defRPr sz="1800">
                <a:latin typeface="Space Grotesk Light"/>
                <a:ea typeface="Space Grotesk Light"/>
                <a:cs typeface="Space Grotesk Light"/>
                <a:sym typeface="Space Grotesk Light"/>
              </a:defRPr>
            </a:lvl4pPr>
            <a:lvl5pPr lvl="4">
              <a:lnSpc>
                <a:spcPct val="100000"/>
              </a:lnSpc>
              <a:spcBef>
                <a:spcPts val="0"/>
              </a:spcBef>
              <a:spcAft>
                <a:spcPts val="0"/>
              </a:spcAft>
              <a:buSzPts val="1800"/>
              <a:buFont typeface="Space Grotesk Light"/>
              <a:buNone/>
              <a:defRPr sz="1800">
                <a:latin typeface="Space Grotesk Light"/>
                <a:ea typeface="Space Grotesk Light"/>
                <a:cs typeface="Space Grotesk Light"/>
                <a:sym typeface="Space Grotesk Light"/>
              </a:defRPr>
            </a:lvl5pPr>
            <a:lvl6pPr lvl="5">
              <a:lnSpc>
                <a:spcPct val="100000"/>
              </a:lnSpc>
              <a:spcBef>
                <a:spcPts val="0"/>
              </a:spcBef>
              <a:spcAft>
                <a:spcPts val="0"/>
              </a:spcAft>
              <a:buSzPts val="1800"/>
              <a:buFont typeface="Space Grotesk Light"/>
              <a:buNone/>
              <a:defRPr sz="1800">
                <a:latin typeface="Space Grotesk Light"/>
                <a:ea typeface="Space Grotesk Light"/>
                <a:cs typeface="Space Grotesk Light"/>
                <a:sym typeface="Space Grotesk Light"/>
              </a:defRPr>
            </a:lvl6pPr>
            <a:lvl7pPr lvl="6">
              <a:lnSpc>
                <a:spcPct val="100000"/>
              </a:lnSpc>
              <a:spcBef>
                <a:spcPts val="0"/>
              </a:spcBef>
              <a:spcAft>
                <a:spcPts val="0"/>
              </a:spcAft>
              <a:buSzPts val="1800"/>
              <a:buFont typeface="Space Grotesk Light"/>
              <a:buNone/>
              <a:defRPr sz="1800">
                <a:latin typeface="Space Grotesk Light"/>
                <a:ea typeface="Space Grotesk Light"/>
                <a:cs typeface="Space Grotesk Light"/>
                <a:sym typeface="Space Grotesk Light"/>
              </a:defRPr>
            </a:lvl7pPr>
            <a:lvl8pPr lvl="7">
              <a:lnSpc>
                <a:spcPct val="100000"/>
              </a:lnSpc>
              <a:spcBef>
                <a:spcPts val="0"/>
              </a:spcBef>
              <a:spcAft>
                <a:spcPts val="0"/>
              </a:spcAft>
              <a:buSzPts val="1800"/>
              <a:buFont typeface="Space Grotesk Light"/>
              <a:buNone/>
              <a:defRPr sz="1800">
                <a:latin typeface="Space Grotesk Light"/>
                <a:ea typeface="Space Grotesk Light"/>
                <a:cs typeface="Space Grotesk Light"/>
                <a:sym typeface="Space Grotesk Light"/>
              </a:defRPr>
            </a:lvl8pPr>
            <a:lvl9pPr lvl="8">
              <a:lnSpc>
                <a:spcPct val="100000"/>
              </a:lnSpc>
              <a:spcBef>
                <a:spcPts val="0"/>
              </a:spcBef>
              <a:spcAft>
                <a:spcPts val="0"/>
              </a:spcAft>
              <a:buSzPts val="1800"/>
              <a:buFont typeface="Space Grotesk Light"/>
              <a:buNone/>
              <a:defRPr sz="1800">
                <a:latin typeface="Space Grotesk Light"/>
                <a:ea typeface="Space Grotesk Light"/>
                <a:cs typeface="Space Grotesk Light"/>
                <a:sym typeface="Space Grotesk Light"/>
              </a:defRPr>
            </a:lvl9pPr>
          </a:lstStyle>
          <a:p/>
        </p:txBody>
      </p:sp>
      <p:sp>
        <p:nvSpPr>
          <p:cNvPr id="169" name="Google Shape;169;p30"/>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rgbClr val="B9C2C6"/>
                </a:solidFill>
                <a:latin typeface="Space Grotesk"/>
                <a:ea typeface="Space Grotesk"/>
                <a:cs typeface="Space Grotesk"/>
                <a:sym typeface="Space Grotesk"/>
              </a:rPr>
              <a:t>ⓒ </a:t>
            </a:r>
            <a:r>
              <a:rPr i="0" lang="en" sz="500" u="none" cap="none" strike="noStrike">
                <a:solidFill>
                  <a:srgbClr val="B9C2C6"/>
                </a:solidFill>
                <a:latin typeface="Space Grotesk"/>
                <a:ea typeface="Space Grotesk"/>
                <a:cs typeface="Space Grotesk"/>
                <a:sym typeface="Space Grotesk"/>
              </a:rPr>
              <a:t>202</a:t>
            </a:r>
            <a:r>
              <a:rPr lang="en" sz="500">
                <a:solidFill>
                  <a:srgbClr val="B9C2C6"/>
                </a:solidFill>
                <a:latin typeface="Space Grotesk"/>
                <a:ea typeface="Space Grotesk"/>
                <a:cs typeface="Space Grotesk"/>
                <a:sym typeface="Space Grotesk"/>
              </a:rPr>
              <a:t>4</a:t>
            </a:r>
            <a:r>
              <a:rPr i="0" lang="en" sz="500" u="none" cap="none" strike="noStrike">
                <a:solidFill>
                  <a:srgbClr val="B9C2C6"/>
                </a:solidFill>
                <a:latin typeface="Space Grotesk"/>
                <a:ea typeface="Space Grotesk"/>
                <a:cs typeface="Space Grotesk"/>
                <a:sym typeface="Space Grotesk"/>
              </a:rPr>
              <a:t> </a:t>
            </a:r>
            <a:r>
              <a:rPr lang="en" sz="500">
                <a:solidFill>
                  <a:srgbClr val="B9C2C6"/>
                </a:solidFill>
                <a:latin typeface="Space Grotesk"/>
                <a:ea typeface="Space Grotesk"/>
                <a:cs typeface="Space Grotesk"/>
                <a:sym typeface="Space Grotesk"/>
              </a:rPr>
              <a:t>Redis Ltd.</a:t>
            </a:r>
            <a:r>
              <a:rPr i="0" lang="en" sz="500" u="none" cap="none" strike="noStrike">
                <a:solidFill>
                  <a:srgbClr val="B9C2C6"/>
                </a:solidFill>
                <a:latin typeface="Space Grotesk"/>
                <a:ea typeface="Space Grotesk"/>
                <a:cs typeface="Space Grotesk"/>
                <a:sym typeface="Space Grotesk"/>
              </a:rPr>
              <a:t> All rights reserved.</a:t>
            </a:r>
            <a:endParaRPr i="0" sz="1300" u="none" cap="none" strike="noStrike">
              <a:solidFill>
                <a:srgbClr val="B9C2C6"/>
              </a:solidFill>
              <a:latin typeface="Space Grotesk"/>
              <a:ea typeface="Space Grotesk"/>
              <a:cs typeface="Space Grotesk"/>
              <a:sym typeface="Space Grotesk"/>
            </a:endParaRPr>
          </a:p>
        </p:txBody>
      </p:sp>
      <p:sp>
        <p:nvSpPr>
          <p:cNvPr id="170" name="Google Shape;170;p30"/>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pic>
        <p:nvPicPr>
          <p:cNvPr id="171" name="Google Shape;171;p30"/>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Light" type="tx">
  <p:cSld name="TITLE_AND_BODY">
    <p:spTree>
      <p:nvGrpSpPr>
        <p:cNvPr id="172" name="Shape 172"/>
        <p:cNvGrpSpPr/>
        <p:nvPr/>
      </p:nvGrpSpPr>
      <p:grpSpPr>
        <a:xfrm>
          <a:off x="0" y="0"/>
          <a:ext cx="0" cy="0"/>
          <a:chOff x="0" y="0"/>
          <a:chExt cx="0" cy="0"/>
        </a:xfrm>
      </p:grpSpPr>
      <p:sp>
        <p:nvSpPr>
          <p:cNvPr id="173" name="Google Shape;173;p31"/>
          <p:cNvSpPr txBox="1"/>
          <p:nvPr>
            <p:ph type="title"/>
          </p:nvPr>
        </p:nvSpPr>
        <p:spPr>
          <a:xfrm>
            <a:off x="298725" y="445025"/>
            <a:ext cx="8349900" cy="4053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174" name="Google Shape;174;p31"/>
          <p:cNvSpPr txBox="1"/>
          <p:nvPr>
            <p:ph idx="1" type="body"/>
          </p:nvPr>
        </p:nvSpPr>
        <p:spPr>
          <a:xfrm>
            <a:off x="298725" y="1482775"/>
            <a:ext cx="8349900" cy="31623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Font typeface="Space Grotesk"/>
              <a:buChar char="●"/>
              <a:defRPr>
                <a:latin typeface="Space Grotesk"/>
                <a:ea typeface="Space Grotesk"/>
                <a:cs typeface="Space Grotesk"/>
                <a:sym typeface="Space Grotesk"/>
              </a:defRPr>
            </a:lvl1pPr>
            <a:lvl2pPr indent="-304800" lvl="1" marL="914400">
              <a:spcBef>
                <a:spcPts val="0"/>
              </a:spcBef>
              <a:spcAft>
                <a:spcPts val="0"/>
              </a:spcAft>
              <a:buSzPts val="1200"/>
              <a:buFont typeface="Space Grotesk"/>
              <a:buChar char="○"/>
              <a:defRPr>
                <a:latin typeface="Space Grotesk"/>
                <a:ea typeface="Space Grotesk"/>
                <a:cs typeface="Space Grotesk"/>
                <a:sym typeface="Space Grotesk"/>
              </a:defRPr>
            </a:lvl2pPr>
            <a:lvl3pPr indent="-304800" lvl="2" marL="1371600">
              <a:spcBef>
                <a:spcPts val="0"/>
              </a:spcBef>
              <a:spcAft>
                <a:spcPts val="0"/>
              </a:spcAft>
              <a:buSzPts val="1200"/>
              <a:buFont typeface="Space Grotesk"/>
              <a:buChar char="■"/>
              <a:defRPr>
                <a:latin typeface="Space Grotesk"/>
                <a:ea typeface="Space Grotesk"/>
                <a:cs typeface="Space Grotesk"/>
                <a:sym typeface="Space Grotesk"/>
              </a:defRPr>
            </a:lvl3pPr>
            <a:lvl4pPr indent="-304800" lvl="3" marL="1828800">
              <a:spcBef>
                <a:spcPts val="0"/>
              </a:spcBef>
              <a:spcAft>
                <a:spcPts val="0"/>
              </a:spcAft>
              <a:buSzPts val="1200"/>
              <a:buFont typeface="Space Grotesk"/>
              <a:buChar char="●"/>
              <a:defRPr>
                <a:latin typeface="Space Grotesk"/>
                <a:ea typeface="Space Grotesk"/>
                <a:cs typeface="Space Grotesk"/>
                <a:sym typeface="Space Grotesk"/>
              </a:defRPr>
            </a:lvl4pPr>
            <a:lvl5pPr indent="-304800" lvl="4" marL="2286000">
              <a:spcBef>
                <a:spcPts val="0"/>
              </a:spcBef>
              <a:spcAft>
                <a:spcPts val="0"/>
              </a:spcAft>
              <a:buSzPts val="1200"/>
              <a:buFont typeface="Space Grotesk"/>
              <a:buChar char="○"/>
              <a:defRPr>
                <a:latin typeface="Space Grotesk"/>
                <a:ea typeface="Space Grotesk"/>
                <a:cs typeface="Space Grotesk"/>
                <a:sym typeface="Space Grotesk"/>
              </a:defRPr>
            </a:lvl5pPr>
            <a:lvl6pPr indent="-304800" lvl="5" marL="2743200">
              <a:spcBef>
                <a:spcPts val="0"/>
              </a:spcBef>
              <a:spcAft>
                <a:spcPts val="0"/>
              </a:spcAft>
              <a:buSzPts val="1200"/>
              <a:buFont typeface="Space Grotesk"/>
              <a:buChar char="■"/>
              <a:defRPr>
                <a:latin typeface="Space Grotesk"/>
                <a:ea typeface="Space Grotesk"/>
                <a:cs typeface="Space Grotesk"/>
                <a:sym typeface="Space Grotesk"/>
              </a:defRPr>
            </a:lvl6pPr>
            <a:lvl7pPr indent="-304800" lvl="6" marL="3200400">
              <a:spcBef>
                <a:spcPts val="0"/>
              </a:spcBef>
              <a:spcAft>
                <a:spcPts val="0"/>
              </a:spcAft>
              <a:buSzPts val="1200"/>
              <a:buFont typeface="Space Grotesk"/>
              <a:buChar char="●"/>
              <a:defRPr>
                <a:latin typeface="Space Grotesk"/>
                <a:ea typeface="Space Grotesk"/>
                <a:cs typeface="Space Grotesk"/>
                <a:sym typeface="Space Grotesk"/>
              </a:defRPr>
            </a:lvl7pPr>
            <a:lvl8pPr indent="-304800" lvl="7" marL="3657600">
              <a:spcBef>
                <a:spcPts val="0"/>
              </a:spcBef>
              <a:spcAft>
                <a:spcPts val="0"/>
              </a:spcAft>
              <a:buSzPts val="1200"/>
              <a:buFont typeface="Space Grotesk"/>
              <a:buChar char="○"/>
              <a:defRPr>
                <a:latin typeface="Space Grotesk"/>
                <a:ea typeface="Space Grotesk"/>
                <a:cs typeface="Space Grotesk"/>
                <a:sym typeface="Space Grotesk"/>
              </a:defRPr>
            </a:lvl8pPr>
            <a:lvl9pPr indent="-304800" lvl="8" marL="4114800">
              <a:spcBef>
                <a:spcPts val="0"/>
              </a:spcBef>
              <a:spcAft>
                <a:spcPts val="0"/>
              </a:spcAft>
              <a:buSzPts val="1200"/>
              <a:buFont typeface="Space Grotesk"/>
              <a:buChar char="■"/>
              <a:defRPr>
                <a:latin typeface="Space Grotesk"/>
                <a:ea typeface="Space Grotesk"/>
                <a:cs typeface="Space Grotesk"/>
                <a:sym typeface="Space Grotesk"/>
              </a:defRPr>
            </a:lvl9pPr>
          </a:lstStyle>
          <a:p/>
        </p:txBody>
      </p:sp>
      <p:sp>
        <p:nvSpPr>
          <p:cNvPr id="175" name="Google Shape;175;p31"/>
          <p:cNvSpPr txBox="1"/>
          <p:nvPr>
            <p:ph idx="2" type="title"/>
          </p:nvPr>
        </p:nvSpPr>
        <p:spPr>
          <a:xfrm>
            <a:off x="298725" y="898175"/>
            <a:ext cx="8349900" cy="209700"/>
          </a:xfrm>
          <a:prstGeom prst="rect">
            <a:avLst/>
          </a:prstGeom>
        </p:spPr>
        <p:txBody>
          <a:bodyPr anchorCtr="0" anchor="ctr" bIns="0" lIns="0" spcFirstLastPara="1" rIns="0" wrap="square" tIns="0">
            <a:noAutofit/>
          </a:bodyPr>
          <a:lstStyle>
            <a:lvl1pPr lvl="0">
              <a:spcBef>
                <a:spcPts val="0"/>
              </a:spcBef>
              <a:spcAft>
                <a:spcPts val="0"/>
              </a:spcAft>
              <a:buSzPts val="1400"/>
              <a:buFont typeface="Space Grotesk"/>
              <a:buNone/>
              <a:defRPr sz="1400">
                <a:latin typeface="Space Grotesk"/>
                <a:ea typeface="Space Grotesk"/>
                <a:cs typeface="Space Grotesk"/>
                <a:sym typeface="Space Grotesk"/>
              </a:defRPr>
            </a:lvl1pPr>
            <a:lvl2pPr lvl="1">
              <a:spcBef>
                <a:spcPts val="0"/>
              </a:spcBef>
              <a:spcAft>
                <a:spcPts val="0"/>
              </a:spcAft>
              <a:buSzPts val="1400"/>
              <a:buFont typeface="Space Grotesk"/>
              <a:buNone/>
              <a:defRPr sz="1400">
                <a:latin typeface="Space Grotesk"/>
                <a:ea typeface="Space Grotesk"/>
                <a:cs typeface="Space Grotesk"/>
                <a:sym typeface="Space Grotesk"/>
              </a:defRPr>
            </a:lvl2pPr>
            <a:lvl3pPr lvl="2">
              <a:spcBef>
                <a:spcPts val="0"/>
              </a:spcBef>
              <a:spcAft>
                <a:spcPts val="0"/>
              </a:spcAft>
              <a:buSzPts val="1400"/>
              <a:buFont typeface="Space Grotesk"/>
              <a:buNone/>
              <a:defRPr sz="1400">
                <a:latin typeface="Space Grotesk"/>
                <a:ea typeface="Space Grotesk"/>
                <a:cs typeface="Space Grotesk"/>
                <a:sym typeface="Space Grotesk"/>
              </a:defRPr>
            </a:lvl3pPr>
            <a:lvl4pPr lvl="3">
              <a:spcBef>
                <a:spcPts val="0"/>
              </a:spcBef>
              <a:spcAft>
                <a:spcPts val="0"/>
              </a:spcAft>
              <a:buSzPts val="1400"/>
              <a:buFont typeface="Space Grotesk"/>
              <a:buNone/>
              <a:defRPr sz="1400">
                <a:latin typeface="Space Grotesk"/>
                <a:ea typeface="Space Grotesk"/>
                <a:cs typeface="Space Grotesk"/>
                <a:sym typeface="Space Grotesk"/>
              </a:defRPr>
            </a:lvl4pPr>
            <a:lvl5pPr lvl="4">
              <a:spcBef>
                <a:spcPts val="0"/>
              </a:spcBef>
              <a:spcAft>
                <a:spcPts val="0"/>
              </a:spcAft>
              <a:buSzPts val="1400"/>
              <a:buFont typeface="Space Grotesk"/>
              <a:buNone/>
              <a:defRPr sz="1400">
                <a:latin typeface="Space Grotesk"/>
                <a:ea typeface="Space Grotesk"/>
                <a:cs typeface="Space Grotesk"/>
                <a:sym typeface="Space Grotesk"/>
              </a:defRPr>
            </a:lvl5pPr>
            <a:lvl6pPr lvl="5">
              <a:spcBef>
                <a:spcPts val="0"/>
              </a:spcBef>
              <a:spcAft>
                <a:spcPts val="0"/>
              </a:spcAft>
              <a:buSzPts val="1400"/>
              <a:buFont typeface="Space Grotesk"/>
              <a:buNone/>
              <a:defRPr sz="1400">
                <a:latin typeface="Space Grotesk"/>
                <a:ea typeface="Space Grotesk"/>
                <a:cs typeface="Space Grotesk"/>
                <a:sym typeface="Space Grotesk"/>
              </a:defRPr>
            </a:lvl6pPr>
            <a:lvl7pPr lvl="6">
              <a:spcBef>
                <a:spcPts val="0"/>
              </a:spcBef>
              <a:spcAft>
                <a:spcPts val="0"/>
              </a:spcAft>
              <a:buSzPts val="1400"/>
              <a:buFont typeface="Space Grotesk"/>
              <a:buNone/>
              <a:defRPr sz="1400">
                <a:latin typeface="Space Grotesk"/>
                <a:ea typeface="Space Grotesk"/>
                <a:cs typeface="Space Grotesk"/>
                <a:sym typeface="Space Grotesk"/>
              </a:defRPr>
            </a:lvl7pPr>
            <a:lvl8pPr lvl="7">
              <a:spcBef>
                <a:spcPts val="0"/>
              </a:spcBef>
              <a:spcAft>
                <a:spcPts val="0"/>
              </a:spcAft>
              <a:buSzPts val="1400"/>
              <a:buFont typeface="Space Grotesk"/>
              <a:buNone/>
              <a:defRPr sz="1400">
                <a:latin typeface="Space Grotesk"/>
                <a:ea typeface="Space Grotesk"/>
                <a:cs typeface="Space Grotesk"/>
                <a:sym typeface="Space Grotesk"/>
              </a:defRPr>
            </a:lvl8pPr>
            <a:lvl9pPr lvl="8">
              <a:spcBef>
                <a:spcPts val="0"/>
              </a:spcBef>
              <a:spcAft>
                <a:spcPts val="0"/>
              </a:spcAft>
              <a:buSzPts val="1400"/>
              <a:buFont typeface="Space Grotesk"/>
              <a:buNone/>
              <a:defRPr sz="1400">
                <a:latin typeface="Space Grotesk"/>
                <a:ea typeface="Space Grotesk"/>
                <a:cs typeface="Space Grotesk"/>
                <a:sym typeface="Space Grotesk"/>
              </a:defRPr>
            </a:lvl9pPr>
          </a:lstStyle>
          <a:p/>
        </p:txBody>
      </p:sp>
      <p:sp>
        <p:nvSpPr>
          <p:cNvPr id="176" name="Google Shape;176;p31"/>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rgbClr val="B9C2C6"/>
                </a:solidFill>
                <a:latin typeface="Space Grotesk"/>
                <a:ea typeface="Space Grotesk"/>
                <a:cs typeface="Space Grotesk"/>
                <a:sym typeface="Space Grotesk"/>
              </a:rPr>
              <a:t>ⓒ </a:t>
            </a:r>
            <a:r>
              <a:rPr i="0" lang="en" sz="500" u="none" cap="none" strike="noStrike">
                <a:solidFill>
                  <a:srgbClr val="B9C2C6"/>
                </a:solidFill>
                <a:latin typeface="Space Grotesk"/>
                <a:ea typeface="Space Grotesk"/>
                <a:cs typeface="Space Grotesk"/>
                <a:sym typeface="Space Grotesk"/>
              </a:rPr>
              <a:t>202</a:t>
            </a:r>
            <a:r>
              <a:rPr lang="en" sz="500">
                <a:solidFill>
                  <a:srgbClr val="B9C2C6"/>
                </a:solidFill>
                <a:latin typeface="Space Grotesk"/>
                <a:ea typeface="Space Grotesk"/>
                <a:cs typeface="Space Grotesk"/>
                <a:sym typeface="Space Grotesk"/>
              </a:rPr>
              <a:t>4</a:t>
            </a:r>
            <a:r>
              <a:rPr i="0" lang="en" sz="500" u="none" cap="none" strike="noStrike">
                <a:solidFill>
                  <a:srgbClr val="B9C2C6"/>
                </a:solidFill>
                <a:latin typeface="Space Grotesk"/>
                <a:ea typeface="Space Grotesk"/>
                <a:cs typeface="Space Grotesk"/>
                <a:sym typeface="Space Grotesk"/>
              </a:rPr>
              <a:t> </a:t>
            </a:r>
            <a:r>
              <a:rPr lang="en" sz="500">
                <a:solidFill>
                  <a:srgbClr val="B9C2C6"/>
                </a:solidFill>
                <a:latin typeface="Space Grotesk"/>
                <a:ea typeface="Space Grotesk"/>
                <a:cs typeface="Space Grotesk"/>
                <a:sym typeface="Space Grotesk"/>
              </a:rPr>
              <a:t>Redis Ltd.</a:t>
            </a:r>
            <a:r>
              <a:rPr i="0" lang="en" sz="500" u="none" cap="none" strike="noStrike">
                <a:solidFill>
                  <a:srgbClr val="B9C2C6"/>
                </a:solidFill>
                <a:latin typeface="Space Grotesk"/>
                <a:ea typeface="Space Grotesk"/>
                <a:cs typeface="Space Grotesk"/>
                <a:sym typeface="Space Grotesk"/>
              </a:rPr>
              <a:t> All rights reserved.</a:t>
            </a:r>
            <a:endParaRPr i="0" sz="1300" u="none" cap="none" strike="noStrike">
              <a:solidFill>
                <a:srgbClr val="B9C2C6"/>
              </a:solidFill>
              <a:latin typeface="Space Grotesk"/>
              <a:ea typeface="Space Grotesk"/>
              <a:cs typeface="Space Grotesk"/>
              <a:sym typeface="Space Grotesk"/>
            </a:endParaRPr>
          </a:p>
        </p:txBody>
      </p:sp>
      <p:sp>
        <p:nvSpPr>
          <p:cNvPr id="177" name="Google Shape;177;p31"/>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pic>
        <p:nvPicPr>
          <p:cNvPr id="178" name="Google Shape;178;p31"/>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Centered Diagram - White">
  <p:cSld name="TITLE_AND_BODY_2">
    <p:spTree>
      <p:nvGrpSpPr>
        <p:cNvPr id="179" name="Shape 179"/>
        <p:cNvGrpSpPr/>
        <p:nvPr/>
      </p:nvGrpSpPr>
      <p:grpSpPr>
        <a:xfrm>
          <a:off x="0" y="0"/>
          <a:ext cx="0" cy="0"/>
          <a:chOff x="0" y="0"/>
          <a:chExt cx="0" cy="0"/>
        </a:xfrm>
      </p:grpSpPr>
      <p:sp>
        <p:nvSpPr>
          <p:cNvPr id="180" name="Google Shape;180;p32"/>
          <p:cNvSpPr txBox="1"/>
          <p:nvPr>
            <p:ph type="title"/>
          </p:nvPr>
        </p:nvSpPr>
        <p:spPr>
          <a:xfrm>
            <a:off x="298725" y="445025"/>
            <a:ext cx="8349900" cy="405300"/>
          </a:xfrm>
          <a:prstGeom prst="rect">
            <a:avLst/>
          </a:prstGeom>
        </p:spPr>
        <p:txBody>
          <a:bodyPr anchorCtr="0" anchor="t" bIns="0" lIns="0" spcFirstLastPara="1" rIns="0" wrap="square" tIns="0">
            <a:noAutofit/>
          </a:bodyPr>
          <a:lstStyle>
            <a:lvl1pPr lvl="0" algn="ctr">
              <a:spcBef>
                <a:spcPts val="0"/>
              </a:spcBef>
              <a:spcAft>
                <a:spcPts val="0"/>
              </a:spcAft>
              <a:buSzPts val="2400"/>
              <a:buNone/>
              <a:defRPr/>
            </a:lvl1pPr>
            <a:lvl2pPr lvl="1" algn="ctr">
              <a:spcBef>
                <a:spcPts val="0"/>
              </a:spcBef>
              <a:spcAft>
                <a:spcPts val="0"/>
              </a:spcAft>
              <a:buSzPts val="2400"/>
              <a:buNone/>
              <a:defRPr/>
            </a:lvl2pPr>
            <a:lvl3pPr lvl="2" algn="ctr">
              <a:spcBef>
                <a:spcPts val="0"/>
              </a:spcBef>
              <a:spcAft>
                <a:spcPts val="0"/>
              </a:spcAft>
              <a:buSzPts val="2400"/>
              <a:buNone/>
              <a:defRPr/>
            </a:lvl3pPr>
            <a:lvl4pPr lvl="3" algn="ctr">
              <a:spcBef>
                <a:spcPts val="0"/>
              </a:spcBef>
              <a:spcAft>
                <a:spcPts val="0"/>
              </a:spcAft>
              <a:buSzPts val="2400"/>
              <a:buNone/>
              <a:defRPr/>
            </a:lvl4pPr>
            <a:lvl5pPr lvl="4" algn="ctr">
              <a:spcBef>
                <a:spcPts val="0"/>
              </a:spcBef>
              <a:spcAft>
                <a:spcPts val="0"/>
              </a:spcAft>
              <a:buSzPts val="2400"/>
              <a:buNone/>
              <a:defRPr/>
            </a:lvl5pPr>
            <a:lvl6pPr lvl="5" algn="ctr">
              <a:spcBef>
                <a:spcPts val="0"/>
              </a:spcBef>
              <a:spcAft>
                <a:spcPts val="0"/>
              </a:spcAft>
              <a:buSzPts val="2400"/>
              <a:buNone/>
              <a:defRPr/>
            </a:lvl6pPr>
            <a:lvl7pPr lvl="6" algn="ctr">
              <a:spcBef>
                <a:spcPts val="0"/>
              </a:spcBef>
              <a:spcAft>
                <a:spcPts val="0"/>
              </a:spcAft>
              <a:buSzPts val="2400"/>
              <a:buNone/>
              <a:defRPr/>
            </a:lvl7pPr>
            <a:lvl8pPr lvl="7" algn="ctr">
              <a:spcBef>
                <a:spcPts val="0"/>
              </a:spcBef>
              <a:spcAft>
                <a:spcPts val="0"/>
              </a:spcAft>
              <a:buSzPts val="2400"/>
              <a:buNone/>
              <a:defRPr/>
            </a:lvl8pPr>
            <a:lvl9pPr lvl="8" algn="ctr">
              <a:spcBef>
                <a:spcPts val="0"/>
              </a:spcBef>
              <a:spcAft>
                <a:spcPts val="0"/>
              </a:spcAft>
              <a:buSzPts val="2400"/>
              <a:buNone/>
              <a:defRPr/>
            </a:lvl9pPr>
          </a:lstStyle>
          <a:p/>
        </p:txBody>
      </p:sp>
      <p:sp>
        <p:nvSpPr>
          <p:cNvPr id="181" name="Google Shape;181;p32"/>
          <p:cNvSpPr txBox="1"/>
          <p:nvPr>
            <p:ph idx="2" type="title"/>
          </p:nvPr>
        </p:nvSpPr>
        <p:spPr>
          <a:xfrm>
            <a:off x="298725" y="898175"/>
            <a:ext cx="8349900" cy="209700"/>
          </a:xfrm>
          <a:prstGeom prst="rect">
            <a:avLst/>
          </a:prstGeom>
        </p:spPr>
        <p:txBody>
          <a:bodyPr anchorCtr="0" anchor="ctr" bIns="0" lIns="0" spcFirstLastPara="1" rIns="0" wrap="square" tIns="0">
            <a:noAutofit/>
          </a:bodyPr>
          <a:lstStyle>
            <a:lvl1pPr lvl="0" algn="ctr">
              <a:spcBef>
                <a:spcPts val="0"/>
              </a:spcBef>
              <a:spcAft>
                <a:spcPts val="0"/>
              </a:spcAft>
              <a:buSzPts val="1400"/>
              <a:buFont typeface="Space Grotesk"/>
              <a:buNone/>
              <a:defRPr sz="1400">
                <a:latin typeface="Space Grotesk"/>
                <a:ea typeface="Space Grotesk"/>
                <a:cs typeface="Space Grotesk"/>
                <a:sym typeface="Space Grotesk"/>
              </a:defRPr>
            </a:lvl1pPr>
            <a:lvl2pPr lvl="1" algn="ctr">
              <a:spcBef>
                <a:spcPts val="0"/>
              </a:spcBef>
              <a:spcAft>
                <a:spcPts val="0"/>
              </a:spcAft>
              <a:buSzPts val="1400"/>
              <a:buFont typeface="Space Grotesk"/>
              <a:buNone/>
              <a:defRPr sz="1400">
                <a:latin typeface="Space Grotesk"/>
                <a:ea typeface="Space Grotesk"/>
                <a:cs typeface="Space Grotesk"/>
                <a:sym typeface="Space Grotesk"/>
              </a:defRPr>
            </a:lvl2pPr>
            <a:lvl3pPr lvl="2" algn="ctr">
              <a:spcBef>
                <a:spcPts val="0"/>
              </a:spcBef>
              <a:spcAft>
                <a:spcPts val="0"/>
              </a:spcAft>
              <a:buSzPts val="1400"/>
              <a:buFont typeface="Space Grotesk"/>
              <a:buNone/>
              <a:defRPr sz="1400">
                <a:latin typeface="Space Grotesk"/>
                <a:ea typeface="Space Grotesk"/>
                <a:cs typeface="Space Grotesk"/>
                <a:sym typeface="Space Grotesk"/>
              </a:defRPr>
            </a:lvl3pPr>
            <a:lvl4pPr lvl="3" algn="ctr">
              <a:spcBef>
                <a:spcPts val="0"/>
              </a:spcBef>
              <a:spcAft>
                <a:spcPts val="0"/>
              </a:spcAft>
              <a:buSzPts val="1400"/>
              <a:buFont typeface="Space Grotesk"/>
              <a:buNone/>
              <a:defRPr sz="1400">
                <a:latin typeface="Space Grotesk"/>
                <a:ea typeface="Space Grotesk"/>
                <a:cs typeface="Space Grotesk"/>
                <a:sym typeface="Space Grotesk"/>
              </a:defRPr>
            </a:lvl4pPr>
            <a:lvl5pPr lvl="4" algn="ctr">
              <a:spcBef>
                <a:spcPts val="0"/>
              </a:spcBef>
              <a:spcAft>
                <a:spcPts val="0"/>
              </a:spcAft>
              <a:buSzPts val="1400"/>
              <a:buFont typeface="Space Grotesk"/>
              <a:buNone/>
              <a:defRPr sz="1400">
                <a:latin typeface="Space Grotesk"/>
                <a:ea typeface="Space Grotesk"/>
                <a:cs typeface="Space Grotesk"/>
                <a:sym typeface="Space Grotesk"/>
              </a:defRPr>
            </a:lvl5pPr>
            <a:lvl6pPr lvl="5" algn="ctr">
              <a:spcBef>
                <a:spcPts val="0"/>
              </a:spcBef>
              <a:spcAft>
                <a:spcPts val="0"/>
              </a:spcAft>
              <a:buSzPts val="1400"/>
              <a:buFont typeface="Space Grotesk"/>
              <a:buNone/>
              <a:defRPr sz="1400">
                <a:latin typeface="Space Grotesk"/>
                <a:ea typeface="Space Grotesk"/>
                <a:cs typeface="Space Grotesk"/>
                <a:sym typeface="Space Grotesk"/>
              </a:defRPr>
            </a:lvl6pPr>
            <a:lvl7pPr lvl="6" algn="ctr">
              <a:spcBef>
                <a:spcPts val="0"/>
              </a:spcBef>
              <a:spcAft>
                <a:spcPts val="0"/>
              </a:spcAft>
              <a:buSzPts val="1400"/>
              <a:buFont typeface="Space Grotesk"/>
              <a:buNone/>
              <a:defRPr sz="1400">
                <a:latin typeface="Space Grotesk"/>
                <a:ea typeface="Space Grotesk"/>
                <a:cs typeface="Space Grotesk"/>
                <a:sym typeface="Space Grotesk"/>
              </a:defRPr>
            </a:lvl7pPr>
            <a:lvl8pPr lvl="7" algn="ctr">
              <a:spcBef>
                <a:spcPts val="0"/>
              </a:spcBef>
              <a:spcAft>
                <a:spcPts val="0"/>
              </a:spcAft>
              <a:buSzPts val="1400"/>
              <a:buFont typeface="Space Grotesk"/>
              <a:buNone/>
              <a:defRPr sz="1400">
                <a:latin typeface="Space Grotesk"/>
                <a:ea typeface="Space Grotesk"/>
                <a:cs typeface="Space Grotesk"/>
                <a:sym typeface="Space Grotesk"/>
              </a:defRPr>
            </a:lvl8pPr>
            <a:lvl9pPr lvl="8" algn="ctr">
              <a:spcBef>
                <a:spcPts val="0"/>
              </a:spcBef>
              <a:spcAft>
                <a:spcPts val="0"/>
              </a:spcAft>
              <a:buSzPts val="1400"/>
              <a:buFont typeface="Space Grotesk"/>
              <a:buNone/>
              <a:defRPr sz="1400">
                <a:latin typeface="Space Grotesk"/>
                <a:ea typeface="Space Grotesk"/>
                <a:cs typeface="Space Grotesk"/>
                <a:sym typeface="Space Grotesk"/>
              </a:defRPr>
            </a:lvl9pPr>
          </a:lstStyle>
          <a:p/>
        </p:txBody>
      </p:sp>
      <p:sp>
        <p:nvSpPr>
          <p:cNvPr id="182" name="Google Shape;182;p32"/>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rgbClr val="B9C2C6"/>
                </a:solidFill>
                <a:latin typeface="Space Grotesk"/>
                <a:ea typeface="Space Grotesk"/>
                <a:cs typeface="Space Grotesk"/>
                <a:sym typeface="Space Grotesk"/>
              </a:rPr>
              <a:t>ⓒ </a:t>
            </a:r>
            <a:r>
              <a:rPr i="0" lang="en" sz="500" u="none" cap="none" strike="noStrike">
                <a:solidFill>
                  <a:srgbClr val="B9C2C6"/>
                </a:solidFill>
                <a:latin typeface="Space Grotesk"/>
                <a:ea typeface="Space Grotesk"/>
                <a:cs typeface="Space Grotesk"/>
                <a:sym typeface="Space Grotesk"/>
              </a:rPr>
              <a:t>202</a:t>
            </a:r>
            <a:r>
              <a:rPr lang="en" sz="500">
                <a:solidFill>
                  <a:srgbClr val="B9C2C6"/>
                </a:solidFill>
                <a:latin typeface="Space Grotesk"/>
                <a:ea typeface="Space Grotesk"/>
                <a:cs typeface="Space Grotesk"/>
                <a:sym typeface="Space Grotesk"/>
              </a:rPr>
              <a:t>4</a:t>
            </a:r>
            <a:r>
              <a:rPr i="0" lang="en" sz="500" u="none" cap="none" strike="noStrike">
                <a:solidFill>
                  <a:srgbClr val="B9C2C6"/>
                </a:solidFill>
                <a:latin typeface="Space Grotesk"/>
                <a:ea typeface="Space Grotesk"/>
                <a:cs typeface="Space Grotesk"/>
                <a:sym typeface="Space Grotesk"/>
              </a:rPr>
              <a:t> </a:t>
            </a:r>
            <a:r>
              <a:rPr lang="en" sz="500">
                <a:solidFill>
                  <a:srgbClr val="B9C2C6"/>
                </a:solidFill>
                <a:latin typeface="Space Grotesk"/>
                <a:ea typeface="Space Grotesk"/>
                <a:cs typeface="Space Grotesk"/>
                <a:sym typeface="Space Grotesk"/>
              </a:rPr>
              <a:t>Redis Ltd.</a:t>
            </a:r>
            <a:r>
              <a:rPr i="0" lang="en" sz="500" u="none" cap="none" strike="noStrike">
                <a:solidFill>
                  <a:srgbClr val="B9C2C6"/>
                </a:solidFill>
                <a:latin typeface="Space Grotesk"/>
                <a:ea typeface="Space Grotesk"/>
                <a:cs typeface="Space Grotesk"/>
                <a:sym typeface="Space Grotesk"/>
              </a:rPr>
              <a:t> All rights reserved.</a:t>
            </a:r>
            <a:endParaRPr i="0" sz="1300" u="none" cap="none" strike="noStrike">
              <a:solidFill>
                <a:srgbClr val="B9C2C6"/>
              </a:solidFill>
              <a:latin typeface="Space Grotesk"/>
              <a:ea typeface="Space Grotesk"/>
              <a:cs typeface="Space Grotesk"/>
              <a:sym typeface="Space Grotesk"/>
            </a:endParaRPr>
          </a:p>
        </p:txBody>
      </p:sp>
      <p:sp>
        <p:nvSpPr>
          <p:cNvPr id="183" name="Google Shape;183;p32"/>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pic>
        <p:nvPicPr>
          <p:cNvPr id="184" name="Google Shape;184;p32"/>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185" name="Google Shape;185;p32"/>
          <p:cNvSpPr/>
          <p:nvPr>
            <p:ph idx="3" type="pic"/>
          </p:nvPr>
        </p:nvSpPr>
        <p:spPr>
          <a:xfrm>
            <a:off x="984600" y="1333825"/>
            <a:ext cx="7174800" cy="3251700"/>
          </a:xfrm>
          <a:prstGeom prst="rect">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Centered Diagram - Dark">
  <p:cSld name="TITLE_AND_BODY_2_1">
    <p:bg>
      <p:bgPr>
        <a:solidFill>
          <a:schemeClr val="dk2"/>
        </a:solidFill>
      </p:bgPr>
    </p:bg>
    <p:spTree>
      <p:nvGrpSpPr>
        <p:cNvPr id="186" name="Shape 186"/>
        <p:cNvGrpSpPr/>
        <p:nvPr/>
      </p:nvGrpSpPr>
      <p:grpSpPr>
        <a:xfrm>
          <a:off x="0" y="0"/>
          <a:ext cx="0" cy="0"/>
          <a:chOff x="0" y="0"/>
          <a:chExt cx="0" cy="0"/>
        </a:xfrm>
      </p:grpSpPr>
      <p:sp>
        <p:nvSpPr>
          <p:cNvPr id="187" name="Google Shape;187;p33"/>
          <p:cNvSpPr txBox="1"/>
          <p:nvPr>
            <p:ph type="title"/>
          </p:nvPr>
        </p:nvSpPr>
        <p:spPr>
          <a:xfrm>
            <a:off x="298725" y="445025"/>
            <a:ext cx="8349900" cy="4053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400"/>
              <a:buNone/>
              <a:defRPr>
                <a:solidFill>
                  <a:schemeClr val="lt1"/>
                </a:solidFill>
              </a:defRPr>
            </a:lvl1pPr>
            <a:lvl2pPr lvl="1" algn="ctr">
              <a:spcBef>
                <a:spcPts val="0"/>
              </a:spcBef>
              <a:spcAft>
                <a:spcPts val="0"/>
              </a:spcAft>
              <a:buClr>
                <a:schemeClr val="lt1"/>
              </a:buClr>
              <a:buSzPts val="2400"/>
              <a:buNone/>
              <a:defRPr>
                <a:solidFill>
                  <a:schemeClr val="lt1"/>
                </a:solidFill>
              </a:defRPr>
            </a:lvl2pPr>
            <a:lvl3pPr lvl="2" algn="ctr">
              <a:spcBef>
                <a:spcPts val="0"/>
              </a:spcBef>
              <a:spcAft>
                <a:spcPts val="0"/>
              </a:spcAft>
              <a:buClr>
                <a:schemeClr val="lt1"/>
              </a:buClr>
              <a:buSzPts val="2400"/>
              <a:buNone/>
              <a:defRPr>
                <a:solidFill>
                  <a:schemeClr val="lt1"/>
                </a:solidFill>
              </a:defRPr>
            </a:lvl3pPr>
            <a:lvl4pPr lvl="3" algn="ctr">
              <a:spcBef>
                <a:spcPts val="0"/>
              </a:spcBef>
              <a:spcAft>
                <a:spcPts val="0"/>
              </a:spcAft>
              <a:buClr>
                <a:schemeClr val="lt1"/>
              </a:buClr>
              <a:buSzPts val="2400"/>
              <a:buNone/>
              <a:defRPr>
                <a:solidFill>
                  <a:schemeClr val="lt1"/>
                </a:solidFill>
              </a:defRPr>
            </a:lvl4pPr>
            <a:lvl5pPr lvl="4" algn="ctr">
              <a:spcBef>
                <a:spcPts val="0"/>
              </a:spcBef>
              <a:spcAft>
                <a:spcPts val="0"/>
              </a:spcAft>
              <a:buClr>
                <a:schemeClr val="lt1"/>
              </a:buClr>
              <a:buSzPts val="2400"/>
              <a:buNone/>
              <a:defRPr>
                <a:solidFill>
                  <a:schemeClr val="lt1"/>
                </a:solidFill>
              </a:defRPr>
            </a:lvl5pPr>
            <a:lvl6pPr lvl="5" algn="ctr">
              <a:spcBef>
                <a:spcPts val="0"/>
              </a:spcBef>
              <a:spcAft>
                <a:spcPts val="0"/>
              </a:spcAft>
              <a:buClr>
                <a:schemeClr val="lt1"/>
              </a:buClr>
              <a:buSzPts val="2400"/>
              <a:buNone/>
              <a:defRPr>
                <a:solidFill>
                  <a:schemeClr val="lt1"/>
                </a:solidFill>
              </a:defRPr>
            </a:lvl6pPr>
            <a:lvl7pPr lvl="6" algn="ctr">
              <a:spcBef>
                <a:spcPts val="0"/>
              </a:spcBef>
              <a:spcAft>
                <a:spcPts val="0"/>
              </a:spcAft>
              <a:buClr>
                <a:schemeClr val="lt1"/>
              </a:buClr>
              <a:buSzPts val="2400"/>
              <a:buNone/>
              <a:defRPr>
                <a:solidFill>
                  <a:schemeClr val="lt1"/>
                </a:solidFill>
              </a:defRPr>
            </a:lvl7pPr>
            <a:lvl8pPr lvl="7" algn="ctr">
              <a:spcBef>
                <a:spcPts val="0"/>
              </a:spcBef>
              <a:spcAft>
                <a:spcPts val="0"/>
              </a:spcAft>
              <a:buClr>
                <a:schemeClr val="lt1"/>
              </a:buClr>
              <a:buSzPts val="2400"/>
              <a:buNone/>
              <a:defRPr>
                <a:solidFill>
                  <a:schemeClr val="lt1"/>
                </a:solidFill>
              </a:defRPr>
            </a:lvl8pPr>
            <a:lvl9pPr lvl="8" algn="ctr">
              <a:spcBef>
                <a:spcPts val="0"/>
              </a:spcBef>
              <a:spcAft>
                <a:spcPts val="0"/>
              </a:spcAft>
              <a:buClr>
                <a:schemeClr val="lt1"/>
              </a:buClr>
              <a:buSzPts val="2400"/>
              <a:buNone/>
              <a:defRPr>
                <a:solidFill>
                  <a:schemeClr val="lt1"/>
                </a:solidFill>
              </a:defRPr>
            </a:lvl9pPr>
          </a:lstStyle>
          <a:p/>
        </p:txBody>
      </p:sp>
      <p:sp>
        <p:nvSpPr>
          <p:cNvPr id="188" name="Google Shape;188;p33"/>
          <p:cNvSpPr txBox="1"/>
          <p:nvPr>
            <p:ph idx="2" type="title"/>
          </p:nvPr>
        </p:nvSpPr>
        <p:spPr>
          <a:xfrm>
            <a:off x="298725" y="898175"/>
            <a:ext cx="8349900" cy="2097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1pPr>
            <a:lvl2pPr lvl="1" algn="ctr">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2pPr>
            <a:lvl3pPr lvl="2" algn="ctr">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3pPr>
            <a:lvl4pPr lvl="3" algn="ctr">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4pPr>
            <a:lvl5pPr lvl="4" algn="ctr">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5pPr>
            <a:lvl6pPr lvl="5" algn="ctr">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6pPr>
            <a:lvl7pPr lvl="6" algn="ctr">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7pPr>
            <a:lvl8pPr lvl="7" algn="ctr">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8pPr>
            <a:lvl9pPr lvl="8" algn="ctr">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9pPr>
          </a:lstStyle>
          <a:p/>
        </p:txBody>
      </p:sp>
      <p:sp>
        <p:nvSpPr>
          <p:cNvPr id="189" name="Google Shape;189;p33"/>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sp>
        <p:nvSpPr>
          <p:cNvPr id="190" name="Google Shape;190;p33"/>
          <p:cNvSpPr/>
          <p:nvPr>
            <p:ph idx="3" type="pic"/>
          </p:nvPr>
        </p:nvSpPr>
        <p:spPr>
          <a:xfrm>
            <a:off x="984600" y="1333825"/>
            <a:ext cx="7174800" cy="3251700"/>
          </a:xfrm>
          <a:prstGeom prst="rect">
            <a:avLst/>
          </a:prstGeom>
          <a:noFill/>
          <a:ln>
            <a:noFill/>
          </a:ln>
        </p:spPr>
      </p:sp>
      <p:pic>
        <p:nvPicPr>
          <p:cNvPr id="191" name="Google Shape;191;p33"/>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192" name="Google Shape;192;p33"/>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up Stat - White">
  <p:cSld name="CUSTOM">
    <p:spTree>
      <p:nvGrpSpPr>
        <p:cNvPr id="193" name="Shape 193"/>
        <p:cNvGrpSpPr/>
        <p:nvPr/>
      </p:nvGrpSpPr>
      <p:grpSpPr>
        <a:xfrm>
          <a:off x="0" y="0"/>
          <a:ext cx="0" cy="0"/>
          <a:chOff x="0" y="0"/>
          <a:chExt cx="0" cy="0"/>
        </a:xfrm>
      </p:grpSpPr>
      <p:sp>
        <p:nvSpPr>
          <p:cNvPr id="194" name="Google Shape;194;p34"/>
          <p:cNvSpPr/>
          <p:nvPr/>
        </p:nvSpPr>
        <p:spPr>
          <a:xfrm>
            <a:off x="745725" y="1240950"/>
            <a:ext cx="2469000" cy="1254600"/>
          </a:xfrm>
          <a:prstGeom prst="roundRect">
            <a:avLst>
              <a:gd fmla="val 2144"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Grotesk"/>
              <a:ea typeface="Space Grotesk"/>
              <a:cs typeface="Space Grotesk"/>
              <a:sym typeface="Space Grotesk"/>
            </a:endParaRPr>
          </a:p>
        </p:txBody>
      </p:sp>
      <p:sp>
        <p:nvSpPr>
          <p:cNvPr id="195" name="Google Shape;195;p34"/>
          <p:cNvSpPr/>
          <p:nvPr/>
        </p:nvSpPr>
        <p:spPr>
          <a:xfrm>
            <a:off x="3337500" y="1240950"/>
            <a:ext cx="2469000" cy="1254600"/>
          </a:xfrm>
          <a:prstGeom prst="roundRect">
            <a:avLst>
              <a:gd fmla="val 2144"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Grotesk"/>
              <a:ea typeface="Space Grotesk"/>
              <a:cs typeface="Space Grotesk"/>
              <a:sym typeface="Space Grotesk"/>
            </a:endParaRPr>
          </a:p>
        </p:txBody>
      </p:sp>
      <p:sp>
        <p:nvSpPr>
          <p:cNvPr id="196" name="Google Shape;196;p34"/>
          <p:cNvSpPr/>
          <p:nvPr/>
        </p:nvSpPr>
        <p:spPr>
          <a:xfrm>
            <a:off x="5929275" y="1240950"/>
            <a:ext cx="2469000" cy="1254600"/>
          </a:xfrm>
          <a:prstGeom prst="roundRect">
            <a:avLst>
              <a:gd fmla="val 2144"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Grotesk"/>
              <a:ea typeface="Space Grotesk"/>
              <a:cs typeface="Space Grotesk"/>
              <a:sym typeface="Space Grotesk"/>
            </a:endParaRPr>
          </a:p>
        </p:txBody>
      </p:sp>
      <p:sp>
        <p:nvSpPr>
          <p:cNvPr id="197" name="Google Shape;197;p34"/>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rgbClr val="B9C2C6"/>
                </a:solidFill>
                <a:latin typeface="Space Grotesk"/>
                <a:ea typeface="Space Grotesk"/>
                <a:cs typeface="Space Grotesk"/>
                <a:sym typeface="Space Grotesk"/>
              </a:rPr>
              <a:t>ⓒ </a:t>
            </a:r>
            <a:r>
              <a:rPr i="0" lang="en" sz="500" u="none" cap="none" strike="noStrike">
                <a:solidFill>
                  <a:srgbClr val="B9C2C6"/>
                </a:solidFill>
                <a:latin typeface="Space Grotesk"/>
                <a:ea typeface="Space Grotesk"/>
                <a:cs typeface="Space Grotesk"/>
                <a:sym typeface="Space Grotesk"/>
              </a:rPr>
              <a:t>202</a:t>
            </a:r>
            <a:r>
              <a:rPr lang="en" sz="500">
                <a:solidFill>
                  <a:srgbClr val="B9C2C6"/>
                </a:solidFill>
                <a:latin typeface="Space Grotesk"/>
                <a:ea typeface="Space Grotesk"/>
                <a:cs typeface="Space Grotesk"/>
                <a:sym typeface="Space Grotesk"/>
              </a:rPr>
              <a:t>4</a:t>
            </a:r>
            <a:r>
              <a:rPr i="0" lang="en" sz="500" u="none" cap="none" strike="noStrike">
                <a:solidFill>
                  <a:srgbClr val="B9C2C6"/>
                </a:solidFill>
                <a:latin typeface="Space Grotesk"/>
                <a:ea typeface="Space Grotesk"/>
                <a:cs typeface="Space Grotesk"/>
                <a:sym typeface="Space Grotesk"/>
              </a:rPr>
              <a:t> </a:t>
            </a:r>
            <a:r>
              <a:rPr lang="en" sz="500">
                <a:solidFill>
                  <a:srgbClr val="B9C2C6"/>
                </a:solidFill>
                <a:latin typeface="Space Grotesk"/>
                <a:ea typeface="Space Grotesk"/>
                <a:cs typeface="Space Grotesk"/>
                <a:sym typeface="Space Grotesk"/>
              </a:rPr>
              <a:t>Redis Ltd.</a:t>
            </a:r>
            <a:r>
              <a:rPr i="0" lang="en" sz="500" u="none" cap="none" strike="noStrike">
                <a:solidFill>
                  <a:srgbClr val="B9C2C6"/>
                </a:solidFill>
                <a:latin typeface="Space Grotesk"/>
                <a:ea typeface="Space Grotesk"/>
                <a:cs typeface="Space Grotesk"/>
                <a:sym typeface="Space Grotesk"/>
              </a:rPr>
              <a:t> All rights reserved.</a:t>
            </a:r>
            <a:endParaRPr i="0" sz="1300" u="none" cap="none" strike="noStrike">
              <a:solidFill>
                <a:srgbClr val="B9C2C6"/>
              </a:solidFill>
              <a:latin typeface="Space Grotesk"/>
              <a:ea typeface="Space Grotesk"/>
              <a:cs typeface="Space Grotesk"/>
              <a:sym typeface="Space Grotesk"/>
            </a:endParaRPr>
          </a:p>
        </p:txBody>
      </p:sp>
      <p:pic>
        <p:nvPicPr>
          <p:cNvPr id="198" name="Google Shape;198;p34"/>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up Stat - Dark">
  <p:cSld name="CUSTOM_1">
    <p:bg>
      <p:bgPr>
        <a:solidFill>
          <a:schemeClr val="dk2"/>
        </a:solidFill>
      </p:bgPr>
    </p:bg>
    <p:spTree>
      <p:nvGrpSpPr>
        <p:cNvPr id="199" name="Shape 199"/>
        <p:cNvGrpSpPr/>
        <p:nvPr/>
      </p:nvGrpSpPr>
      <p:grpSpPr>
        <a:xfrm>
          <a:off x="0" y="0"/>
          <a:ext cx="0" cy="0"/>
          <a:chOff x="0" y="0"/>
          <a:chExt cx="0" cy="0"/>
        </a:xfrm>
      </p:grpSpPr>
      <p:sp>
        <p:nvSpPr>
          <p:cNvPr id="200" name="Google Shape;200;p35"/>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rgbClr val="B9C2C6"/>
                </a:solidFill>
                <a:latin typeface="Space Grotesk"/>
                <a:ea typeface="Space Grotesk"/>
                <a:cs typeface="Space Grotesk"/>
                <a:sym typeface="Space Grotesk"/>
              </a:rPr>
              <a:t>ⓒ </a:t>
            </a:r>
            <a:r>
              <a:rPr i="0" lang="en" sz="500" u="none" cap="none" strike="noStrike">
                <a:solidFill>
                  <a:srgbClr val="B9C2C6"/>
                </a:solidFill>
                <a:latin typeface="Space Grotesk"/>
                <a:ea typeface="Space Grotesk"/>
                <a:cs typeface="Space Grotesk"/>
                <a:sym typeface="Space Grotesk"/>
              </a:rPr>
              <a:t>202</a:t>
            </a:r>
            <a:r>
              <a:rPr lang="en" sz="500">
                <a:solidFill>
                  <a:srgbClr val="B9C2C6"/>
                </a:solidFill>
                <a:latin typeface="Space Grotesk"/>
                <a:ea typeface="Space Grotesk"/>
                <a:cs typeface="Space Grotesk"/>
                <a:sym typeface="Space Grotesk"/>
              </a:rPr>
              <a:t>4</a:t>
            </a:r>
            <a:r>
              <a:rPr i="0" lang="en" sz="500" u="none" cap="none" strike="noStrike">
                <a:solidFill>
                  <a:srgbClr val="B9C2C6"/>
                </a:solidFill>
                <a:latin typeface="Space Grotesk"/>
                <a:ea typeface="Space Grotesk"/>
                <a:cs typeface="Space Grotesk"/>
                <a:sym typeface="Space Grotesk"/>
              </a:rPr>
              <a:t> </a:t>
            </a:r>
            <a:r>
              <a:rPr lang="en" sz="500">
                <a:solidFill>
                  <a:srgbClr val="B9C2C6"/>
                </a:solidFill>
                <a:latin typeface="Space Grotesk"/>
                <a:ea typeface="Space Grotesk"/>
                <a:cs typeface="Space Grotesk"/>
                <a:sym typeface="Space Grotesk"/>
              </a:rPr>
              <a:t>Redis Ltd.</a:t>
            </a:r>
            <a:r>
              <a:rPr i="0" lang="en" sz="500" u="none" cap="none" strike="noStrike">
                <a:solidFill>
                  <a:srgbClr val="B9C2C6"/>
                </a:solidFill>
                <a:latin typeface="Space Grotesk"/>
                <a:ea typeface="Space Grotesk"/>
                <a:cs typeface="Space Grotesk"/>
                <a:sym typeface="Space Grotesk"/>
              </a:rPr>
              <a:t> All rights reserved.</a:t>
            </a:r>
            <a:endParaRPr i="0" sz="1300" u="none" cap="none" strike="noStrike">
              <a:solidFill>
                <a:srgbClr val="B9C2C6"/>
              </a:solidFill>
              <a:latin typeface="Space Grotesk"/>
              <a:ea typeface="Space Grotesk"/>
              <a:cs typeface="Space Grotesk"/>
              <a:sym typeface="Space Grotesk"/>
            </a:endParaRPr>
          </a:p>
        </p:txBody>
      </p:sp>
      <p:pic>
        <p:nvPicPr>
          <p:cNvPr id="201" name="Google Shape;201;p35"/>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202" name="Google Shape;202;p35"/>
          <p:cNvSpPr/>
          <p:nvPr/>
        </p:nvSpPr>
        <p:spPr>
          <a:xfrm>
            <a:off x="745725" y="1298100"/>
            <a:ext cx="2469000" cy="1254600"/>
          </a:xfrm>
          <a:prstGeom prst="roundRect">
            <a:avLst>
              <a:gd fmla="val 2144" name="adj"/>
            </a:avLst>
          </a:prstGeom>
          <a:solidFill>
            <a:srgbClr val="2D475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Grotesk"/>
              <a:ea typeface="Space Grotesk"/>
              <a:cs typeface="Space Grotesk"/>
              <a:sym typeface="Space Grotesk"/>
            </a:endParaRPr>
          </a:p>
        </p:txBody>
      </p:sp>
      <p:sp>
        <p:nvSpPr>
          <p:cNvPr id="203" name="Google Shape;203;p35"/>
          <p:cNvSpPr/>
          <p:nvPr/>
        </p:nvSpPr>
        <p:spPr>
          <a:xfrm>
            <a:off x="3337500" y="1298100"/>
            <a:ext cx="2469000" cy="1254600"/>
          </a:xfrm>
          <a:prstGeom prst="roundRect">
            <a:avLst>
              <a:gd fmla="val 2144" name="adj"/>
            </a:avLst>
          </a:prstGeom>
          <a:solidFill>
            <a:srgbClr val="2D475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Grotesk"/>
              <a:ea typeface="Space Grotesk"/>
              <a:cs typeface="Space Grotesk"/>
              <a:sym typeface="Space Grotesk"/>
            </a:endParaRPr>
          </a:p>
        </p:txBody>
      </p:sp>
      <p:sp>
        <p:nvSpPr>
          <p:cNvPr id="204" name="Google Shape;204;p35"/>
          <p:cNvSpPr/>
          <p:nvPr/>
        </p:nvSpPr>
        <p:spPr>
          <a:xfrm>
            <a:off x="5929275" y="1298100"/>
            <a:ext cx="2469000" cy="1254600"/>
          </a:xfrm>
          <a:prstGeom prst="roundRect">
            <a:avLst>
              <a:gd fmla="val 2144" name="adj"/>
            </a:avLst>
          </a:prstGeom>
          <a:solidFill>
            <a:srgbClr val="2D475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Grotesk"/>
              <a:ea typeface="Space Grotesk"/>
              <a:cs typeface="Space Grotesk"/>
              <a:sym typeface="Space Grotesk"/>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up Stat Tall - Dark">
  <p:cSld name="CUSTOM_1_1">
    <p:bg>
      <p:bgPr>
        <a:solidFill>
          <a:schemeClr val="dk2"/>
        </a:solidFill>
      </p:bgPr>
    </p:bg>
    <p:spTree>
      <p:nvGrpSpPr>
        <p:cNvPr id="205" name="Shape 205"/>
        <p:cNvGrpSpPr/>
        <p:nvPr/>
      </p:nvGrpSpPr>
      <p:grpSpPr>
        <a:xfrm>
          <a:off x="0" y="0"/>
          <a:ext cx="0" cy="0"/>
          <a:chOff x="0" y="0"/>
          <a:chExt cx="0" cy="0"/>
        </a:xfrm>
      </p:grpSpPr>
      <p:sp>
        <p:nvSpPr>
          <p:cNvPr id="206" name="Google Shape;206;p36"/>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rgbClr val="B9C2C6"/>
                </a:solidFill>
                <a:latin typeface="Space Grotesk"/>
                <a:ea typeface="Space Grotesk"/>
                <a:cs typeface="Space Grotesk"/>
                <a:sym typeface="Space Grotesk"/>
              </a:rPr>
              <a:t>ⓒ </a:t>
            </a:r>
            <a:r>
              <a:rPr i="0" lang="en" sz="500" u="none" cap="none" strike="noStrike">
                <a:solidFill>
                  <a:srgbClr val="B9C2C6"/>
                </a:solidFill>
                <a:latin typeface="Space Grotesk"/>
                <a:ea typeface="Space Grotesk"/>
                <a:cs typeface="Space Grotesk"/>
                <a:sym typeface="Space Grotesk"/>
              </a:rPr>
              <a:t>202</a:t>
            </a:r>
            <a:r>
              <a:rPr lang="en" sz="500">
                <a:solidFill>
                  <a:srgbClr val="B9C2C6"/>
                </a:solidFill>
                <a:latin typeface="Space Grotesk"/>
                <a:ea typeface="Space Grotesk"/>
                <a:cs typeface="Space Grotesk"/>
                <a:sym typeface="Space Grotesk"/>
              </a:rPr>
              <a:t>4</a:t>
            </a:r>
            <a:r>
              <a:rPr i="0" lang="en" sz="500" u="none" cap="none" strike="noStrike">
                <a:solidFill>
                  <a:srgbClr val="B9C2C6"/>
                </a:solidFill>
                <a:latin typeface="Space Grotesk"/>
                <a:ea typeface="Space Grotesk"/>
                <a:cs typeface="Space Grotesk"/>
                <a:sym typeface="Space Grotesk"/>
              </a:rPr>
              <a:t> </a:t>
            </a:r>
            <a:r>
              <a:rPr lang="en" sz="500">
                <a:solidFill>
                  <a:srgbClr val="B9C2C6"/>
                </a:solidFill>
                <a:latin typeface="Space Grotesk"/>
                <a:ea typeface="Space Grotesk"/>
                <a:cs typeface="Space Grotesk"/>
                <a:sym typeface="Space Grotesk"/>
              </a:rPr>
              <a:t>Redis Ltd.</a:t>
            </a:r>
            <a:r>
              <a:rPr i="0" lang="en" sz="500" u="none" cap="none" strike="noStrike">
                <a:solidFill>
                  <a:srgbClr val="B9C2C6"/>
                </a:solidFill>
                <a:latin typeface="Space Grotesk"/>
                <a:ea typeface="Space Grotesk"/>
                <a:cs typeface="Space Grotesk"/>
                <a:sym typeface="Space Grotesk"/>
              </a:rPr>
              <a:t> All rights reserved.</a:t>
            </a:r>
            <a:endParaRPr i="0" sz="1300" u="none" cap="none" strike="noStrike">
              <a:solidFill>
                <a:srgbClr val="B9C2C6"/>
              </a:solidFill>
              <a:latin typeface="Space Grotesk"/>
              <a:ea typeface="Space Grotesk"/>
              <a:cs typeface="Space Grotesk"/>
              <a:sym typeface="Space Grotesk"/>
            </a:endParaRPr>
          </a:p>
        </p:txBody>
      </p:sp>
      <p:pic>
        <p:nvPicPr>
          <p:cNvPr id="207" name="Google Shape;207;p36"/>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208" name="Google Shape;208;p36"/>
          <p:cNvSpPr/>
          <p:nvPr/>
        </p:nvSpPr>
        <p:spPr>
          <a:xfrm>
            <a:off x="1060850" y="1857100"/>
            <a:ext cx="2210400" cy="1984500"/>
          </a:xfrm>
          <a:prstGeom prst="roundRect">
            <a:avLst>
              <a:gd fmla="val 2124" name="adj"/>
            </a:avLst>
          </a:prstGeom>
          <a:solidFill>
            <a:srgbClr val="2D4754"/>
          </a:solidFill>
          <a:ln cap="flat" cmpd="sng" w="9525">
            <a:solidFill>
              <a:srgbClr val="8A99A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cxnSp>
        <p:nvCxnSpPr>
          <p:cNvPr id="209" name="Google Shape;209;p36"/>
          <p:cNvCxnSpPr/>
          <p:nvPr/>
        </p:nvCxnSpPr>
        <p:spPr>
          <a:xfrm>
            <a:off x="1060850" y="2158200"/>
            <a:ext cx="2207400" cy="0"/>
          </a:xfrm>
          <a:prstGeom prst="straightConnector1">
            <a:avLst/>
          </a:prstGeom>
          <a:noFill/>
          <a:ln cap="flat" cmpd="sng" w="9525">
            <a:solidFill>
              <a:srgbClr val="8A99A0"/>
            </a:solidFill>
            <a:prstDash val="solid"/>
            <a:round/>
            <a:headEnd len="med" w="med" type="none"/>
            <a:tailEnd len="med" w="med" type="none"/>
          </a:ln>
        </p:spPr>
      </p:cxnSp>
      <p:sp>
        <p:nvSpPr>
          <p:cNvPr id="210" name="Google Shape;210;p36"/>
          <p:cNvSpPr/>
          <p:nvPr/>
        </p:nvSpPr>
        <p:spPr>
          <a:xfrm>
            <a:off x="1205938" y="1963300"/>
            <a:ext cx="89100" cy="88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
        <p:nvSpPr>
          <p:cNvPr id="211" name="Google Shape;211;p36"/>
          <p:cNvSpPr/>
          <p:nvPr/>
        </p:nvSpPr>
        <p:spPr>
          <a:xfrm>
            <a:off x="3466800" y="1857100"/>
            <a:ext cx="2210400" cy="1984500"/>
          </a:xfrm>
          <a:prstGeom prst="roundRect">
            <a:avLst>
              <a:gd fmla="val 2124" name="adj"/>
            </a:avLst>
          </a:prstGeom>
          <a:solidFill>
            <a:srgbClr val="2D4754"/>
          </a:solidFill>
          <a:ln cap="flat" cmpd="sng" w="9525">
            <a:solidFill>
              <a:srgbClr val="8A99A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cxnSp>
        <p:nvCxnSpPr>
          <p:cNvPr id="212" name="Google Shape;212;p36"/>
          <p:cNvCxnSpPr/>
          <p:nvPr/>
        </p:nvCxnSpPr>
        <p:spPr>
          <a:xfrm>
            <a:off x="3466800" y="2158200"/>
            <a:ext cx="2207400" cy="0"/>
          </a:xfrm>
          <a:prstGeom prst="straightConnector1">
            <a:avLst/>
          </a:prstGeom>
          <a:noFill/>
          <a:ln cap="flat" cmpd="sng" w="9525">
            <a:solidFill>
              <a:srgbClr val="8A99A0"/>
            </a:solidFill>
            <a:prstDash val="solid"/>
            <a:round/>
            <a:headEnd len="med" w="med" type="none"/>
            <a:tailEnd len="med" w="med" type="none"/>
          </a:ln>
        </p:spPr>
      </p:cxnSp>
      <p:sp>
        <p:nvSpPr>
          <p:cNvPr id="213" name="Google Shape;213;p36"/>
          <p:cNvSpPr/>
          <p:nvPr/>
        </p:nvSpPr>
        <p:spPr>
          <a:xfrm>
            <a:off x="3611888" y="1963300"/>
            <a:ext cx="89100" cy="88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
        <p:nvSpPr>
          <p:cNvPr id="214" name="Google Shape;214;p36"/>
          <p:cNvSpPr/>
          <p:nvPr/>
        </p:nvSpPr>
        <p:spPr>
          <a:xfrm>
            <a:off x="5872750" y="1857100"/>
            <a:ext cx="2210400" cy="1984500"/>
          </a:xfrm>
          <a:prstGeom prst="roundRect">
            <a:avLst>
              <a:gd fmla="val 2124" name="adj"/>
            </a:avLst>
          </a:prstGeom>
          <a:solidFill>
            <a:srgbClr val="2D4754"/>
          </a:solidFill>
          <a:ln cap="flat" cmpd="sng" w="9525">
            <a:solidFill>
              <a:srgbClr val="8A99A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cxnSp>
        <p:nvCxnSpPr>
          <p:cNvPr id="215" name="Google Shape;215;p36"/>
          <p:cNvCxnSpPr/>
          <p:nvPr/>
        </p:nvCxnSpPr>
        <p:spPr>
          <a:xfrm>
            <a:off x="5872750" y="2158200"/>
            <a:ext cx="2207400" cy="0"/>
          </a:xfrm>
          <a:prstGeom prst="straightConnector1">
            <a:avLst/>
          </a:prstGeom>
          <a:noFill/>
          <a:ln cap="flat" cmpd="sng" w="9525">
            <a:solidFill>
              <a:srgbClr val="8A99A0"/>
            </a:solidFill>
            <a:prstDash val="solid"/>
            <a:round/>
            <a:headEnd len="med" w="med" type="none"/>
            <a:tailEnd len="med" w="med" type="none"/>
          </a:ln>
        </p:spPr>
      </p:cxnSp>
      <p:sp>
        <p:nvSpPr>
          <p:cNvPr id="216" name="Google Shape;216;p36"/>
          <p:cNvSpPr/>
          <p:nvPr/>
        </p:nvSpPr>
        <p:spPr>
          <a:xfrm>
            <a:off x="6017838" y="1963300"/>
            <a:ext cx="89100" cy="88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Dark">
  <p:cSld name="TITLE_AND_BODY_1">
    <p:bg>
      <p:bgPr>
        <a:solidFill>
          <a:schemeClr val="dk2"/>
        </a:solidFill>
      </p:bgPr>
    </p:bg>
    <p:spTree>
      <p:nvGrpSpPr>
        <p:cNvPr id="217" name="Shape 217"/>
        <p:cNvGrpSpPr/>
        <p:nvPr/>
      </p:nvGrpSpPr>
      <p:grpSpPr>
        <a:xfrm>
          <a:off x="0" y="0"/>
          <a:ext cx="0" cy="0"/>
          <a:chOff x="0" y="0"/>
          <a:chExt cx="0" cy="0"/>
        </a:xfrm>
      </p:grpSpPr>
      <p:sp>
        <p:nvSpPr>
          <p:cNvPr id="218" name="Google Shape;218;p37"/>
          <p:cNvSpPr txBox="1"/>
          <p:nvPr>
            <p:ph type="title"/>
          </p:nvPr>
        </p:nvSpPr>
        <p:spPr>
          <a:xfrm>
            <a:off x="298725" y="445025"/>
            <a:ext cx="8349900" cy="405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2400"/>
              <a:buNone/>
              <a:defRPr>
                <a:solidFill>
                  <a:schemeClr val="lt1"/>
                </a:solidFill>
              </a:defRPr>
            </a:lvl2pPr>
            <a:lvl3pPr lvl="2">
              <a:spcBef>
                <a:spcPts val="0"/>
              </a:spcBef>
              <a:spcAft>
                <a:spcPts val="0"/>
              </a:spcAft>
              <a:buClr>
                <a:schemeClr val="lt1"/>
              </a:buClr>
              <a:buSzPts val="2400"/>
              <a:buNone/>
              <a:defRPr>
                <a:solidFill>
                  <a:schemeClr val="lt1"/>
                </a:solidFill>
              </a:defRPr>
            </a:lvl3pPr>
            <a:lvl4pPr lvl="3">
              <a:spcBef>
                <a:spcPts val="0"/>
              </a:spcBef>
              <a:spcAft>
                <a:spcPts val="0"/>
              </a:spcAft>
              <a:buClr>
                <a:schemeClr val="lt1"/>
              </a:buClr>
              <a:buSzPts val="2400"/>
              <a:buNone/>
              <a:defRPr>
                <a:solidFill>
                  <a:schemeClr val="lt1"/>
                </a:solidFill>
              </a:defRPr>
            </a:lvl4pPr>
            <a:lvl5pPr lvl="4">
              <a:spcBef>
                <a:spcPts val="0"/>
              </a:spcBef>
              <a:spcAft>
                <a:spcPts val="0"/>
              </a:spcAft>
              <a:buClr>
                <a:schemeClr val="lt1"/>
              </a:buClr>
              <a:buSzPts val="2400"/>
              <a:buNone/>
              <a:defRPr>
                <a:solidFill>
                  <a:schemeClr val="lt1"/>
                </a:solidFill>
              </a:defRPr>
            </a:lvl5pPr>
            <a:lvl6pPr lvl="5">
              <a:spcBef>
                <a:spcPts val="0"/>
              </a:spcBef>
              <a:spcAft>
                <a:spcPts val="0"/>
              </a:spcAft>
              <a:buClr>
                <a:schemeClr val="lt1"/>
              </a:buClr>
              <a:buSzPts val="2400"/>
              <a:buNone/>
              <a:defRPr>
                <a:solidFill>
                  <a:schemeClr val="lt1"/>
                </a:solidFill>
              </a:defRPr>
            </a:lvl6pPr>
            <a:lvl7pPr lvl="6">
              <a:spcBef>
                <a:spcPts val="0"/>
              </a:spcBef>
              <a:spcAft>
                <a:spcPts val="0"/>
              </a:spcAft>
              <a:buClr>
                <a:schemeClr val="lt1"/>
              </a:buClr>
              <a:buSzPts val="2400"/>
              <a:buNone/>
              <a:defRPr>
                <a:solidFill>
                  <a:schemeClr val="lt1"/>
                </a:solidFill>
              </a:defRPr>
            </a:lvl7pPr>
            <a:lvl8pPr lvl="7">
              <a:spcBef>
                <a:spcPts val="0"/>
              </a:spcBef>
              <a:spcAft>
                <a:spcPts val="0"/>
              </a:spcAft>
              <a:buClr>
                <a:schemeClr val="lt1"/>
              </a:buClr>
              <a:buSzPts val="2400"/>
              <a:buNone/>
              <a:defRPr>
                <a:solidFill>
                  <a:schemeClr val="lt1"/>
                </a:solidFill>
              </a:defRPr>
            </a:lvl8pPr>
            <a:lvl9pPr lvl="8">
              <a:spcBef>
                <a:spcPts val="0"/>
              </a:spcBef>
              <a:spcAft>
                <a:spcPts val="0"/>
              </a:spcAft>
              <a:buClr>
                <a:schemeClr val="lt1"/>
              </a:buClr>
              <a:buSzPts val="2400"/>
              <a:buNone/>
              <a:defRPr>
                <a:solidFill>
                  <a:schemeClr val="lt1"/>
                </a:solidFill>
              </a:defRPr>
            </a:lvl9pPr>
          </a:lstStyle>
          <a:p/>
        </p:txBody>
      </p:sp>
      <p:sp>
        <p:nvSpPr>
          <p:cNvPr id="219" name="Google Shape;219;p37"/>
          <p:cNvSpPr txBox="1"/>
          <p:nvPr>
            <p:ph idx="1" type="body"/>
          </p:nvPr>
        </p:nvSpPr>
        <p:spPr>
          <a:xfrm>
            <a:off x="298725" y="1482775"/>
            <a:ext cx="8349900" cy="31623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1pPr>
            <a:lvl2pPr indent="-304800" lvl="1" marL="9144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2pPr>
            <a:lvl3pPr indent="-304800" lvl="2" marL="13716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3pPr>
            <a:lvl4pPr indent="-304800" lvl="3" marL="18288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4pPr>
            <a:lvl5pPr indent="-304800" lvl="4" marL="22860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5pPr>
            <a:lvl6pPr indent="-304800" lvl="5" marL="27432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6pPr>
            <a:lvl7pPr indent="-304800" lvl="6" marL="32004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7pPr>
            <a:lvl8pPr indent="-304800" lvl="7" marL="36576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8pPr>
            <a:lvl9pPr indent="-304800" lvl="8" marL="41148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9pPr>
          </a:lstStyle>
          <a:p/>
        </p:txBody>
      </p:sp>
      <p:sp>
        <p:nvSpPr>
          <p:cNvPr id="220" name="Google Shape;220;p37"/>
          <p:cNvSpPr txBox="1"/>
          <p:nvPr>
            <p:ph idx="2" type="title"/>
          </p:nvPr>
        </p:nvSpPr>
        <p:spPr>
          <a:xfrm>
            <a:off x="298725" y="898175"/>
            <a:ext cx="8349900" cy="209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1pPr>
            <a:lvl2pPr lvl="1">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2pPr>
            <a:lvl3pPr lvl="2">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3pPr>
            <a:lvl4pPr lvl="3">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4pPr>
            <a:lvl5pPr lvl="4">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5pPr>
            <a:lvl6pPr lvl="5">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6pPr>
            <a:lvl7pPr lvl="6">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7pPr>
            <a:lvl8pPr lvl="7">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8pPr>
            <a:lvl9pPr lvl="8">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9pPr>
          </a:lstStyle>
          <a:p/>
        </p:txBody>
      </p:sp>
      <p:pic>
        <p:nvPicPr>
          <p:cNvPr id="221" name="Google Shape;221;p37"/>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222" name="Google Shape;222;p37"/>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223" name="Google Shape;223;p37"/>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p:cSld name="TITLE_AND_BODY_1_2_1">
    <p:bg>
      <p:bgPr>
        <a:solidFill>
          <a:schemeClr val="lt1"/>
        </a:solidFill>
      </p:bgPr>
    </p:bg>
    <p:spTree>
      <p:nvGrpSpPr>
        <p:cNvPr id="224" name="Shape 224"/>
        <p:cNvGrpSpPr/>
        <p:nvPr/>
      </p:nvGrpSpPr>
      <p:grpSpPr>
        <a:xfrm>
          <a:off x="0" y="0"/>
          <a:ext cx="0" cy="0"/>
          <a:chOff x="0" y="0"/>
          <a:chExt cx="0" cy="0"/>
        </a:xfrm>
      </p:grpSpPr>
      <p:sp>
        <p:nvSpPr>
          <p:cNvPr id="225" name="Google Shape;225;p38"/>
          <p:cNvSpPr txBox="1"/>
          <p:nvPr>
            <p:ph idx="1" type="body"/>
          </p:nvPr>
        </p:nvSpPr>
        <p:spPr>
          <a:xfrm>
            <a:off x="292225" y="1246675"/>
            <a:ext cx="3335400" cy="1028700"/>
          </a:xfrm>
          <a:prstGeom prst="rect">
            <a:avLst/>
          </a:prstGeom>
        </p:spPr>
        <p:txBody>
          <a:bodyPr anchorCtr="0" anchor="t" bIns="0" lIns="0" spcFirstLastPara="1" rIns="0" wrap="square" tIns="0">
            <a:noAutofit/>
          </a:bodyPr>
          <a:lstStyle>
            <a:lvl1pPr indent="-285750" lvl="0" marL="457200">
              <a:spcBef>
                <a:spcPts val="0"/>
              </a:spcBef>
              <a:spcAft>
                <a:spcPts val="0"/>
              </a:spcAft>
              <a:buSzPts val="900"/>
              <a:buFont typeface="Space Grotesk"/>
              <a:buChar char="●"/>
              <a:defRPr sz="900">
                <a:latin typeface="Space Grotesk"/>
                <a:ea typeface="Space Grotesk"/>
                <a:cs typeface="Space Grotesk"/>
                <a:sym typeface="Space Grotesk"/>
              </a:defRPr>
            </a:lvl1pPr>
            <a:lvl2pPr indent="-285750" lvl="1" marL="914400">
              <a:spcBef>
                <a:spcPts val="0"/>
              </a:spcBef>
              <a:spcAft>
                <a:spcPts val="0"/>
              </a:spcAft>
              <a:buSzPts val="900"/>
              <a:buFont typeface="Space Grotesk"/>
              <a:buChar char="○"/>
              <a:defRPr sz="900">
                <a:latin typeface="Space Grotesk"/>
                <a:ea typeface="Space Grotesk"/>
                <a:cs typeface="Space Grotesk"/>
                <a:sym typeface="Space Grotesk"/>
              </a:defRPr>
            </a:lvl2pPr>
            <a:lvl3pPr indent="-285750" lvl="2" marL="1371600">
              <a:spcBef>
                <a:spcPts val="0"/>
              </a:spcBef>
              <a:spcAft>
                <a:spcPts val="0"/>
              </a:spcAft>
              <a:buSzPts val="900"/>
              <a:buFont typeface="Space Grotesk"/>
              <a:buChar char="■"/>
              <a:defRPr sz="900">
                <a:latin typeface="Space Grotesk"/>
                <a:ea typeface="Space Grotesk"/>
                <a:cs typeface="Space Grotesk"/>
                <a:sym typeface="Space Grotesk"/>
              </a:defRPr>
            </a:lvl3pPr>
            <a:lvl4pPr indent="-285750" lvl="3" marL="1828800">
              <a:spcBef>
                <a:spcPts val="0"/>
              </a:spcBef>
              <a:spcAft>
                <a:spcPts val="0"/>
              </a:spcAft>
              <a:buSzPts val="900"/>
              <a:buFont typeface="Space Grotesk"/>
              <a:buChar char="●"/>
              <a:defRPr sz="900">
                <a:latin typeface="Space Grotesk"/>
                <a:ea typeface="Space Grotesk"/>
                <a:cs typeface="Space Grotesk"/>
                <a:sym typeface="Space Grotesk"/>
              </a:defRPr>
            </a:lvl4pPr>
            <a:lvl5pPr indent="-285750" lvl="4" marL="2286000">
              <a:spcBef>
                <a:spcPts val="0"/>
              </a:spcBef>
              <a:spcAft>
                <a:spcPts val="0"/>
              </a:spcAft>
              <a:buSzPts val="900"/>
              <a:buFont typeface="Space Grotesk"/>
              <a:buChar char="○"/>
              <a:defRPr sz="900">
                <a:latin typeface="Space Grotesk"/>
                <a:ea typeface="Space Grotesk"/>
                <a:cs typeface="Space Grotesk"/>
                <a:sym typeface="Space Grotesk"/>
              </a:defRPr>
            </a:lvl5pPr>
            <a:lvl6pPr indent="-285750" lvl="5" marL="2743200">
              <a:spcBef>
                <a:spcPts val="0"/>
              </a:spcBef>
              <a:spcAft>
                <a:spcPts val="0"/>
              </a:spcAft>
              <a:buSzPts val="900"/>
              <a:buFont typeface="Space Grotesk"/>
              <a:buChar char="■"/>
              <a:defRPr sz="900">
                <a:latin typeface="Space Grotesk"/>
                <a:ea typeface="Space Grotesk"/>
                <a:cs typeface="Space Grotesk"/>
                <a:sym typeface="Space Grotesk"/>
              </a:defRPr>
            </a:lvl6pPr>
            <a:lvl7pPr indent="-285750" lvl="6" marL="3200400">
              <a:spcBef>
                <a:spcPts val="0"/>
              </a:spcBef>
              <a:spcAft>
                <a:spcPts val="0"/>
              </a:spcAft>
              <a:buSzPts val="900"/>
              <a:buFont typeface="Space Grotesk"/>
              <a:buChar char="●"/>
              <a:defRPr sz="900">
                <a:latin typeface="Space Grotesk"/>
                <a:ea typeface="Space Grotesk"/>
                <a:cs typeface="Space Grotesk"/>
                <a:sym typeface="Space Grotesk"/>
              </a:defRPr>
            </a:lvl7pPr>
            <a:lvl8pPr indent="-285750" lvl="7" marL="3657600">
              <a:spcBef>
                <a:spcPts val="0"/>
              </a:spcBef>
              <a:spcAft>
                <a:spcPts val="0"/>
              </a:spcAft>
              <a:buSzPts val="900"/>
              <a:buFont typeface="Space Grotesk"/>
              <a:buChar char="○"/>
              <a:defRPr sz="900">
                <a:latin typeface="Space Grotesk"/>
                <a:ea typeface="Space Grotesk"/>
                <a:cs typeface="Space Grotesk"/>
                <a:sym typeface="Space Grotesk"/>
              </a:defRPr>
            </a:lvl8pPr>
            <a:lvl9pPr indent="-285750" lvl="8" marL="4114800">
              <a:spcBef>
                <a:spcPts val="0"/>
              </a:spcBef>
              <a:spcAft>
                <a:spcPts val="0"/>
              </a:spcAft>
              <a:buSzPts val="900"/>
              <a:buFont typeface="Space Grotesk"/>
              <a:buChar char="■"/>
              <a:defRPr sz="900">
                <a:latin typeface="Space Grotesk"/>
                <a:ea typeface="Space Grotesk"/>
                <a:cs typeface="Space Grotesk"/>
                <a:sym typeface="Space Grotesk"/>
              </a:defRPr>
            </a:lvl9pPr>
          </a:lstStyle>
          <a:p/>
        </p:txBody>
      </p:sp>
      <p:sp>
        <p:nvSpPr>
          <p:cNvPr id="226" name="Google Shape;226;p38"/>
          <p:cNvSpPr/>
          <p:nvPr/>
        </p:nvSpPr>
        <p:spPr>
          <a:xfrm>
            <a:off x="6425725" y="0"/>
            <a:ext cx="2718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
        <p:nvSpPr>
          <p:cNvPr id="227" name="Google Shape;227;p38"/>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rgbClr val="B9C2C6"/>
                </a:solidFill>
                <a:latin typeface="Space Grotesk"/>
                <a:ea typeface="Space Grotesk"/>
                <a:cs typeface="Space Grotesk"/>
                <a:sym typeface="Space Grotesk"/>
              </a:rPr>
              <a:t>ⓒ </a:t>
            </a:r>
            <a:r>
              <a:rPr i="0" lang="en" sz="500" u="none" cap="none" strike="noStrike">
                <a:solidFill>
                  <a:srgbClr val="B9C2C6"/>
                </a:solidFill>
                <a:latin typeface="Space Grotesk"/>
                <a:ea typeface="Space Grotesk"/>
                <a:cs typeface="Space Grotesk"/>
                <a:sym typeface="Space Grotesk"/>
              </a:rPr>
              <a:t>202</a:t>
            </a:r>
            <a:r>
              <a:rPr lang="en" sz="500">
                <a:solidFill>
                  <a:srgbClr val="B9C2C6"/>
                </a:solidFill>
                <a:latin typeface="Space Grotesk"/>
                <a:ea typeface="Space Grotesk"/>
                <a:cs typeface="Space Grotesk"/>
                <a:sym typeface="Space Grotesk"/>
              </a:rPr>
              <a:t>4</a:t>
            </a:r>
            <a:r>
              <a:rPr i="0" lang="en" sz="500" u="none" cap="none" strike="noStrike">
                <a:solidFill>
                  <a:srgbClr val="B9C2C6"/>
                </a:solidFill>
                <a:latin typeface="Space Grotesk"/>
                <a:ea typeface="Space Grotesk"/>
                <a:cs typeface="Space Grotesk"/>
                <a:sym typeface="Space Grotesk"/>
              </a:rPr>
              <a:t> </a:t>
            </a:r>
            <a:r>
              <a:rPr lang="en" sz="500">
                <a:solidFill>
                  <a:srgbClr val="B9C2C6"/>
                </a:solidFill>
                <a:latin typeface="Space Grotesk"/>
                <a:ea typeface="Space Grotesk"/>
                <a:cs typeface="Space Grotesk"/>
                <a:sym typeface="Space Grotesk"/>
              </a:rPr>
              <a:t>Redis Ltd.</a:t>
            </a:r>
            <a:r>
              <a:rPr i="0" lang="en" sz="500" u="none" cap="none" strike="noStrike">
                <a:solidFill>
                  <a:srgbClr val="B9C2C6"/>
                </a:solidFill>
                <a:latin typeface="Space Grotesk"/>
                <a:ea typeface="Space Grotesk"/>
                <a:cs typeface="Space Grotesk"/>
                <a:sym typeface="Space Grotesk"/>
              </a:rPr>
              <a:t> All rights reserved.</a:t>
            </a:r>
            <a:endParaRPr i="0" sz="1300" u="none" cap="none" strike="noStrike">
              <a:solidFill>
                <a:srgbClr val="B9C2C6"/>
              </a:solidFill>
              <a:latin typeface="Space Grotesk"/>
              <a:ea typeface="Space Grotesk"/>
              <a:cs typeface="Space Grotesk"/>
              <a:sym typeface="Space Grotesk"/>
            </a:endParaRPr>
          </a:p>
        </p:txBody>
      </p:sp>
      <p:sp>
        <p:nvSpPr>
          <p:cNvPr id="228" name="Google Shape;228;p38"/>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pic>
        <p:nvPicPr>
          <p:cNvPr id="229" name="Google Shape;229;p38"/>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230" name="Google Shape;230;p38"/>
          <p:cNvSpPr txBox="1"/>
          <p:nvPr>
            <p:ph idx="2" type="body"/>
          </p:nvPr>
        </p:nvSpPr>
        <p:spPr>
          <a:xfrm>
            <a:off x="6687175" y="2562700"/>
            <a:ext cx="2195400" cy="19509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lt1"/>
              </a:buClr>
              <a:buSzPts val="900"/>
              <a:buFont typeface="Space Grotesk"/>
              <a:buChar char="●"/>
              <a:defRPr sz="900">
                <a:solidFill>
                  <a:schemeClr val="lt1"/>
                </a:solidFill>
                <a:latin typeface="Space Grotesk"/>
                <a:ea typeface="Space Grotesk"/>
                <a:cs typeface="Space Grotesk"/>
                <a:sym typeface="Space Grotesk"/>
              </a:defRPr>
            </a:lvl1pPr>
            <a:lvl2pPr indent="-285750" lvl="1" marL="914400">
              <a:spcBef>
                <a:spcPts val="0"/>
              </a:spcBef>
              <a:spcAft>
                <a:spcPts val="0"/>
              </a:spcAft>
              <a:buClr>
                <a:schemeClr val="lt1"/>
              </a:buClr>
              <a:buSzPts val="900"/>
              <a:buFont typeface="Space Grotesk"/>
              <a:buChar char="○"/>
              <a:defRPr sz="900">
                <a:solidFill>
                  <a:schemeClr val="lt1"/>
                </a:solidFill>
                <a:latin typeface="Space Grotesk"/>
                <a:ea typeface="Space Grotesk"/>
                <a:cs typeface="Space Grotesk"/>
                <a:sym typeface="Space Grotesk"/>
              </a:defRPr>
            </a:lvl2pPr>
            <a:lvl3pPr indent="-285750" lvl="2" marL="1371600">
              <a:spcBef>
                <a:spcPts val="0"/>
              </a:spcBef>
              <a:spcAft>
                <a:spcPts val="0"/>
              </a:spcAft>
              <a:buClr>
                <a:schemeClr val="lt1"/>
              </a:buClr>
              <a:buSzPts val="900"/>
              <a:buFont typeface="Space Grotesk"/>
              <a:buChar char="■"/>
              <a:defRPr sz="900">
                <a:solidFill>
                  <a:schemeClr val="lt1"/>
                </a:solidFill>
                <a:latin typeface="Space Grotesk"/>
                <a:ea typeface="Space Grotesk"/>
                <a:cs typeface="Space Grotesk"/>
                <a:sym typeface="Space Grotesk"/>
              </a:defRPr>
            </a:lvl3pPr>
            <a:lvl4pPr indent="-285750" lvl="3" marL="1828800">
              <a:spcBef>
                <a:spcPts val="0"/>
              </a:spcBef>
              <a:spcAft>
                <a:spcPts val="0"/>
              </a:spcAft>
              <a:buClr>
                <a:schemeClr val="lt1"/>
              </a:buClr>
              <a:buSzPts val="900"/>
              <a:buFont typeface="Space Grotesk"/>
              <a:buChar char="●"/>
              <a:defRPr sz="900">
                <a:solidFill>
                  <a:schemeClr val="lt1"/>
                </a:solidFill>
                <a:latin typeface="Space Grotesk"/>
                <a:ea typeface="Space Grotesk"/>
                <a:cs typeface="Space Grotesk"/>
                <a:sym typeface="Space Grotesk"/>
              </a:defRPr>
            </a:lvl4pPr>
            <a:lvl5pPr indent="-285750" lvl="4" marL="2286000">
              <a:spcBef>
                <a:spcPts val="0"/>
              </a:spcBef>
              <a:spcAft>
                <a:spcPts val="0"/>
              </a:spcAft>
              <a:buClr>
                <a:schemeClr val="lt1"/>
              </a:buClr>
              <a:buSzPts val="900"/>
              <a:buFont typeface="Space Grotesk"/>
              <a:buChar char="○"/>
              <a:defRPr sz="900">
                <a:solidFill>
                  <a:schemeClr val="lt1"/>
                </a:solidFill>
                <a:latin typeface="Space Grotesk"/>
                <a:ea typeface="Space Grotesk"/>
                <a:cs typeface="Space Grotesk"/>
                <a:sym typeface="Space Grotesk"/>
              </a:defRPr>
            </a:lvl5pPr>
            <a:lvl6pPr indent="-285750" lvl="5" marL="2743200">
              <a:spcBef>
                <a:spcPts val="0"/>
              </a:spcBef>
              <a:spcAft>
                <a:spcPts val="0"/>
              </a:spcAft>
              <a:buClr>
                <a:schemeClr val="lt1"/>
              </a:buClr>
              <a:buSzPts val="900"/>
              <a:buFont typeface="Space Grotesk"/>
              <a:buChar char="■"/>
              <a:defRPr sz="900">
                <a:solidFill>
                  <a:schemeClr val="lt1"/>
                </a:solidFill>
                <a:latin typeface="Space Grotesk"/>
                <a:ea typeface="Space Grotesk"/>
                <a:cs typeface="Space Grotesk"/>
                <a:sym typeface="Space Grotesk"/>
              </a:defRPr>
            </a:lvl6pPr>
            <a:lvl7pPr indent="-285750" lvl="6" marL="3200400">
              <a:spcBef>
                <a:spcPts val="0"/>
              </a:spcBef>
              <a:spcAft>
                <a:spcPts val="0"/>
              </a:spcAft>
              <a:buClr>
                <a:schemeClr val="lt1"/>
              </a:buClr>
              <a:buSzPts val="900"/>
              <a:buFont typeface="Space Grotesk"/>
              <a:buChar char="●"/>
              <a:defRPr sz="900">
                <a:solidFill>
                  <a:schemeClr val="lt1"/>
                </a:solidFill>
                <a:latin typeface="Space Grotesk"/>
                <a:ea typeface="Space Grotesk"/>
                <a:cs typeface="Space Grotesk"/>
                <a:sym typeface="Space Grotesk"/>
              </a:defRPr>
            </a:lvl7pPr>
            <a:lvl8pPr indent="-285750" lvl="7" marL="3657600">
              <a:spcBef>
                <a:spcPts val="0"/>
              </a:spcBef>
              <a:spcAft>
                <a:spcPts val="0"/>
              </a:spcAft>
              <a:buClr>
                <a:schemeClr val="lt1"/>
              </a:buClr>
              <a:buSzPts val="900"/>
              <a:buFont typeface="Space Grotesk"/>
              <a:buChar char="○"/>
              <a:defRPr sz="900">
                <a:solidFill>
                  <a:schemeClr val="lt1"/>
                </a:solidFill>
                <a:latin typeface="Space Grotesk"/>
                <a:ea typeface="Space Grotesk"/>
                <a:cs typeface="Space Grotesk"/>
                <a:sym typeface="Space Grotesk"/>
              </a:defRPr>
            </a:lvl8pPr>
            <a:lvl9pPr indent="-285750" lvl="8" marL="4114800">
              <a:spcBef>
                <a:spcPts val="0"/>
              </a:spcBef>
              <a:spcAft>
                <a:spcPts val="0"/>
              </a:spcAft>
              <a:buClr>
                <a:schemeClr val="lt1"/>
              </a:buClr>
              <a:buSzPts val="900"/>
              <a:buFont typeface="Space Grotesk"/>
              <a:buChar char="■"/>
              <a:defRPr sz="900">
                <a:solidFill>
                  <a:schemeClr val="lt1"/>
                </a:solidFill>
                <a:latin typeface="Space Grotesk"/>
                <a:ea typeface="Space Grotesk"/>
                <a:cs typeface="Space Grotesk"/>
                <a:sym typeface="Space Grotesk"/>
              </a:defRPr>
            </a:lvl9pPr>
          </a:lstStyle>
          <a:p/>
        </p:txBody>
      </p:sp>
      <p:sp>
        <p:nvSpPr>
          <p:cNvPr id="231" name="Google Shape;231;p38"/>
          <p:cNvSpPr txBox="1"/>
          <p:nvPr/>
        </p:nvSpPr>
        <p:spPr>
          <a:xfrm>
            <a:off x="298724" y="3177450"/>
            <a:ext cx="1332300" cy="1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900">
                <a:solidFill>
                  <a:srgbClr val="091A23"/>
                </a:solidFill>
                <a:latin typeface="Space Grotesk Medium"/>
                <a:ea typeface="Space Grotesk Medium"/>
                <a:cs typeface="Space Grotesk Medium"/>
                <a:sym typeface="Space Grotesk Medium"/>
              </a:rPr>
              <a:t>Challenge</a:t>
            </a:r>
            <a:endParaRPr sz="900">
              <a:solidFill>
                <a:srgbClr val="091A23"/>
              </a:solidFill>
              <a:latin typeface="Space Grotesk Medium"/>
              <a:ea typeface="Space Grotesk Medium"/>
              <a:cs typeface="Space Grotesk Medium"/>
              <a:sym typeface="Space Grotesk Medium"/>
            </a:endParaRPr>
          </a:p>
        </p:txBody>
      </p:sp>
      <p:sp>
        <p:nvSpPr>
          <p:cNvPr id="232" name="Google Shape;232;p38"/>
          <p:cNvSpPr txBox="1"/>
          <p:nvPr/>
        </p:nvSpPr>
        <p:spPr>
          <a:xfrm>
            <a:off x="2295374" y="3177450"/>
            <a:ext cx="1332300" cy="1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900">
                <a:solidFill>
                  <a:srgbClr val="091A23"/>
                </a:solidFill>
                <a:latin typeface="Space Grotesk Medium"/>
                <a:ea typeface="Space Grotesk Medium"/>
                <a:cs typeface="Space Grotesk Medium"/>
                <a:sym typeface="Space Grotesk Medium"/>
              </a:rPr>
              <a:t>Solution</a:t>
            </a:r>
            <a:endParaRPr sz="900">
              <a:solidFill>
                <a:srgbClr val="091A23"/>
              </a:solidFill>
              <a:latin typeface="Space Grotesk Medium"/>
              <a:ea typeface="Space Grotesk Medium"/>
              <a:cs typeface="Space Grotesk Medium"/>
              <a:sym typeface="Space Grotesk Medium"/>
            </a:endParaRPr>
          </a:p>
        </p:txBody>
      </p:sp>
      <p:sp>
        <p:nvSpPr>
          <p:cNvPr id="233" name="Google Shape;233;p38"/>
          <p:cNvSpPr txBox="1"/>
          <p:nvPr/>
        </p:nvSpPr>
        <p:spPr>
          <a:xfrm>
            <a:off x="4387424" y="3177450"/>
            <a:ext cx="1332300" cy="1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900">
                <a:solidFill>
                  <a:srgbClr val="091A23"/>
                </a:solidFill>
                <a:latin typeface="Space Grotesk Medium"/>
                <a:ea typeface="Space Grotesk Medium"/>
                <a:cs typeface="Space Grotesk Medium"/>
                <a:sym typeface="Space Grotesk Medium"/>
              </a:rPr>
              <a:t>Results</a:t>
            </a:r>
            <a:endParaRPr sz="900">
              <a:solidFill>
                <a:srgbClr val="091A23"/>
              </a:solidFill>
              <a:latin typeface="Space Grotesk Medium"/>
              <a:ea typeface="Space Grotesk Medium"/>
              <a:cs typeface="Space Grotesk Medium"/>
              <a:sym typeface="Space Grotesk Medium"/>
            </a:endParaRPr>
          </a:p>
        </p:txBody>
      </p:sp>
      <p:pic>
        <p:nvPicPr>
          <p:cNvPr id="234" name="Google Shape;234;p38"/>
          <p:cNvPicPr preferRelativeResize="0"/>
          <p:nvPr/>
        </p:nvPicPr>
        <p:blipFill>
          <a:blip r:embed="rId3">
            <a:alphaModFix/>
          </a:blip>
          <a:stretch>
            <a:fillRect/>
          </a:stretch>
        </p:blipFill>
        <p:spPr>
          <a:xfrm>
            <a:off x="298725" y="2826526"/>
            <a:ext cx="232657" cy="229425"/>
          </a:xfrm>
          <a:prstGeom prst="rect">
            <a:avLst/>
          </a:prstGeom>
          <a:noFill/>
          <a:ln>
            <a:noFill/>
          </a:ln>
        </p:spPr>
      </p:pic>
      <p:pic>
        <p:nvPicPr>
          <p:cNvPr id="235" name="Google Shape;235;p38"/>
          <p:cNvPicPr preferRelativeResize="0"/>
          <p:nvPr/>
        </p:nvPicPr>
        <p:blipFill>
          <a:blip r:embed="rId4">
            <a:alphaModFix/>
          </a:blip>
          <a:stretch>
            <a:fillRect/>
          </a:stretch>
        </p:blipFill>
        <p:spPr>
          <a:xfrm>
            <a:off x="2295375" y="2826525"/>
            <a:ext cx="300340" cy="229425"/>
          </a:xfrm>
          <a:prstGeom prst="rect">
            <a:avLst/>
          </a:prstGeom>
          <a:noFill/>
          <a:ln>
            <a:noFill/>
          </a:ln>
        </p:spPr>
      </p:pic>
      <p:pic>
        <p:nvPicPr>
          <p:cNvPr id="236" name="Google Shape;236;p38"/>
          <p:cNvPicPr preferRelativeResize="0"/>
          <p:nvPr/>
        </p:nvPicPr>
        <p:blipFill>
          <a:blip r:embed="rId5">
            <a:alphaModFix/>
          </a:blip>
          <a:stretch>
            <a:fillRect/>
          </a:stretch>
        </p:blipFill>
        <p:spPr>
          <a:xfrm>
            <a:off x="4387425" y="2821625"/>
            <a:ext cx="239531" cy="246300"/>
          </a:xfrm>
          <a:prstGeom prst="rect">
            <a:avLst/>
          </a:prstGeom>
          <a:noFill/>
          <a:ln>
            <a:noFill/>
          </a:ln>
        </p:spPr>
      </p:pic>
      <p:sp>
        <p:nvSpPr>
          <p:cNvPr id="237" name="Google Shape;237;p38"/>
          <p:cNvSpPr txBox="1"/>
          <p:nvPr>
            <p:ph idx="3" type="body"/>
          </p:nvPr>
        </p:nvSpPr>
        <p:spPr>
          <a:xfrm>
            <a:off x="318200" y="3439175"/>
            <a:ext cx="1473300" cy="1172400"/>
          </a:xfrm>
          <a:prstGeom prst="rect">
            <a:avLst/>
          </a:prstGeom>
        </p:spPr>
        <p:txBody>
          <a:bodyPr anchorCtr="0" anchor="t" bIns="0" lIns="0" spcFirstLastPara="1" rIns="0" wrap="square" tIns="0">
            <a:noAutofit/>
          </a:bodyPr>
          <a:lstStyle>
            <a:lvl1pPr indent="-273050" lvl="0" marL="457200">
              <a:spcBef>
                <a:spcPts val="0"/>
              </a:spcBef>
              <a:spcAft>
                <a:spcPts val="0"/>
              </a:spcAft>
              <a:buSzPts val="700"/>
              <a:buFont typeface="Space Grotesk"/>
              <a:buChar char="●"/>
              <a:defRPr sz="700">
                <a:latin typeface="Space Grotesk"/>
                <a:ea typeface="Space Grotesk"/>
                <a:cs typeface="Space Grotesk"/>
                <a:sym typeface="Space Grotesk"/>
              </a:defRPr>
            </a:lvl1pPr>
            <a:lvl2pPr indent="-273050" lvl="1" marL="914400">
              <a:spcBef>
                <a:spcPts val="0"/>
              </a:spcBef>
              <a:spcAft>
                <a:spcPts val="0"/>
              </a:spcAft>
              <a:buSzPts val="700"/>
              <a:buFont typeface="Space Grotesk"/>
              <a:buChar char="○"/>
              <a:defRPr sz="700">
                <a:latin typeface="Space Grotesk"/>
                <a:ea typeface="Space Grotesk"/>
                <a:cs typeface="Space Grotesk"/>
                <a:sym typeface="Space Grotesk"/>
              </a:defRPr>
            </a:lvl2pPr>
            <a:lvl3pPr indent="-273050" lvl="2" marL="1371600">
              <a:spcBef>
                <a:spcPts val="0"/>
              </a:spcBef>
              <a:spcAft>
                <a:spcPts val="0"/>
              </a:spcAft>
              <a:buSzPts val="700"/>
              <a:buFont typeface="Space Grotesk"/>
              <a:buChar char="■"/>
              <a:defRPr sz="700">
                <a:latin typeface="Space Grotesk"/>
                <a:ea typeface="Space Grotesk"/>
                <a:cs typeface="Space Grotesk"/>
                <a:sym typeface="Space Grotesk"/>
              </a:defRPr>
            </a:lvl3pPr>
            <a:lvl4pPr indent="-273050" lvl="3" marL="1828800">
              <a:spcBef>
                <a:spcPts val="0"/>
              </a:spcBef>
              <a:spcAft>
                <a:spcPts val="0"/>
              </a:spcAft>
              <a:buSzPts val="700"/>
              <a:buFont typeface="Space Grotesk"/>
              <a:buChar char="●"/>
              <a:defRPr sz="700">
                <a:latin typeface="Space Grotesk"/>
                <a:ea typeface="Space Grotesk"/>
                <a:cs typeface="Space Grotesk"/>
                <a:sym typeface="Space Grotesk"/>
              </a:defRPr>
            </a:lvl4pPr>
            <a:lvl5pPr indent="-273050" lvl="4" marL="2286000">
              <a:spcBef>
                <a:spcPts val="0"/>
              </a:spcBef>
              <a:spcAft>
                <a:spcPts val="0"/>
              </a:spcAft>
              <a:buSzPts val="700"/>
              <a:buFont typeface="Space Grotesk"/>
              <a:buChar char="○"/>
              <a:defRPr sz="700">
                <a:latin typeface="Space Grotesk"/>
                <a:ea typeface="Space Grotesk"/>
                <a:cs typeface="Space Grotesk"/>
                <a:sym typeface="Space Grotesk"/>
              </a:defRPr>
            </a:lvl5pPr>
            <a:lvl6pPr indent="-273050" lvl="5" marL="2743200">
              <a:spcBef>
                <a:spcPts val="0"/>
              </a:spcBef>
              <a:spcAft>
                <a:spcPts val="0"/>
              </a:spcAft>
              <a:buSzPts val="700"/>
              <a:buFont typeface="Space Grotesk"/>
              <a:buChar char="■"/>
              <a:defRPr sz="700">
                <a:latin typeface="Space Grotesk"/>
                <a:ea typeface="Space Grotesk"/>
                <a:cs typeface="Space Grotesk"/>
                <a:sym typeface="Space Grotesk"/>
              </a:defRPr>
            </a:lvl6pPr>
            <a:lvl7pPr indent="-273050" lvl="6" marL="3200400">
              <a:spcBef>
                <a:spcPts val="0"/>
              </a:spcBef>
              <a:spcAft>
                <a:spcPts val="0"/>
              </a:spcAft>
              <a:buSzPts val="700"/>
              <a:buFont typeface="Space Grotesk"/>
              <a:buChar char="●"/>
              <a:defRPr sz="700">
                <a:latin typeface="Space Grotesk"/>
                <a:ea typeface="Space Grotesk"/>
                <a:cs typeface="Space Grotesk"/>
                <a:sym typeface="Space Grotesk"/>
              </a:defRPr>
            </a:lvl7pPr>
            <a:lvl8pPr indent="-273050" lvl="7" marL="3657600">
              <a:spcBef>
                <a:spcPts val="0"/>
              </a:spcBef>
              <a:spcAft>
                <a:spcPts val="0"/>
              </a:spcAft>
              <a:buSzPts val="700"/>
              <a:buFont typeface="Space Grotesk"/>
              <a:buChar char="○"/>
              <a:defRPr sz="700">
                <a:latin typeface="Space Grotesk"/>
                <a:ea typeface="Space Grotesk"/>
                <a:cs typeface="Space Grotesk"/>
                <a:sym typeface="Space Grotesk"/>
              </a:defRPr>
            </a:lvl8pPr>
            <a:lvl9pPr indent="-273050" lvl="8" marL="4114800">
              <a:spcBef>
                <a:spcPts val="0"/>
              </a:spcBef>
              <a:spcAft>
                <a:spcPts val="0"/>
              </a:spcAft>
              <a:buSzPts val="700"/>
              <a:buFont typeface="Space Grotesk"/>
              <a:buChar char="■"/>
              <a:defRPr sz="700">
                <a:latin typeface="Space Grotesk"/>
                <a:ea typeface="Space Grotesk"/>
                <a:cs typeface="Space Grotesk"/>
                <a:sym typeface="Space Grotesk"/>
              </a:defRPr>
            </a:lvl9pPr>
          </a:lstStyle>
          <a:p/>
        </p:txBody>
      </p:sp>
      <p:sp>
        <p:nvSpPr>
          <p:cNvPr id="238" name="Google Shape;238;p38"/>
          <p:cNvSpPr txBox="1"/>
          <p:nvPr>
            <p:ph idx="4" type="body"/>
          </p:nvPr>
        </p:nvSpPr>
        <p:spPr>
          <a:xfrm>
            <a:off x="2295375" y="3439175"/>
            <a:ext cx="1473300" cy="1172400"/>
          </a:xfrm>
          <a:prstGeom prst="rect">
            <a:avLst/>
          </a:prstGeom>
        </p:spPr>
        <p:txBody>
          <a:bodyPr anchorCtr="0" anchor="t" bIns="0" lIns="0" spcFirstLastPara="1" rIns="0" wrap="square" tIns="0">
            <a:noAutofit/>
          </a:bodyPr>
          <a:lstStyle>
            <a:lvl1pPr indent="-273050" lvl="0" marL="457200">
              <a:spcBef>
                <a:spcPts val="0"/>
              </a:spcBef>
              <a:spcAft>
                <a:spcPts val="0"/>
              </a:spcAft>
              <a:buSzPts val="700"/>
              <a:buFont typeface="Space Grotesk"/>
              <a:buChar char="●"/>
              <a:defRPr sz="700">
                <a:latin typeface="Space Grotesk"/>
                <a:ea typeface="Space Grotesk"/>
                <a:cs typeface="Space Grotesk"/>
                <a:sym typeface="Space Grotesk"/>
              </a:defRPr>
            </a:lvl1pPr>
            <a:lvl2pPr indent="-273050" lvl="1" marL="914400">
              <a:spcBef>
                <a:spcPts val="0"/>
              </a:spcBef>
              <a:spcAft>
                <a:spcPts val="0"/>
              </a:spcAft>
              <a:buSzPts val="700"/>
              <a:buFont typeface="Space Grotesk"/>
              <a:buChar char="○"/>
              <a:defRPr sz="700">
                <a:latin typeface="Space Grotesk"/>
                <a:ea typeface="Space Grotesk"/>
                <a:cs typeface="Space Grotesk"/>
                <a:sym typeface="Space Grotesk"/>
              </a:defRPr>
            </a:lvl2pPr>
            <a:lvl3pPr indent="-273050" lvl="2" marL="1371600">
              <a:spcBef>
                <a:spcPts val="0"/>
              </a:spcBef>
              <a:spcAft>
                <a:spcPts val="0"/>
              </a:spcAft>
              <a:buSzPts val="700"/>
              <a:buFont typeface="Space Grotesk"/>
              <a:buChar char="■"/>
              <a:defRPr sz="700">
                <a:latin typeface="Space Grotesk"/>
                <a:ea typeface="Space Grotesk"/>
                <a:cs typeface="Space Grotesk"/>
                <a:sym typeface="Space Grotesk"/>
              </a:defRPr>
            </a:lvl3pPr>
            <a:lvl4pPr indent="-273050" lvl="3" marL="1828800">
              <a:spcBef>
                <a:spcPts val="0"/>
              </a:spcBef>
              <a:spcAft>
                <a:spcPts val="0"/>
              </a:spcAft>
              <a:buSzPts val="700"/>
              <a:buFont typeface="Space Grotesk"/>
              <a:buChar char="●"/>
              <a:defRPr sz="700">
                <a:latin typeface="Space Grotesk"/>
                <a:ea typeface="Space Grotesk"/>
                <a:cs typeface="Space Grotesk"/>
                <a:sym typeface="Space Grotesk"/>
              </a:defRPr>
            </a:lvl4pPr>
            <a:lvl5pPr indent="-273050" lvl="4" marL="2286000">
              <a:spcBef>
                <a:spcPts val="0"/>
              </a:spcBef>
              <a:spcAft>
                <a:spcPts val="0"/>
              </a:spcAft>
              <a:buSzPts val="700"/>
              <a:buFont typeface="Space Grotesk"/>
              <a:buChar char="○"/>
              <a:defRPr sz="700">
                <a:latin typeface="Space Grotesk"/>
                <a:ea typeface="Space Grotesk"/>
                <a:cs typeface="Space Grotesk"/>
                <a:sym typeface="Space Grotesk"/>
              </a:defRPr>
            </a:lvl5pPr>
            <a:lvl6pPr indent="-273050" lvl="5" marL="2743200">
              <a:spcBef>
                <a:spcPts val="0"/>
              </a:spcBef>
              <a:spcAft>
                <a:spcPts val="0"/>
              </a:spcAft>
              <a:buSzPts val="700"/>
              <a:buFont typeface="Space Grotesk"/>
              <a:buChar char="■"/>
              <a:defRPr sz="700">
                <a:latin typeface="Space Grotesk"/>
                <a:ea typeface="Space Grotesk"/>
                <a:cs typeface="Space Grotesk"/>
                <a:sym typeface="Space Grotesk"/>
              </a:defRPr>
            </a:lvl6pPr>
            <a:lvl7pPr indent="-273050" lvl="6" marL="3200400">
              <a:spcBef>
                <a:spcPts val="0"/>
              </a:spcBef>
              <a:spcAft>
                <a:spcPts val="0"/>
              </a:spcAft>
              <a:buSzPts val="700"/>
              <a:buFont typeface="Space Grotesk"/>
              <a:buChar char="●"/>
              <a:defRPr sz="700">
                <a:latin typeface="Space Grotesk"/>
                <a:ea typeface="Space Grotesk"/>
                <a:cs typeface="Space Grotesk"/>
                <a:sym typeface="Space Grotesk"/>
              </a:defRPr>
            </a:lvl7pPr>
            <a:lvl8pPr indent="-273050" lvl="7" marL="3657600">
              <a:spcBef>
                <a:spcPts val="0"/>
              </a:spcBef>
              <a:spcAft>
                <a:spcPts val="0"/>
              </a:spcAft>
              <a:buSzPts val="700"/>
              <a:buFont typeface="Space Grotesk"/>
              <a:buChar char="○"/>
              <a:defRPr sz="700">
                <a:latin typeface="Space Grotesk"/>
                <a:ea typeface="Space Grotesk"/>
                <a:cs typeface="Space Grotesk"/>
                <a:sym typeface="Space Grotesk"/>
              </a:defRPr>
            </a:lvl8pPr>
            <a:lvl9pPr indent="-273050" lvl="8" marL="4114800">
              <a:spcBef>
                <a:spcPts val="0"/>
              </a:spcBef>
              <a:spcAft>
                <a:spcPts val="0"/>
              </a:spcAft>
              <a:buSzPts val="700"/>
              <a:buFont typeface="Space Grotesk"/>
              <a:buChar char="■"/>
              <a:defRPr sz="700">
                <a:latin typeface="Space Grotesk"/>
                <a:ea typeface="Space Grotesk"/>
                <a:cs typeface="Space Grotesk"/>
                <a:sym typeface="Space Grotesk"/>
              </a:defRPr>
            </a:lvl9pPr>
          </a:lstStyle>
          <a:p/>
        </p:txBody>
      </p:sp>
      <p:sp>
        <p:nvSpPr>
          <p:cNvPr id="239" name="Google Shape;239;p38"/>
          <p:cNvSpPr txBox="1"/>
          <p:nvPr>
            <p:ph idx="5" type="body"/>
          </p:nvPr>
        </p:nvSpPr>
        <p:spPr>
          <a:xfrm>
            <a:off x="4387425" y="3439175"/>
            <a:ext cx="1473300" cy="1172400"/>
          </a:xfrm>
          <a:prstGeom prst="rect">
            <a:avLst/>
          </a:prstGeom>
        </p:spPr>
        <p:txBody>
          <a:bodyPr anchorCtr="0" anchor="t" bIns="0" lIns="0" spcFirstLastPara="1" rIns="0" wrap="square" tIns="0">
            <a:noAutofit/>
          </a:bodyPr>
          <a:lstStyle>
            <a:lvl1pPr indent="-273050" lvl="0" marL="457200">
              <a:spcBef>
                <a:spcPts val="0"/>
              </a:spcBef>
              <a:spcAft>
                <a:spcPts val="0"/>
              </a:spcAft>
              <a:buSzPts val="700"/>
              <a:buFont typeface="Space Grotesk"/>
              <a:buChar char="●"/>
              <a:defRPr sz="700">
                <a:latin typeface="Space Grotesk"/>
                <a:ea typeface="Space Grotesk"/>
                <a:cs typeface="Space Grotesk"/>
                <a:sym typeface="Space Grotesk"/>
              </a:defRPr>
            </a:lvl1pPr>
            <a:lvl2pPr indent="-273050" lvl="1" marL="914400">
              <a:spcBef>
                <a:spcPts val="0"/>
              </a:spcBef>
              <a:spcAft>
                <a:spcPts val="0"/>
              </a:spcAft>
              <a:buSzPts val="700"/>
              <a:buFont typeface="Space Grotesk"/>
              <a:buChar char="○"/>
              <a:defRPr sz="700">
                <a:latin typeface="Space Grotesk"/>
                <a:ea typeface="Space Grotesk"/>
                <a:cs typeface="Space Grotesk"/>
                <a:sym typeface="Space Grotesk"/>
              </a:defRPr>
            </a:lvl2pPr>
            <a:lvl3pPr indent="-273050" lvl="2" marL="1371600">
              <a:spcBef>
                <a:spcPts val="0"/>
              </a:spcBef>
              <a:spcAft>
                <a:spcPts val="0"/>
              </a:spcAft>
              <a:buSzPts val="700"/>
              <a:buFont typeface="Space Grotesk"/>
              <a:buChar char="■"/>
              <a:defRPr sz="700">
                <a:latin typeface="Space Grotesk"/>
                <a:ea typeface="Space Grotesk"/>
                <a:cs typeface="Space Grotesk"/>
                <a:sym typeface="Space Grotesk"/>
              </a:defRPr>
            </a:lvl3pPr>
            <a:lvl4pPr indent="-273050" lvl="3" marL="1828800">
              <a:spcBef>
                <a:spcPts val="0"/>
              </a:spcBef>
              <a:spcAft>
                <a:spcPts val="0"/>
              </a:spcAft>
              <a:buSzPts val="700"/>
              <a:buFont typeface="Space Grotesk"/>
              <a:buChar char="●"/>
              <a:defRPr sz="700">
                <a:latin typeface="Space Grotesk"/>
                <a:ea typeface="Space Grotesk"/>
                <a:cs typeface="Space Grotesk"/>
                <a:sym typeface="Space Grotesk"/>
              </a:defRPr>
            </a:lvl4pPr>
            <a:lvl5pPr indent="-273050" lvl="4" marL="2286000">
              <a:spcBef>
                <a:spcPts val="0"/>
              </a:spcBef>
              <a:spcAft>
                <a:spcPts val="0"/>
              </a:spcAft>
              <a:buSzPts val="700"/>
              <a:buFont typeface="Space Grotesk"/>
              <a:buChar char="○"/>
              <a:defRPr sz="700">
                <a:latin typeface="Space Grotesk"/>
                <a:ea typeface="Space Grotesk"/>
                <a:cs typeface="Space Grotesk"/>
                <a:sym typeface="Space Grotesk"/>
              </a:defRPr>
            </a:lvl5pPr>
            <a:lvl6pPr indent="-273050" lvl="5" marL="2743200">
              <a:spcBef>
                <a:spcPts val="0"/>
              </a:spcBef>
              <a:spcAft>
                <a:spcPts val="0"/>
              </a:spcAft>
              <a:buSzPts val="700"/>
              <a:buFont typeface="Space Grotesk"/>
              <a:buChar char="■"/>
              <a:defRPr sz="700">
                <a:latin typeface="Space Grotesk"/>
                <a:ea typeface="Space Grotesk"/>
                <a:cs typeface="Space Grotesk"/>
                <a:sym typeface="Space Grotesk"/>
              </a:defRPr>
            </a:lvl6pPr>
            <a:lvl7pPr indent="-273050" lvl="6" marL="3200400">
              <a:spcBef>
                <a:spcPts val="0"/>
              </a:spcBef>
              <a:spcAft>
                <a:spcPts val="0"/>
              </a:spcAft>
              <a:buSzPts val="700"/>
              <a:buFont typeface="Space Grotesk"/>
              <a:buChar char="●"/>
              <a:defRPr sz="700">
                <a:latin typeface="Space Grotesk"/>
                <a:ea typeface="Space Grotesk"/>
                <a:cs typeface="Space Grotesk"/>
                <a:sym typeface="Space Grotesk"/>
              </a:defRPr>
            </a:lvl7pPr>
            <a:lvl8pPr indent="-273050" lvl="7" marL="3657600">
              <a:spcBef>
                <a:spcPts val="0"/>
              </a:spcBef>
              <a:spcAft>
                <a:spcPts val="0"/>
              </a:spcAft>
              <a:buSzPts val="700"/>
              <a:buFont typeface="Space Grotesk"/>
              <a:buChar char="○"/>
              <a:defRPr sz="700">
                <a:latin typeface="Space Grotesk"/>
                <a:ea typeface="Space Grotesk"/>
                <a:cs typeface="Space Grotesk"/>
                <a:sym typeface="Space Grotesk"/>
              </a:defRPr>
            </a:lvl8pPr>
            <a:lvl9pPr indent="-273050" lvl="8" marL="4114800">
              <a:spcBef>
                <a:spcPts val="0"/>
              </a:spcBef>
              <a:spcAft>
                <a:spcPts val="0"/>
              </a:spcAft>
              <a:buSzPts val="700"/>
              <a:buFont typeface="Space Grotesk"/>
              <a:buChar char="■"/>
              <a:defRPr sz="700">
                <a:latin typeface="Space Grotesk"/>
                <a:ea typeface="Space Grotesk"/>
                <a:cs typeface="Space Grotesk"/>
                <a:sym typeface="Space Grotesk"/>
              </a:defRPr>
            </a:lvl9pPr>
          </a:lstStyle>
          <a:p/>
        </p:txBody>
      </p:sp>
      <p:sp>
        <p:nvSpPr>
          <p:cNvPr id="240" name="Google Shape;240;p38"/>
          <p:cNvSpPr txBox="1"/>
          <p:nvPr>
            <p:ph type="title"/>
          </p:nvPr>
        </p:nvSpPr>
        <p:spPr>
          <a:xfrm>
            <a:off x="298725" y="1017175"/>
            <a:ext cx="3399900" cy="2295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900"/>
              <a:buFont typeface="Space Grotesk Medium"/>
              <a:buNone/>
              <a:defRPr sz="900">
                <a:latin typeface="Space Grotesk Medium"/>
                <a:ea typeface="Space Grotesk Medium"/>
                <a:cs typeface="Space Grotesk Medium"/>
                <a:sym typeface="Space Grotesk Medium"/>
              </a:defRPr>
            </a:lvl2pPr>
            <a:lvl3pPr lvl="2">
              <a:spcBef>
                <a:spcPts val="0"/>
              </a:spcBef>
              <a:spcAft>
                <a:spcPts val="0"/>
              </a:spcAft>
              <a:buSzPts val="900"/>
              <a:buFont typeface="Space Grotesk Medium"/>
              <a:buNone/>
              <a:defRPr sz="900">
                <a:latin typeface="Space Grotesk Medium"/>
                <a:ea typeface="Space Grotesk Medium"/>
                <a:cs typeface="Space Grotesk Medium"/>
                <a:sym typeface="Space Grotesk Medium"/>
              </a:defRPr>
            </a:lvl3pPr>
            <a:lvl4pPr lvl="3">
              <a:spcBef>
                <a:spcPts val="0"/>
              </a:spcBef>
              <a:spcAft>
                <a:spcPts val="0"/>
              </a:spcAft>
              <a:buSzPts val="900"/>
              <a:buFont typeface="Space Grotesk Medium"/>
              <a:buNone/>
              <a:defRPr sz="900">
                <a:latin typeface="Space Grotesk Medium"/>
                <a:ea typeface="Space Grotesk Medium"/>
                <a:cs typeface="Space Grotesk Medium"/>
                <a:sym typeface="Space Grotesk Medium"/>
              </a:defRPr>
            </a:lvl4pPr>
            <a:lvl5pPr lvl="4">
              <a:spcBef>
                <a:spcPts val="0"/>
              </a:spcBef>
              <a:spcAft>
                <a:spcPts val="0"/>
              </a:spcAft>
              <a:buSzPts val="900"/>
              <a:buFont typeface="Space Grotesk Medium"/>
              <a:buNone/>
              <a:defRPr sz="900">
                <a:latin typeface="Space Grotesk Medium"/>
                <a:ea typeface="Space Grotesk Medium"/>
                <a:cs typeface="Space Grotesk Medium"/>
                <a:sym typeface="Space Grotesk Medium"/>
              </a:defRPr>
            </a:lvl5pPr>
            <a:lvl6pPr lvl="5">
              <a:spcBef>
                <a:spcPts val="0"/>
              </a:spcBef>
              <a:spcAft>
                <a:spcPts val="0"/>
              </a:spcAft>
              <a:buSzPts val="900"/>
              <a:buFont typeface="Space Grotesk Medium"/>
              <a:buNone/>
              <a:defRPr sz="900">
                <a:latin typeface="Space Grotesk Medium"/>
                <a:ea typeface="Space Grotesk Medium"/>
                <a:cs typeface="Space Grotesk Medium"/>
                <a:sym typeface="Space Grotesk Medium"/>
              </a:defRPr>
            </a:lvl6pPr>
            <a:lvl7pPr lvl="6">
              <a:spcBef>
                <a:spcPts val="0"/>
              </a:spcBef>
              <a:spcAft>
                <a:spcPts val="0"/>
              </a:spcAft>
              <a:buSzPts val="900"/>
              <a:buFont typeface="Space Grotesk Medium"/>
              <a:buNone/>
              <a:defRPr sz="900">
                <a:latin typeface="Space Grotesk Medium"/>
                <a:ea typeface="Space Grotesk Medium"/>
                <a:cs typeface="Space Grotesk Medium"/>
                <a:sym typeface="Space Grotesk Medium"/>
              </a:defRPr>
            </a:lvl7pPr>
            <a:lvl8pPr lvl="7">
              <a:spcBef>
                <a:spcPts val="0"/>
              </a:spcBef>
              <a:spcAft>
                <a:spcPts val="0"/>
              </a:spcAft>
              <a:buSzPts val="900"/>
              <a:buFont typeface="Space Grotesk Medium"/>
              <a:buNone/>
              <a:defRPr sz="900">
                <a:latin typeface="Space Grotesk Medium"/>
                <a:ea typeface="Space Grotesk Medium"/>
                <a:cs typeface="Space Grotesk Medium"/>
                <a:sym typeface="Space Grotesk Medium"/>
              </a:defRPr>
            </a:lvl8pPr>
            <a:lvl9pPr lvl="8">
              <a:spcBef>
                <a:spcPts val="0"/>
              </a:spcBef>
              <a:spcAft>
                <a:spcPts val="0"/>
              </a:spcAft>
              <a:buSzPts val="900"/>
              <a:buFont typeface="Space Grotesk Medium"/>
              <a:buNone/>
              <a:defRPr sz="900">
                <a:latin typeface="Space Grotesk Medium"/>
                <a:ea typeface="Space Grotesk Medium"/>
                <a:cs typeface="Space Grotesk Medium"/>
                <a:sym typeface="Space Grotesk Medium"/>
              </a:defRPr>
            </a:lvl9pPr>
          </a:lstStyle>
          <a:p/>
        </p:txBody>
      </p:sp>
      <p:sp>
        <p:nvSpPr>
          <p:cNvPr id="241" name="Google Shape;241;p38"/>
          <p:cNvSpPr txBox="1"/>
          <p:nvPr>
            <p:ph idx="6" type="body"/>
          </p:nvPr>
        </p:nvSpPr>
        <p:spPr>
          <a:xfrm>
            <a:off x="6687175" y="1015450"/>
            <a:ext cx="2188500" cy="10983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accent4"/>
              </a:buClr>
              <a:buSzPts val="900"/>
              <a:buFont typeface="Space Grotesk"/>
              <a:buChar char="●"/>
              <a:defRPr sz="900">
                <a:solidFill>
                  <a:schemeClr val="accent4"/>
                </a:solidFill>
                <a:latin typeface="Space Grotesk"/>
                <a:ea typeface="Space Grotesk"/>
                <a:cs typeface="Space Grotesk"/>
                <a:sym typeface="Space Grotesk"/>
              </a:defRPr>
            </a:lvl1pPr>
            <a:lvl2pPr indent="-285750" lvl="1" marL="914400">
              <a:spcBef>
                <a:spcPts val="0"/>
              </a:spcBef>
              <a:spcAft>
                <a:spcPts val="0"/>
              </a:spcAft>
              <a:buClr>
                <a:schemeClr val="accent4"/>
              </a:buClr>
              <a:buSzPts val="900"/>
              <a:buFont typeface="Space Grotesk"/>
              <a:buChar char="○"/>
              <a:defRPr sz="900">
                <a:solidFill>
                  <a:schemeClr val="accent4"/>
                </a:solidFill>
                <a:latin typeface="Space Grotesk"/>
                <a:ea typeface="Space Grotesk"/>
                <a:cs typeface="Space Grotesk"/>
                <a:sym typeface="Space Grotesk"/>
              </a:defRPr>
            </a:lvl2pPr>
            <a:lvl3pPr indent="-285750" lvl="2" marL="1371600">
              <a:spcBef>
                <a:spcPts val="0"/>
              </a:spcBef>
              <a:spcAft>
                <a:spcPts val="0"/>
              </a:spcAft>
              <a:buClr>
                <a:schemeClr val="accent4"/>
              </a:buClr>
              <a:buSzPts val="900"/>
              <a:buFont typeface="Space Grotesk"/>
              <a:buChar char="■"/>
              <a:defRPr sz="900">
                <a:solidFill>
                  <a:schemeClr val="accent4"/>
                </a:solidFill>
                <a:latin typeface="Space Grotesk"/>
                <a:ea typeface="Space Grotesk"/>
                <a:cs typeface="Space Grotesk"/>
                <a:sym typeface="Space Grotesk"/>
              </a:defRPr>
            </a:lvl3pPr>
            <a:lvl4pPr indent="-285750" lvl="3" marL="1828800">
              <a:spcBef>
                <a:spcPts val="0"/>
              </a:spcBef>
              <a:spcAft>
                <a:spcPts val="0"/>
              </a:spcAft>
              <a:buClr>
                <a:schemeClr val="accent4"/>
              </a:buClr>
              <a:buSzPts val="900"/>
              <a:buFont typeface="Space Grotesk"/>
              <a:buChar char="●"/>
              <a:defRPr sz="900">
                <a:solidFill>
                  <a:schemeClr val="accent4"/>
                </a:solidFill>
                <a:latin typeface="Space Grotesk"/>
                <a:ea typeface="Space Grotesk"/>
                <a:cs typeface="Space Grotesk"/>
                <a:sym typeface="Space Grotesk"/>
              </a:defRPr>
            </a:lvl4pPr>
            <a:lvl5pPr indent="-285750" lvl="4" marL="2286000">
              <a:spcBef>
                <a:spcPts val="0"/>
              </a:spcBef>
              <a:spcAft>
                <a:spcPts val="0"/>
              </a:spcAft>
              <a:buClr>
                <a:schemeClr val="accent4"/>
              </a:buClr>
              <a:buSzPts val="900"/>
              <a:buFont typeface="Space Grotesk"/>
              <a:buChar char="○"/>
              <a:defRPr sz="900">
                <a:solidFill>
                  <a:schemeClr val="accent4"/>
                </a:solidFill>
                <a:latin typeface="Space Grotesk"/>
                <a:ea typeface="Space Grotesk"/>
                <a:cs typeface="Space Grotesk"/>
                <a:sym typeface="Space Grotesk"/>
              </a:defRPr>
            </a:lvl5pPr>
            <a:lvl6pPr indent="-285750" lvl="5" marL="2743200">
              <a:spcBef>
                <a:spcPts val="0"/>
              </a:spcBef>
              <a:spcAft>
                <a:spcPts val="0"/>
              </a:spcAft>
              <a:buClr>
                <a:schemeClr val="accent4"/>
              </a:buClr>
              <a:buSzPts val="900"/>
              <a:buFont typeface="Space Grotesk"/>
              <a:buChar char="■"/>
              <a:defRPr sz="900">
                <a:solidFill>
                  <a:schemeClr val="accent4"/>
                </a:solidFill>
                <a:latin typeface="Space Grotesk"/>
                <a:ea typeface="Space Grotesk"/>
                <a:cs typeface="Space Grotesk"/>
                <a:sym typeface="Space Grotesk"/>
              </a:defRPr>
            </a:lvl6pPr>
            <a:lvl7pPr indent="-285750" lvl="6" marL="3200400">
              <a:spcBef>
                <a:spcPts val="0"/>
              </a:spcBef>
              <a:spcAft>
                <a:spcPts val="0"/>
              </a:spcAft>
              <a:buClr>
                <a:schemeClr val="accent4"/>
              </a:buClr>
              <a:buSzPts val="900"/>
              <a:buFont typeface="Space Grotesk"/>
              <a:buChar char="●"/>
              <a:defRPr sz="900">
                <a:solidFill>
                  <a:schemeClr val="accent4"/>
                </a:solidFill>
                <a:latin typeface="Space Grotesk"/>
                <a:ea typeface="Space Grotesk"/>
                <a:cs typeface="Space Grotesk"/>
                <a:sym typeface="Space Grotesk"/>
              </a:defRPr>
            </a:lvl7pPr>
            <a:lvl8pPr indent="-285750" lvl="7" marL="3657600">
              <a:spcBef>
                <a:spcPts val="0"/>
              </a:spcBef>
              <a:spcAft>
                <a:spcPts val="0"/>
              </a:spcAft>
              <a:buClr>
                <a:schemeClr val="accent4"/>
              </a:buClr>
              <a:buSzPts val="900"/>
              <a:buFont typeface="Space Grotesk"/>
              <a:buChar char="○"/>
              <a:defRPr sz="900">
                <a:solidFill>
                  <a:schemeClr val="accent4"/>
                </a:solidFill>
                <a:latin typeface="Space Grotesk"/>
                <a:ea typeface="Space Grotesk"/>
                <a:cs typeface="Space Grotesk"/>
                <a:sym typeface="Space Grotesk"/>
              </a:defRPr>
            </a:lvl8pPr>
            <a:lvl9pPr indent="-285750" lvl="8" marL="4114800">
              <a:spcBef>
                <a:spcPts val="0"/>
              </a:spcBef>
              <a:spcAft>
                <a:spcPts val="0"/>
              </a:spcAft>
              <a:buClr>
                <a:schemeClr val="accent4"/>
              </a:buClr>
              <a:buSzPts val="900"/>
              <a:buFont typeface="Space Grotesk"/>
              <a:buChar char="■"/>
              <a:defRPr sz="900">
                <a:solidFill>
                  <a:schemeClr val="accent4"/>
                </a:solidFill>
                <a:latin typeface="Space Grotesk"/>
                <a:ea typeface="Space Grotesk"/>
                <a:cs typeface="Space Grotesk"/>
                <a:sym typeface="Space Grotesk"/>
              </a:defRPr>
            </a:lvl9pPr>
          </a:lstStyle>
          <a:p/>
        </p:txBody>
      </p:sp>
      <p:cxnSp>
        <p:nvCxnSpPr>
          <p:cNvPr id="242" name="Google Shape;242;p38"/>
          <p:cNvCxnSpPr/>
          <p:nvPr/>
        </p:nvCxnSpPr>
        <p:spPr>
          <a:xfrm>
            <a:off x="298725" y="2563533"/>
            <a:ext cx="5658300" cy="0"/>
          </a:xfrm>
          <a:prstGeom prst="straightConnector1">
            <a:avLst/>
          </a:prstGeom>
          <a:noFill/>
          <a:ln cap="flat" cmpd="sng" w="9525">
            <a:solidFill>
              <a:srgbClr val="DDDDDD"/>
            </a:solidFill>
            <a:prstDash val="solid"/>
            <a:round/>
            <a:headEnd len="med" w="med" type="none"/>
            <a:tailEnd len="med" w="med" type="none"/>
          </a:ln>
        </p:spPr>
      </p:cxnSp>
      <p:sp>
        <p:nvSpPr>
          <p:cNvPr id="243" name="Google Shape;243;p38"/>
          <p:cNvSpPr txBox="1"/>
          <p:nvPr/>
        </p:nvSpPr>
        <p:spPr>
          <a:xfrm>
            <a:off x="4445355" y="1264825"/>
            <a:ext cx="422100" cy="246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700">
                <a:solidFill>
                  <a:srgbClr val="091A23"/>
                </a:solidFill>
                <a:latin typeface="Space Grotesk Medium"/>
                <a:ea typeface="Space Grotesk Medium"/>
                <a:cs typeface="Space Grotesk Medium"/>
                <a:sym typeface="Space Grotesk Medium"/>
              </a:rPr>
              <a:t>Industry: </a:t>
            </a:r>
            <a:r>
              <a:rPr b="1" lang="en" sz="700">
                <a:solidFill>
                  <a:srgbClr val="091A23"/>
                </a:solidFill>
                <a:latin typeface="Space Grotesk"/>
                <a:ea typeface="Space Grotesk"/>
                <a:cs typeface="Space Grotesk"/>
                <a:sym typeface="Space Grotesk"/>
              </a:rPr>
              <a:t> </a:t>
            </a:r>
            <a:endParaRPr sz="700">
              <a:solidFill>
                <a:srgbClr val="091A23"/>
              </a:solidFill>
              <a:latin typeface="Space Grotesk"/>
              <a:ea typeface="Space Grotesk"/>
              <a:cs typeface="Space Grotesk"/>
              <a:sym typeface="Space Grotesk"/>
            </a:endParaRPr>
          </a:p>
          <a:p>
            <a:pPr indent="0" lvl="0" marL="0" rtl="0" algn="l">
              <a:lnSpc>
                <a:spcPct val="115000"/>
              </a:lnSpc>
              <a:spcBef>
                <a:spcPts val="0"/>
              </a:spcBef>
              <a:spcAft>
                <a:spcPts val="0"/>
              </a:spcAft>
              <a:buNone/>
            </a:pPr>
            <a:r>
              <a:rPr lang="en" sz="700">
                <a:solidFill>
                  <a:srgbClr val="091A23"/>
                </a:solidFill>
                <a:latin typeface="Space Grotesk Medium"/>
                <a:ea typeface="Space Grotesk Medium"/>
                <a:cs typeface="Space Grotesk Medium"/>
                <a:sym typeface="Space Grotesk Medium"/>
              </a:rPr>
              <a:t>Country:</a:t>
            </a:r>
            <a:endParaRPr sz="700">
              <a:solidFill>
                <a:srgbClr val="091A23"/>
              </a:solidFill>
              <a:latin typeface="Space Grotesk"/>
              <a:ea typeface="Space Grotesk"/>
              <a:cs typeface="Space Grotesk"/>
              <a:sym typeface="Space Grotesk"/>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Layout - Charts">
  <p:cSld name="TITLE_AND_BODY_1_2_1_1">
    <p:bg>
      <p:bgPr>
        <a:solidFill>
          <a:schemeClr val="lt1"/>
        </a:solidFill>
      </p:bgPr>
    </p:bg>
    <p:spTree>
      <p:nvGrpSpPr>
        <p:cNvPr id="244" name="Shape 244"/>
        <p:cNvGrpSpPr/>
        <p:nvPr/>
      </p:nvGrpSpPr>
      <p:grpSpPr>
        <a:xfrm>
          <a:off x="0" y="0"/>
          <a:ext cx="0" cy="0"/>
          <a:chOff x="0" y="0"/>
          <a:chExt cx="0" cy="0"/>
        </a:xfrm>
      </p:grpSpPr>
      <p:sp>
        <p:nvSpPr>
          <p:cNvPr id="245" name="Google Shape;245;p39"/>
          <p:cNvSpPr/>
          <p:nvPr/>
        </p:nvSpPr>
        <p:spPr>
          <a:xfrm>
            <a:off x="0" y="0"/>
            <a:ext cx="3117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
        <p:nvSpPr>
          <p:cNvPr id="246" name="Google Shape;246;p39"/>
          <p:cNvSpPr txBox="1"/>
          <p:nvPr>
            <p:ph type="title"/>
          </p:nvPr>
        </p:nvSpPr>
        <p:spPr>
          <a:xfrm>
            <a:off x="298725" y="445025"/>
            <a:ext cx="2357100" cy="405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2400"/>
              <a:buNone/>
              <a:defRPr>
                <a:solidFill>
                  <a:schemeClr val="lt1"/>
                </a:solidFill>
              </a:defRPr>
            </a:lvl2pPr>
            <a:lvl3pPr lvl="2">
              <a:spcBef>
                <a:spcPts val="0"/>
              </a:spcBef>
              <a:spcAft>
                <a:spcPts val="0"/>
              </a:spcAft>
              <a:buClr>
                <a:schemeClr val="lt1"/>
              </a:buClr>
              <a:buSzPts val="2400"/>
              <a:buNone/>
              <a:defRPr>
                <a:solidFill>
                  <a:schemeClr val="lt1"/>
                </a:solidFill>
              </a:defRPr>
            </a:lvl3pPr>
            <a:lvl4pPr lvl="3">
              <a:spcBef>
                <a:spcPts val="0"/>
              </a:spcBef>
              <a:spcAft>
                <a:spcPts val="0"/>
              </a:spcAft>
              <a:buClr>
                <a:schemeClr val="lt1"/>
              </a:buClr>
              <a:buSzPts val="2400"/>
              <a:buNone/>
              <a:defRPr>
                <a:solidFill>
                  <a:schemeClr val="lt1"/>
                </a:solidFill>
              </a:defRPr>
            </a:lvl4pPr>
            <a:lvl5pPr lvl="4">
              <a:spcBef>
                <a:spcPts val="0"/>
              </a:spcBef>
              <a:spcAft>
                <a:spcPts val="0"/>
              </a:spcAft>
              <a:buClr>
                <a:schemeClr val="lt1"/>
              </a:buClr>
              <a:buSzPts val="2400"/>
              <a:buNone/>
              <a:defRPr>
                <a:solidFill>
                  <a:schemeClr val="lt1"/>
                </a:solidFill>
              </a:defRPr>
            </a:lvl5pPr>
            <a:lvl6pPr lvl="5">
              <a:spcBef>
                <a:spcPts val="0"/>
              </a:spcBef>
              <a:spcAft>
                <a:spcPts val="0"/>
              </a:spcAft>
              <a:buClr>
                <a:schemeClr val="lt1"/>
              </a:buClr>
              <a:buSzPts val="2400"/>
              <a:buNone/>
              <a:defRPr>
                <a:solidFill>
                  <a:schemeClr val="lt1"/>
                </a:solidFill>
              </a:defRPr>
            </a:lvl6pPr>
            <a:lvl7pPr lvl="6">
              <a:spcBef>
                <a:spcPts val="0"/>
              </a:spcBef>
              <a:spcAft>
                <a:spcPts val="0"/>
              </a:spcAft>
              <a:buClr>
                <a:schemeClr val="lt1"/>
              </a:buClr>
              <a:buSzPts val="2400"/>
              <a:buNone/>
              <a:defRPr>
                <a:solidFill>
                  <a:schemeClr val="lt1"/>
                </a:solidFill>
              </a:defRPr>
            </a:lvl7pPr>
            <a:lvl8pPr lvl="7">
              <a:spcBef>
                <a:spcPts val="0"/>
              </a:spcBef>
              <a:spcAft>
                <a:spcPts val="0"/>
              </a:spcAft>
              <a:buClr>
                <a:schemeClr val="lt1"/>
              </a:buClr>
              <a:buSzPts val="2400"/>
              <a:buNone/>
              <a:defRPr>
                <a:solidFill>
                  <a:schemeClr val="lt1"/>
                </a:solidFill>
              </a:defRPr>
            </a:lvl8pPr>
            <a:lvl9pPr lvl="8">
              <a:spcBef>
                <a:spcPts val="0"/>
              </a:spcBef>
              <a:spcAft>
                <a:spcPts val="0"/>
              </a:spcAft>
              <a:buClr>
                <a:schemeClr val="lt1"/>
              </a:buClr>
              <a:buSzPts val="2400"/>
              <a:buNone/>
              <a:defRPr>
                <a:solidFill>
                  <a:schemeClr val="lt1"/>
                </a:solidFill>
              </a:defRPr>
            </a:lvl9pPr>
          </a:lstStyle>
          <a:p/>
        </p:txBody>
      </p:sp>
      <p:sp>
        <p:nvSpPr>
          <p:cNvPr id="247" name="Google Shape;247;p39"/>
          <p:cNvSpPr txBox="1"/>
          <p:nvPr>
            <p:ph idx="1" type="body"/>
          </p:nvPr>
        </p:nvSpPr>
        <p:spPr>
          <a:xfrm>
            <a:off x="298725" y="1228675"/>
            <a:ext cx="2195400" cy="2883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1pPr>
            <a:lvl2pPr indent="-292100" lvl="1" marL="9144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2pPr>
            <a:lvl3pPr indent="-292100" lvl="2" marL="13716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3pPr>
            <a:lvl4pPr indent="-292100" lvl="3" marL="18288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4pPr>
            <a:lvl5pPr indent="-292100" lvl="4" marL="22860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5pPr>
            <a:lvl6pPr indent="-292100" lvl="5" marL="27432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6pPr>
            <a:lvl7pPr indent="-292100" lvl="6" marL="32004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7pPr>
            <a:lvl8pPr indent="-292100" lvl="7" marL="36576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8pPr>
            <a:lvl9pPr indent="-292100" lvl="8" marL="41148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9pPr>
          </a:lstStyle>
          <a:p/>
        </p:txBody>
      </p:sp>
      <p:sp>
        <p:nvSpPr>
          <p:cNvPr id="248" name="Google Shape;248;p39"/>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pic>
        <p:nvPicPr>
          <p:cNvPr id="249" name="Google Shape;249;p39"/>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250" name="Google Shape;250;p39"/>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251" name="Google Shape;251;p39"/>
          <p:cNvSpPr txBox="1"/>
          <p:nvPr>
            <p:ph idx="2" type="body"/>
          </p:nvPr>
        </p:nvSpPr>
        <p:spPr>
          <a:xfrm>
            <a:off x="3421042" y="1228675"/>
            <a:ext cx="54234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Font typeface="Space Grotesk"/>
              <a:buChar char="●"/>
              <a:defRPr>
                <a:latin typeface="Space Grotesk"/>
                <a:ea typeface="Space Grotesk"/>
                <a:cs typeface="Space Grotesk"/>
                <a:sym typeface="Space Grotesk"/>
              </a:defRPr>
            </a:lvl1pPr>
            <a:lvl2pPr indent="-304800" lvl="1" marL="914400">
              <a:spcBef>
                <a:spcPts val="0"/>
              </a:spcBef>
              <a:spcAft>
                <a:spcPts val="0"/>
              </a:spcAft>
              <a:buSzPts val="1200"/>
              <a:buFont typeface="Space Grotesk"/>
              <a:buChar char="○"/>
              <a:defRPr>
                <a:latin typeface="Space Grotesk"/>
                <a:ea typeface="Space Grotesk"/>
                <a:cs typeface="Space Grotesk"/>
                <a:sym typeface="Space Grotesk"/>
              </a:defRPr>
            </a:lvl2pPr>
            <a:lvl3pPr indent="-304800" lvl="2" marL="1371600">
              <a:spcBef>
                <a:spcPts val="0"/>
              </a:spcBef>
              <a:spcAft>
                <a:spcPts val="0"/>
              </a:spcAft>
              <a:buSzPts val="1200"/>
              <a:buFont typeface="Space Grotesk"/>
              <a:buChar char="■"/>
              <a:defRPr>
                <a:latin typeface="Space Grotesk"/>
                <a:ea typeface="Space Grotesk"/>
                <a:cs typeface="Space Grotesk"/>
                <a:sym typeface="Space Grotesk"/>
              </a:defRPr>
            </a:lvl3pPr>
            <a:lvl4pPr indent="-304800" lvl="3" marL="1828800">
              <a:spcBef>
                <a:spcPts val="0"/>
              </a:spcBef>
              <a:spcAft>
                <a:spcPts val="0"/>
              </a:spcAft>
              <a:buSzPts val="1200"/>
              <a:buFont typeface="Space Grotesk"/>
              <a:buChar char="●"/>
              <a:defRPr>
                <a:latin typeface="Space Grotesk"/>
                <a:ea typeface="Space Grotesk"/>
                <a:cs typeface="Space Grotesk"/>
                <a:sym typeface="Space Grotesk"/>
              </a:defRPr>
            </a:lvl4pPr>
            <a:lvl5pPr indent="-304800" lvl="4" marL="2286000">
              <a:spcBef>
                <a:spcPts val="0"/>
              </a:spcBef>
              <a:spcAft>
                <a:spcPts val="0"/>
              </a:spcAft>
              <a:buSzPts val="1200"/>
              <a:buFont typeface="Space Grotesk"/>
              <a:buChar char="○"/>
              <a:defRPr>
                <a:latin typeface="Space Grotesk"/>
                <a:ea typeface="Space Grotesk"/>
                <a:cs typeface="Space Grotesk"/>
                <a:sym typeface="Space Grotesk"/>
              </a:defRPr>
            </a:lvl5pPr>
            <a:lvl6pPr indent="-304800" lvl="5" marL="2743200">
              <a:spcBef>
                <a:spcPts val="0"/>
              </a:spcBef>
              <a:spcAft>
                <a:spcPts val="0"/>
              </a:spcAft>
              <a:buSzPts val="1200"/>
              <a:buFont typeface="Space Grotesk"/>
              <a:buChar char="■"/>
              <a:defRPr>
                <a:latin typeface="Space Grotesk"/>
                <a:ea typeface="Space Grotesk"/>
                <a:cs typeface="Space Grotesk"/>
                <a:sym typeface="Space Grotesk"/>
              </a:defRPr>
            </a:lvl6pPr>
            <a:lvl7pPr indent="-304800" lvl="6" marL="3200400">
              <a:spcBef>
                <a:spcPts val="0"/>
              </a:spcBef>
              <a:spcAft>
                <a:spcPts val="0"/>
              </a:spcAft>
              <a:buSzPts val="1200"/>
              <a:buFont typeface="Space Grotesk"/>
              <a:buChar char="●"/>
              <a:defRPr>
                <a:latin typeface="Space Grotesk"/>
                <a:ea typeface="Space Grotesk"/>
                <a:cs typeface="Space Grotesk"/>
                <a:sym typeface="Space Grotesk"/>
              </a:defRPr>
            </a:lvl7pPr>
            <a:lvl8pPr indent="-304800" lvl="7" marL="3657600">
              <a:spcBef>
                <a:spcPts val="0"/>
              </a:spcBef>
              <a:spcAft>
                <a:spcPts val="0"/>
              </a:spcAft>
              <a:buSzPts val="1200"/>
              <a:buFont typeface="Space Grotesk"/>
              <a:buChar char="○"/>
              <a:defRPr>
                <a:latin typeface="Space Grotesk"/>
                <a:ea typeface="Space Grotesk"/>
                <a:cs typeface="Space Grotesk"/>
                <a:sym typeface="Space Grotesk"/>
              </a:defRPr>
            </a:lvl8pPr>
            <a:lvl9pPr indent="-304800" lvl="8" marL="4114800">
              <a:spcBef>
                <a:spcPts val="0"/>
              </a:spcBef>
              <a:spcAft>
                <a:spcPts val="0"/>
              </a:spcAft>
              <a:buSzPts val="1200"/>
              <a:buFont typeface="Space Grotesk"/>
              <a:buChar char="■"/>
              <a:defRPr>
                <a:latin typeface="Space Grotesk"/>
                <a:ea typeface="Space Grotesk"/>
                <a:cs typeface="Space Grotesk"/>
                <a:sym typeface="Space Grotesk"/>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Light" type="twoColTx">
  <p:cSld name="TITLE_AND_TWO_COLUMNS">
    <p:spTree>
      <p:nvGrpSpPr>
        <p:cNvPr id="252" name="Shape 252"/>
        <p:cNvGrpSpPr/>
        <p:nvPr/>
      </p:nvGrpSpPr>
      <p:grpSpPr>
        <a:xfrm>
          <a:off x="0" y="0"/>
          <a:ext cx="0" cy="0"/>
          <a:chOff x="0" y="0"/>
          <a:chExt cx="0" cy="0"/>
        </a:xfrm>
      </p:grpSpPr>
      <p:sp>
        <p:nvSpPr>
          <p:cNvPr id="253" name="Google Shape;253;p40"/>
          <p:cNvSpPr txBox="1"/>
          <p:nvPr>
            <p:ph idx="1" type="body"/>
          </p:nvPr>
        </p:nvSpPr>
        <p:spPr>
          <a:xfrm>
            <a:off x="4774200" y="1863775"/>
            <a:ext cx="4058100" cy="31623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Font typeface="Space Grotesk"/>
              <a:buChar char="●"/>
              <a:defRPr>
                <a:latin typeface="Space Grotesk"/>
                <a:ea typeface="Space Grotesk"/>
                <a:cs typeface="Space Grotesk"/>
                <a:sym typeface="Space Grotesk"/>
              </a:defRPr>
            </a:lvl1pPr>
            <a:lvl2pPr indent="-304800" lvl="1" marL="914400">
              <a:spcBef>
                <a:spcPts val="0"/>
              </a:spcBef>
              <a:spcAft>
                <a:spcPts val="0"/>
              </a:spcAft>
              <a:buSzPts val="1200"/>
              <a:buFont typeface="Space Grotesk"/>
              <a:buChar char="○"/>
              <a:defRPr>
                <a:latin typeface="Space Grotesk"/>
                <a:ea typeface="Space Grotesk"/>
                <a:cs typeface="Space Grotesk"/>
                <a:sym typeface="Space Grotesk"/>
              </a:defRPr>
            </a:lvl2pPr>
            <a:lvl3pPr indent="-304800" lvl="2" marL="1371600">
              <a:spcBef>
                <a:spcPts val="0"/>
              </a:spcBef>
              <a:spcAft>
                <a:spcPts val="0"/>
              </a:spcAft>
              <a:buSzPts val="1200"/>
              <a:buFont typeface="Space Grotesk"/>
              <a:buChar char="■"/>
              <a:defRPr>
                <a:latin typeface="Space Grotesk"/>
                <a:ea typeface="Space Grotesk"/>
                <a:cs typeface="Space Grotesk"/>
                <a:sym typeface="Space Grotesk"/>
              </a:defRPr>
            </a:lvl3pPr>
            <a:lvl4pPr indent="-304800" lvl="3" marL="1828800">
              <a:spcBef>
                <a:spcPts val="0"/>
              </a:spcBef>
              <a:spcAft>
                <a:spcPts val="0"/>
              </a:spcAft>
              <a:buSzPts val="1200"/>
              <a:buFont typeface="Space Grotesk"/>
              <a:buChar char="●"/>
              <a:defRPr>
                <a:latin typeface="Space Grotesk"/>
                <a:ea typeface="Space Grotesk"/>
                <a:cs typeface="Space Grotesk"/>
                <a:sym typeface="Space Grotesk"/>
              </a:defRPr>
            </a:lvl4pPr>
            <a:lvl5pPr indent="-304800" lvl="4" marL="2286000">
              <a:spcBef>
                <a:spcPts val="0"/>
              </a:spcBef>
              <a:spcAft>
                <a:spcPts val="0"/>
              </a:spcAft>
              <a:buSzPts val="1200"/>
              <a:buFont typeface="Space Grotesk"/>
              <a:buChar char="○"/>
              <a:defRPr>
                <a:latin typeface="Space Grotesk"/>
                <a:ea typeface="Space Grotesk"/>
                <a:cs typeface="Space Grotesk"/>
                <a:sym typeface="Space Grotesk"/>
              </a:defRPr>
            </a:lvl5pPr>
            <a:lvl6pPr indent="-304800" lvl="5" marL="2743200">
              <a:spcBef>
                <a:spcPts val="0"/>
              </a:spcBef>
              <a:spcAft>
                <a:spcPts val="0"/>
              </a:spcAft>
              <a:buSzPts val="1200"/>
              <a:buFont typeface="Space Grotesk"/>
              <a:buChar char="■"/>
              <a:defRPr>
                <a:latin typeface="Space Grotesk"/>
                <a:ea typeface="Space Grotesk"/>
                <a:cs typeface="Space Grotesk"/>
                <a:sym typeface="Space Grotesk"/>
              </a:defRPr>
            </a:lvl6pPr>
            <a:lvl7pPr indent="-304800" lvl="6" marL="3200400">
              <a:spcBef>
                <a:spcPts val="0"/>
              </a:spcBef>
              <a:spcAft>
                <a:spcPts val="0"/>
              </a:spcAft>
              <a:buSzPts val="1200"/>
              <a:buFont typeface="Space Grotesk"/>
              <a:buChar char="●"/>
              <a:defRPr>
                <a:latin typeface="Space Grotesk"/>
                <a:ea typeface="Space Grotesk"/>
                <a:cs typeface="Space Grotesk"/>
                <a:sym typeface="Space Grotesk"/>
              </a:defRPr>
            </a:lvl7pPr>
            <a:lvl8pPr indent="-304800" lvl="7" marL="3657600">
              <a:spcBef>
                <a:spcPts val="0"/>
              </a:spcBef>
              <a:spcAft>
                <a:spcPts val="0"/>
              </a:spcAft>
              <a:buSzPts val="1200"/>
              <a:buFont typeface="Space Grotesk"/>
              <a:buChar char="○"/>
              <a:defRPr>
                <a:latin typeface="Space Grotesk"/>
                <a:ea typeface="Space Grotesk"/>
                <a:cs typeface="Space Grotesk"/>
                <a:sym typeface="Space Grotesk"/>
              </a:defRPr>
            </a:lvl8pPr>
            <a:lvl9pPr indent="-304800" lvl="8" marL="4114800">
              <a:spcBef>
                <a:spcPts val="0"/>
              </a:spcBef>
              <a:spcAft>
                <a:spcPts val="0"/>
              </a:spcAft>
              <a:buSzPts val="1200"/>
              <a:buFont typeface="Space Grotesk"/>
              <a:buChar char="■"/>
              <a:defRPr>
                <a:latin typeface="Space Grotesk"/>
                <a:ea typeface="Space Grotesk"/>
                <a:cs typeface="Space Grotesk"/>
                <a:sym typeface="Space Grotesk"/>
              </a:defRPr>
            </a:lvl9pPr>
          </a:lstStyle>
          <a:p/>
        </p:txBody>
      </p:sp>
      <p:sp>
        <p:nvSpPr>
          <p:cNvPr id="254" name="Google Shape;254;p40"/>
          <p:cNvSpPr txBox="1"/>
          <p:nvPr>
            <p:ph type="title"/>
          </p:nvPr>
        </p:nvSpPr>
        <p:spPr>
          <a:xfrm>
            <a:off x="298725" y="445025"/>
            <a:ext cx="8349900" cy="4053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255" name="Google Shape;255;p40"/>
          <p:cNvSpPr txBox="1"/>
          <p:nvPr>
            <p:ph idx="2" type="body"/>
          </p:nvPr>
        </p:nvSpPr>
        <p:spPr>
          <a:xfrm>
            <a:off x="298725" y="1863775"/>
            <a:ext cx="4058100" cy="31623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Font typeface="Space Grotesk"/>
              <a:buChar char="●"/>
              <a:defRPr>
                <a:latin typeface="Space Grotesk"/>
                <a:ea typeface="Space Grotesk"/>
                <a:cs typeface="Space Grotesk"/>
                <a:sym typeface="Space Grotesk"/>
              </a:defRPr>
            </a:lvl1pPr>
            <a:lvl2pPr indent="-304800" lvl="1" marL="914400">
              <a:spcBef>
                <a:spcPts val="0"/>
              </a:spcBef>
              <a:spcAft>
                <a:spcPts val="0"/>
              </a:spcAft>
              <a:buSzPts val="1200"/>
              <a:buFont typeface="Space Grotesk"/>
              <a:buChar char="○"/>
              <a:defRPr>
                <a:latin typeface="Space Grotesk"/>
                <a:ea typeface="Space Grotesk"/>
                <a:cs typeface="Space Grotesk"/>
                <a:sym typeface="Space Grotesk"/>
              </a:defRPr>
            </a:lvl2pPr>
            <a:lvl3pPr indent="-304800" lvl="2" marL="1371600">
              <a:spcBef>
                <a:spcPts val="0"/>
              </a:spcBef>
              <a:spcAft>
                <a:spcPts val="0"/>
              </a:spcAft>
              <a:buSzPts val="1200"/>
              <a:buFont typeface="Space Grotesk"/>
              <a:buChar char="■"/>
              <a:defRPr>
                <a:latin typeface="Space Grotesk"/>
                <a:ea typeface="Space Grotesk"/>
                <a:cs typeface="Space Grotesk"/>
                <a:sym typeface="Space Grotesk"/>
              </a:defRPr>
            </a:lvl3pPr>
            <a:lvl4pPr indent="-304800" lvl="3" marL="1828800">
              <a:spcBef>
                <a:spcPts val="0"/>
              </a:spcBef>
              <a:spcAft>
                <a:spcPts val="0"/>
              </a:spcAft>
              <a:buSzPts val="1200"/>
              <a:buFont typeface="Space Grotesk"/>
              <a:buChar char="●"/>
              <a:defRPr>
                <a:latin typeface="Space Grotesk"/>
                <a:ea typeface="Space Grotesk"/>
                <a:cs typeface="Space Grotesk"/>
                <a:sym typeface="Space Grotesk"/>
              </a:defRPr>
            </a:lvl4pPr>
            <a:lvl5pPr indent="-304800" lvl="4" marL="2286000">
              <a:spcBef>
                <a:spcPts val="0"/>
              </a:spcBef>
              <a:spcAft>
                <a:spcPts val="0"/>
              </a:spcAft>
              <a:buSzPts val="1200"/>
              <a:buFont typeface="Space Grotesk"/>
              <a:buChar char="○"/>
              <a:defRPr>
                <a:latin typeface="Space Grotesk"/>
                <a:ea typeface="Space Grotesk"/>
                <a:cs typeface="Space Grotesk"/>
                <a:sym typeface="Space Grotesk"/>
              </a:defRPr>
            </a:lvl5pPr>
            <a:lvl6pPr indent="-304800" lvl="5" marL="2743200">
              <a:spcBef>
                <a:spcPts val="0"/>
              </a:spcBef>
              <a:spcAft>
                <a:spcPts val="0"/>
              </a:spcAft>
              <a:buSzPts val="1200"/>
              <a:buFont typeface="Space Grotesk"/>
              <a:buChar char="■"/>
              <a:defRPr>
                <a:latin typeface="Space Grotesk"/>
                <a:ea typeface="Space Grotesk"/>
                <a:cs typeface="Space Grotesk"/>
                <a:sym typeface="Space Grotesk"/>
              </a:defRPr>
            </a:lvl6pPr>
            <a:lvl7pPr indent="-304800" lvl="6" marL="3200400">
              <a:spcBef>
                <a:spcPts val="0"/>
              </a:spcBef>
              <a:spcAft>
                <a:spcPts val="0"/>
              </a:spcAft>
              <a:buSzPts val="1200"/>
              <a:buFont typeface="Space Grotesk"/>
              <a:buChar char="●"/>
              <a:defRPr>
                <a:latin typeface="Space Grotesk"/>
                <a:ea typeface="Space Grotesk"/>
                <a:cs typeface="Space Grotesk"/>
                <a:sym typeface="Space Grotesk"/>
              </a:defRPr>
            </a:lvl7pPr>
            <a:lvl8pPr indent="-304800" lvl="7" marL="3657600">
              <a:spcBef>
                <a:spcPts val="0"/>
              </a:spcBef>
              <a:spcAft>
                <a:spcPts val="0"/>
              </a:spcAft>
              <a:buSzPts val="1200"/>
              <a:buFont typeface="Space Grotesk"/>
              <a:buChar char="○"/>
              <a:defRPr>
                <a:latin typeface="Space Grotesk"/>
                <a:ea typeface="Space Grotesk"/>
                <a:cs typeface="Space Grotesk"/>
                <a:sym typeface="Space Grotesk"/>
              </a:defRPr>
            </a:lvl8pPr>
            <a:lvl9pPr indent="-304800" lvl="8" marL="4114800">
              <a:spcBef>
                <a:spcPts val="0"/>
              </a:spcBef>
              <a:spcAft>
                <a:spcPts val="0"/>
              </a:spcAft>
              <a:buSzPts val="1200"/>
              <a:buFont typeface="Space Grotesk"/>
              <a:buChar char="■"/>
              <a:defRPr>
                <a:latin typeface="Space Grotesk"/>
                <a:ea typeface="Space Grotesk"/>
                <a:cs typeface="Space Grotesk"/>
                <a:sym typeface="Space Grotesk"/>
              </a:defRPr>
            </a:lvl9pPr>
          </a:lstStyle>
          <a:p/>
        </p:txBody>
      </p:sp>
      <p:sp>
        <p:nvSpPr>
          <p:cNvPr id="256" name="Google Shape;256;p40"/>
          <p:cNvSpPr txBox="1"/>
          <p:nvPr>
            <p:ph idx="3" type="title"/>
          </p:nvPr>
        </p:nvSpPr>
        <p:spPr>
          <a:xfrm>
            <a:off x="298725" y="898175"/>
            <a:ext cx="8349900" cy="209700"/>
          </a:xfrm>
          <a:prstGeom prst="rect">
            <a:avLst/>
          </a:prstGeom>
        </p:spPr>
        <p:txBody>
          <a:bodyPr anchorCtr="0" anchor="ctr" bIns="0" lIns="0" spcFirstLastPara="1" rIns="0" wrap="square" tIns="0">
            <a:noAutofit/>
          </a:bodyPr>
          <a:lstStyle>
            <a:lvl1pPr lvl="0">
              <a:spcBef>
                <a:spcPts val="0"/>
              </a:spcBef>
              <a:spcAft>
                <a:spcPts val="0"/>
              </a:spcAft>
              <a:buSzPts val="1400"/>
              <a:buFont typeface="Space Grotesk"/>
              <a:buNone/>
              <a:defRPr sz="1400">
                <a:latin typeface="Space Grotesk"/>
                <a:ea typeface="Space Grotesk"/>
                <a:cs typeface="Space Grotesk"/>
                <a:sym typeface="Space Grotesk"/>
              </a:defRPr>
            </a:lvl1pPr>
            <a:lvl2pPr lvl="1">
              <a:spcBef>
                <a:spcPts val="0"/>
              </a:spcBef>
              <a:spcAft>
                <a:spcPts val="0"/>
              </a:spcAft>
              <a:buSzPts val="1400"/>
              <a:buFont typeface="Space Grotesk"/>
              <a:buNone/>
              <a:defRPr sz="1400">
                <a:latin typeface="Space Grotesk"/>
                <a:ea typeface="Space Grotesk"/>
                <a:cs typeface="Space Grotesk"/>
                <a:sym typeface="Space Grotesk"/>
              </a:defRPr>
            </a:lvl2pPr>
            <a:lvl3pPr lvl="2">
              <a:spcBef>
                <a:spcPts val="0"/>
              </a:spcBef>
              <a:spcAft>
                <a:spcPts val="0"/>
              </a:spcAft>
              <a:buSzPts val="1400"/>
              <a:buFont typeface="Space Grotesk"/>
              <a:buNone/>
              <a:defRPr sz="1400">
                <a:latin typeface="Space Grotesk"/>
                <a:ea typeface="Space Grotesk"/>
                <a:cs typeface="Space Grotesk"/>
                <a:sym typeface="Space Grotesk"/>
              </a:defRPr>
            </a:lvl3pPr>
            <a:lvl4pPr lvl="3">
              <a:spcBef>
                <a:spcPts val="0"/>
              </a:spcBef>
              <a:spcAft>
                <a:spcPts val="0"/>
              </a:spcAft>
              <a:buSzPts val="1400"/>
              <a:buFont typeface="Space Grotesk"/>
              <a:buNone/>
              <a:defRPr sz="1400">
                <a:latin typeface="Space Grotesk"/>
                <a:ea typeface="Space Grotesk"/>
                <a:cs typeface="Space Grotesk"/>
                <a:sym typeface="Space Grotesk"/>
              </a:defRPr>
            </a:lvl4pPr>
            <a:lvl5pPr lvl="4">
              <a:spcBef>
                <a:spcPts val="0"/>
              </a:spcBef>
              <a:spcAft>
                <a:spcPts val="0"/>
              </a:spcAft>
              <a:buSzPts val="1400"/>
              <a:buFont typeface="Space Grotesk"/>
              <a:buNone/>
              <a:defRPr sz="1400">
                <a:latin typeface="Space Grotesk"/>
                <a:ea typeface="Space Grotesk"/>
                <a:cs typeface="Space Grotesk"/>
                <a:sym typeface="Space Grotesk"/>
              </a:defRPr>
            </a:lvl5pPr>
            <a:lvl6pPr lvl="5">
              <a:spcBef>
                <a:spcPts val="0"/>
              </a:spcBef>
              <a:spcAft>
                <a:spcPts val="0"/>
              </a:spcAft>
              <a:buSzPts val="1400"/>
              <a:buFont typeface="Space Grotesk"/>
              <a:buNone/>
              <a:defRPr sz="1400">
                <a:latin typeface="Space Grotesk"/>
                <a:ea typeface="Space Grotesk"/>
                <a:cs typeface="Space Grotesk"/>
                <a:sym typeface="Space Grotesk"/>
              </a:defRPr>
            </a:lvl6pPr>
            <a:lvl7pPr lvl="6">
              <a:spcBef>
                <a:spcPts val="0"/>
              </a:spcBef>
              <a:spcAft>
                <a:spcPts val="0"/>
              </a:spcAft>
              <a:buSzPts val="1400"/>
              <a:buFont typeface="Space Grotesk"/>
              <a:buNone/>
              <a:defRPr sz="1400">
                <a:latin typeface="Space Grotesk"/>
                <a:ea typeface="Space Grotesk"/>
                <a:cs typeface="Space Grotesk"/>
                <a:sym typeface="Space Grotesk"/>
              </a:defRPr>
            </a:lvl7pPr>
            <a:lvl8pPr lvl="7">
              <a:spcBef>
                <a:spcPts val="0"/>
              </a:spcBef>
              <a:spcAft>
                <a:spcPts val="0"/>
              </a:spcAft>
              <a:buSzPts val="1400"/>
              <a:buFont typeface="Space Grotesk"/>
              <a:buNone/>
              <a:defRPr sz="1400">
                <a:latin typeface="Space Grotesk"/>
                <a:ea typeface="Space Grotesk"/>
                <a:cs typeface="Space Grotesk"/>
                <a:sym typeface="Space Grotesk"/>
              </a:defRPr>
            </a:lvl8pPr>
            <a:lvl9pPr lvl="8">
              <a:spcBef>
                <a:spcPts val="0"/>
              </a:spcBef>
              <a:spcAft>
                <a:spcPts val="0"/>
              </a:spcAft>
              <a:buSzPts val="1400"/>
              <a:buFont typeface="Space Grotesk"/>
              <a:buNone/>
              <a:defRPr sz="1400">
                <a:latin typeface="Space Grotesk"/>
                <a:ea typeface="Space Grotesk"/>
                <a:cs typeface="Space Grotesk"/>
                <a:sym typeface="Space Grotesk"/>
              </a:defRPr>
            </a:lvl9pPr>
          </a:lstStyle>
          <a:p/>
        </p:txBody>
      </p:sp>
      <p:sp>
        <p:nvSpPr>
          <p:cNvPr id="257" name="Google Shape;257;p40"/>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rgbClr val="B9C2C6"/>
                </a:solidFill>
                <a:latin typeface="Space Grotesk"/>
                <a:ea typeface="Space Grotesk"/>
                <a:cs typeface="Space Grotesk"/>
                <a:sym typeface="Space Grotesk"/>
              </a:rPr>
              <a:t>ⓒ </a:t>
            </a:r>
            <a:r>
              <a:rPr i="0" lang="en" sz="500" u="none" cap="none" strike="noStrike">
                <a:solidFill>
                  <a:srgbClr val="B9C2C6"/>
                </a:solidFill>
                <a:latin typeface="Space Grotesk"/>
                <a:ea typeface="Space Grotesk"/>
                <a:cs typeface="Space Grotesk"/>
                <a:sym typeface="Space Grotesk"/>
              </a:rPr>
              <a:t>202</a:t>
            </a:r>
            <a:r>
              <a:rPr lang="en" sz="500">
                <a:solidFill>
                  <a:srgbClr val="B9C2C6"/>
                </a:solidFill>
                <a:latin typeface="Space Grotesk"/>
                <a:ea typeface="Space Grotesk"/>
                <a:cs typeface="Space Grotesk"/>
                <a:sym typeface="Space Grotesk"/>
              </a:rPr>
              <a:t>4</a:t>
            </a:r>
            <a:r>
              <a:rPr i="0" lang="en" sz="500" u="none" cap="none" strike="noStrike">
                <a:solidFill>
                  <a:srgbClr val="B9C2C6"/>
                </a:solidFill>
                <a:latin typeface="Space Grotesk"/>
                <a:ea typeface="Space Grotesk"/>
                <a:cs typeface="Space Grotesk"/>
                <a:sym typeface="Space Grotesk"/>
              </a:rPr>
              <a:t> </a:t>
            </a:r>
            <a:r>
              <a:rPr lang="en" sz="500">
                <a:solidFill>
                  <a:srgbClr val="B9C2C6"/>
                </a:solidFill>
                <a:latin typeface="Space Grotesk"/>
                <a:ea typeface="Space Grotesk"/>
                <a:cs typeface="Space Grotesk"/>
                <a:sym typeface="Space Grotesk"/>
              </a:rPr>
              <a:t>Redis Ltd.</a:t>
            </a:r>
            <a:r>
              <a:rPr i="0" lang="en" sz="500" u="none" cap="none" strike="noStrike">
                <a:solidFill>
                  <a:srgbClr val="B9C2C6"/>
                </a:solidFill>
                <a:latin typeface="Space Grotesk"/>
                <a:ea typeface="Space Grotesk"/>
                <a:cs typeface="Space Grotesk"/>
                <a:sym typeface="Space Grotesk"/>
              </a:rPr>
              <a:t> All rights reserved.</a:t>
            </a:r>
            <a:endParaRPr i="0" sz="1300" u="none" cap="none" strike="noStrike">
              <a:solidFill>
                <a:srgbClr val="B9C2C6"/>
              </a:solidFill>
              <a:latin typeface="Space Grotesk"/>
              <a:ea typeface="Space Grotesk"/>
              <a:cs typeface="Space Grotesk"/>
              <a:sym typeface="Space Grotesk"/>
            </a:endParaRPr>
          </a:p>
        </p:txBody>
      </p:sp>
      <p:sp>
        <p:nvSpPr>
          <p:cNvPr id="258" name="Google Shape;258;p40"/>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pic>
        <p:nvPicPr>
          <p:cNvPr id="259" name="Google Shape;259;p40"/>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260" name="Google Shape;260;p40"/>
          <p:cNvSpPr txBox="1"/>
          <p:nvPr>
            <p:ph idx="4" type="title"/>
          </p:nvPr>
        </p:nvSpPr>
        <p:spPr>
          <a:xfrm>
            <a:off x="300775" y="1486375"/>
            <a:ext cx="3999900" cy="2964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400"/>
              <a:buFont typeface="Space Grotesk SemiBold"/>
              <a:buNone/>
              <a:defRPr sz="1400">
                <a:solidFill>
                  <a:schemeClr val="accent1"/>
                </a:solidFill>
                <a:latin typeface="Space Grotesk SemiBold"/>
                <a:ea typeface="Space Grotesk SemiBold"/>
                <a:cs typeface="Space Grotesk SemiBold"/>
                <a:sym typeface="Space Grotesk SemiBold"/>
              </a:defRPr>
            </a:lvl1pPr>
            <a:lvl2pPr lvl="1">
              <a:spcBef>
                <a:spcPts val="0"/>
              </a:spcBef>
              <a:spcAft>
                <a:spcPts val="0"/>
              </a:spcAft>
              <a:buClr>
                <a:schemeClr val="accent1"/>
              </a:buClr>
              <a:buSzPts val="2400"/>
              <a:buNone/>
              <a:defRPr>
                <a:solidFill>
                  <a:schemeClr val="accent1"/>
                </a:solidFill>
              </a:defRPr>
            </a:lvl2pPr>
            <a:lvl3pPr lvl="2">
              <a:spcBef>
                <a:spcPts val="0"/>
              </a:spcBef>
              <a:spcAft>
                <a:spcPts val="0"/>
              </a:spcAft>
              <a:buClr>
                <a:schemeClr val="accent1"/>
              </a:buClr>
              <a:buSzPts val="2400"/>
              <a:buNone/>
              <a:defRPr>
                <a:solidFill>
                  <a:schemeClr val="accent1"/>
                </a:solidFill>
              </a:defRPr>
            </a:lvl3pPr>
            <a:lvl4pPr lvl="3">
              <a:spcBef>
                <a:spcPts val="0"/>
              </a:spcBef>
              <a:spcAft>
                <a:spcPts val="0"/>
              </a:spcAft>
              <a:buClr>
                <a:schemeClr val="accent1"/>
              </a:buClr>
              <a:buSzPts val="2400"/>
              <a:buNone/>
              <a:defRPr>
                <a:solidFill>
                  <a:schemeClr val="accent1"/>
                </a:solidFill>
              </a:defRPr>
            </a:lvl4pPr>
            <a:lvl5pPr lvl="4">
              <a:spcBef>
                <a:spcPts val="0"/>
              </a:spcBef>
              <a:spcAft>
                <a:spcPts val="0"/>
              </a:spcAft>
              <a:buClr>
                <a:schemeClr val="accent1"/>
              </a:buClr>
              <a:buSzPts val="2400"/>
              <a:buNone/>
              <a:defRPr>
                <a:solidFill>
                  <a:schemeClr val="accent1"/>
                </a:solidFill>
              </a:defRPr>
            </a:lvl5pPr>
            <a:lvl6pPr lvl="5">
              <a:spcBef>
                <a:spcPts val="0"/>
              </a:spcBef>
              <a:spcAft>
                <a:spcPts val="0"/>
              </a:spcAft>
              <a:buClr>
                <a:schemeClr val="accent1"/>
              </a:buClr>
              <a:buSzPts val="2400"/>
              <a:buNone/>
              <a:defRPr>
                <a:solidFill>
                  <a:schemeClr val="accent1"/>
                </a:solidFill>
              </a:defRPr>
            </a:lvl6pPr>
            <a:lvl7pPr lvl="6">
              <a:spcBef>
                <a:spcPts val="0"/>
              </a:spcBef>
              <a:spcAft>
                <a:spcPts val="0"/>
              </a:spcAft>
              <a:buClr>
                <a:schemeClr val="accent1"/>
              </a:buClr>
              <a:buSzPts val="2400"/>
              <a:buNone/>
              <a:defRPr>
                <a:solidFill>
                  <a:schemeClr val="accent1"/>
                </a:solidFill>
              </a:defRPr>
            </a:lvl7pPr>
            <a:lvl8pPr lvl="7">
              <a:spcBef>
                <a:spcPts val="0"/>
              </a:spcBef>
              <a:spcAft>
                <a:spcPts val="0"/>
              </a:spcAft>
              <a:buClr>
                <a:schemeClr val="accent1"/>
              </a:buClr>
              <a:buSzPts val="2400"/>
              <a:buNone/>
              <a:defRPr>
                <a:solidFill>
                  <a:schemeClr val="accent1"/>
                </a:solidFill>
              </a:defRPr>
            </a:lvl8pPr>
            <a:lvl9pPr lvl="8">
              <a:spcBef>
                <a:spcPts val="0"/>
              </a:spcBef>
              <a:spcAft>
                <a:spcPts val="0"/>
              </a:spcAft>
              <a:buClr>
                <a:schemeClr val="accent1"/>
              </a:buClr>
              <a:buSzPts val="2400"/>
              <a:buNone/>
              <a:defRPr>
                <a:solidFill>
                  <a:schemeClr val="accent1"/>
                </a:solidFill>
              </a:defRPr>
            </a:lvl9pPr>
          </a:lstStyle>
          <a:p/>
        </p:txBody>
      </p:sp>
      <p:sp>
        <p:nvSpPr>
          <p:cNvPr id="261" name="Google Shape;261;p40"/>
          <p:cNvSpPr txBox="1"/>
          <p:nvPr>
            <p:ph idx="5" type="title"/>
          </p:nvPr>
        </p:nvSpPr>
        <p:spPr>
          <a:xfrm>
            <a:off x="4774200" y="1486375"/>
            <a:ext cx="3999900" cy="2964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400"/>
              <a:buFont typeface="Space Grotesk SemiBold"/>
              <a:buNone/>
              <a:defRPr sz="1400">
                <a:solidFill>
                  <a:schemeClr val="accent1"/>
                </a:solidFill>
                <a:latin typeface="Space Grotesk SemiBold"/>
                <a:ea typeface="Space Grotesk SemiBold"/>
                <a:cs typeface="Space Grotesk SemiBold"/>
                <a:sym typeface="Space Grotesk SemiBold"/>
              </a:defRPr>
            </a:lvl1pPr>
            <a:lvl2pPr lvl="1">
              <a:spcBef>
                <a:spcPts val="0"/>
              </a:spcBef>
              <a:spcAft>
                <a:spcPts val="0"/>
              </a:spcAft>
              <a:buClr>
                <a:schemeClr val="accent1"/>
              </a:buClr>
              <a:buSzPts val="2400"/>
              <a:buNone/>
              <a:defRPr>
                <a:solidFill>
                  <a:schemeClr val="accent1"/>
                </a:solidFill>
              </a:defRPr>
            </a:lvl2pPr>
            <a:lvl3pPr lvl="2">
              <a:spcBef>
                <a:spcPts val="0"/>
              </a:spcBef>
              <a:spcAft>
                <a:spcPts val="0"/>
              </a:spcAft>
              <a:buClr>
                <a:schemeClr val="accent1"/>
              </a:buClr>
              <a:buSzPts val="2400"/>
              <a:buNone/>
              <a:defRPr>
                <a:solidFill>
                  <a:schemeClr val="accent1"/>
                </a:solidFill>
              </a:defRPr>
            </a:lvl3pPr>
            <a:lvl4pPr lvl="3">
              <a:spcBef>
                <a:spcPts val="0"/>
              </a:spcBef>
              <a:spcAft>
                <a:spcPts val="0"/>
              </a:spcAft>
              <a:buClr>
                <a:schemeClr val="accent1"/>
              </a:buClr>
              <a:buSzPts val="2400"/>
              <a:buNone/>
              <a:defRPr>
                <a:solidFill>
                  <a:schemeClr val="accent1"/>
                </a:solidFill>
              </a:defRPr>
            </a:lvl4pPr>
            <a:lvl5pPr lvl="4">
              <a:spcBef>
                <a:spcPts val="0"/>
              </a:spcBef>
              <a:spcAft>
                <a:spcPts val="0"/>
              </a:spcAft>
              <a:buClr>
                <a:schemeClr val="accent1"/>
              </a:buClr>
              <a:buSzPts val="2400"/>
              <a:buNone/>
              <a:defRPr>
                <a:solidFill>
                  <a:schemeClr val="accent1"/>
                </a:solidFill>
              </a:defRPr>
            </a:lvl5pPr>
            <a:lvl6pPr lvl="5">
              <a:spcBef>
                <a:spcPts val="0"/>
              </a:spcBef>
              <a:spcAft>
                <a:spcPts val="0"/>
              </a:spcAft>
              <a:buClr>
                <a:schemeClr val="accent1"/>
              </a:buClr>
              <a:buSzPts val="2400"/>
              <a:buNone/>
              <a:defRPr>
                <a:solidFill>
                  <a:schemeClr val="accent1"/>
                </a:solidFill>
              </a:defRPr>
            </a:lvl6pPr>
            <a:lvl7pPr lvl="6">
              <a:spcBef>
                <a:spcPts val="0"/>
              </a:spcBef>
              <a:spcAft>
                <a:spcPts val="0"/>
              </a:spcAft>
              <a:buClr>
                <a:schemeClr val="accent1"/>
              </a:buClr>
              <a:buSzPts val="2400"/>
              <a:buNone/>
              <a:defRPr>
                <a:solidFill>
                  <a:schemeClr val="accent1"/>
                </a:solidFill>
              </a:defRPr>
            </a:lvl7pPr>
            <a:lvl8pPr lvl="7">
              <a:spcBef>
                <a:spcPts val="0"/>
              </a:spcBef>
              <a:spcAft>
                <a:spcPts val="0"/>
              </a:spcAft>
              <a:buClr>
                <a:schemeClr val="accent1"/>
              </a:buClr>
              <a:buSzPts val="2400"/>
              <a:buNone/>
              <a:defRPr>
                <a:solidFill>
                  <a:schemeClr val="accent1"/>
                </a:solidFill>
              </a:defRPr>
            </a:lvl8pPr>
            <a:lvl9pPr lvl="8">
              <a:spcBef>
                <a:spcPts val="0"/>
              </a:spcBef>
              <a:spcAft>
                <a:spcPts val="0"/>
              </a:spcAft>
              <a:buClr>
                <a:schemeClr val="accent1"/>
              </a:buClr>
              <a:buSzPts val="2400"/>
              <a:buNone/>
              <a:defRPr>
                <a:solidFill>
                  <a:schemeClr val="accent1"/>
                </a:solidFill>
              </a:defRPr>
            </a:lvl9pPr>
          </a:lstStyle>
          <a:p/>
        </p:txBody>
      </p:sp>
    </p:spTree>
  </p:cSld>
  <p:clrMapOvr>
    <a:masterClrMapping/>
  </p:clrMapOvr>
  <p:extLst>
    <p:ext uri="{DCECCB84-F9BA-43D5-87BE-67443E8EF086}">
      <p15:sldGuideLst>
        <p15:guide id="1" orient="horz" pos="934">
          <p15:clr>
            <a:srgbClr val="E46962"/>
          </p15:clr>
        </p15:guide>
        <p15:guide id="2" orient="horz" pos="936">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Dark">
  <p:cSld name="TITLE_AND_TWO_COLUMNS_2">
    <p:bg>
      <p:bgPr>
        <a:solidFill>
          <a:schemeClr val="dk2"/>
        </a:solidFill>
      </p:bgPr>
    </p:bg>
    <p:spTree>
      <p:nvGrpSpPr>
        <p:cNvPr id="262" name="Shape 262"/>
        <p:cNvGrpSpPr/>
        <p:nvPr/>
      </p:nvGrpSpPr>
      <p:grpSpPr>
        <a:xfrm>
          <a:off x="0" y="0"/>
          <a:ext cx="0" cy="0"/>
          <a:chOff x="0" y="0"/>
          <a:chExt cx="0" cy="0"/>
        </a:xfrm>
      </p:grpSpPr>
      <p:sp>
        <p:nvSpPr>
          <p:cNvPr id="263" name="Google Shape;263;p41"/>
          <p:cNvSpPr txBox="1"/>
          <p:nvPr>
            <p:ph idx="1" type="body"/>
          </p:nvPr>
        </p:nvSpPr>
        <p:spPr>
          <a:xfrm>
            <a:off x="4832400" y="1863775"/>
            <a:ext cx="3999900" cy="31623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1pPr>
            <a:lvl2pPr indent="-304800" lvl="1" marL="9144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2pPr>
            <a:lvl3pPr indent="-304800" lvl="2" marL="13716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3pPr>
            <a:lvl4pPr indent="-304800" lvl="3" marL="18288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4pPr>
            <a:lvl5pPr indent="-304800" lvl="4" marL="22860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5pPr>
            <a:lvl6pPr indent="-304800" lvl="5" marL="27432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6pPr>
            <a:lvl7pPr indent="-304800" lvl="6" marL="32004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7pPr>
            <a:lvl8pPr indent="-304800" lvl="7" marL="36576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8pPr>
            <a:lvl9pPr indent="-304800" lvl="8" marL="41148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9pPr>
          </a:lstStyle>
          <a:p/>
        </p:txBody>
      </p:sp>
      <p:sp>
        <p:nvSpPr>
          <p:cNvPr id="264" name="Google Shape;264;p41"/>
          <p:cNvSpPr txBox="1"/>
          <p:nvPr>
            <p:ph type="title"/>
          </p:nvPr>
        </p:nvSpPr>
        <p:spPr>
          <a:xfrm>
            <a:off x="298725" y="445025"/>
            <a:ext cx="8349900" cy="405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2400"/>
              <a:buNone/>
              <a:defRPr>
                <a:solidFill>
                  <a:schemeClr val="lt1"/>
                </a:solidFill>
              </a:defRPr>
            </a:lvl2pPr>
            <a:lvl3pPr lvl="2">
              <a:spcBef>
                <a:spcPts val="0"/>
              </a:spcBef>
              <a:spcAft>
                <a:spcPts val="0"/>
              </a:spcAft>
              <a:buClr>
                <a:schemeClr val="lt1"/>
              </a:buClr>
              <a:buSzPts val="2400"/>
              <a:buNone/>
              <a:defRPr>
                <a:solidFill>
                  <a:schemeClr val="lt1"/>
                </a:solidFill>
              </a:defRPr>
            </a:lvl3pPr>
            <a:lvl4pPr lvl="3">
              <a:spcBef>
                <a:spcPts val="0"/>
              </a:spcBef>
              <a:spcAft>
                <a:spcPts val="0"/>
              </a:spcAft>
              <a:buClr>
                <a:schemeClr val="lt1"/>
              </a:buClr>
              <a:buSzPts val="2400"/>
              <a:buNone/>
              <a:defRPr>
                <a:solidFill>
                  <a:schemeClr val="lt1"/>
                </a:solidFill>
              </a:defRPr>
            </a:lvl4pPr>
            <a:lvl5pPr lvl="4">
              <a:spcBef>
                <a:spcPts val="0"/>
              </a:spcBef>
              <a:spcAft>
                <a:spcPts val="0"/>
              </a:spcAft>
              <a:buClr>
                <a:schemeClr val="lt1"/>
              </a:buClr>
              <a:buSzPts val="2400"/>
              <a:buNone/>
              <a:defRPr>
                <a:solidFill>
                  <a:schemeClr val="lt1"/>
                </a:solidFill>
              </a:defRPr>
            </a:lvl5pPr>
            <a:lvl6pPr lvl="5">
              <a:spcBef>
                <a:spcPts val="0"/>
              </a:spcBef>
              <a:spcAft>
                <a:spcPts val="0"/>
              </a:spcAft>
              <a:buClr>
                <a:schemeClr val="lt1"/>
              </a:buClr>
              <a:buSzPts val="2400"/>
              <a:buNone/>
              <a:defRPr>
                <a:solidFill>
                  <a:schemeClr val="lt1"/>
                </a:solidFill>
              </a:defRPr>
            </a:lvl6pPr>
            <a:lvl7pPr lvl="6">
              <a:spcBef>
                <a:spcPts val="0"/>
              </a:spcBef>
              <a:spcAft>
                <a:spcPts val="0"/>
              </a:spcAft>
              <a:buClr>
                <a:schemeClr val="lt1"/>
              </a:buClr>
              <a:buSzPts val="2400"/>
              <a:buNone/>
              <a:defRPr>
                <a:solidFill>
                  <a:schemeClr val="lt1"/>
                </a:solidFill>
              </a:defRPr>
            </a:lvl7pPr>
            <a:lvl8pPr lvl="7">
              <a:spcBef>
                <a:spcPts val="0"/>
              </a:spcBef>
              <a:spcAft>
                <a:spcPts val="0"/>
              </a:spcAft>
              <a:buClr>
                <a:schemeClr val="lt1"/>
              </a:buClr>
              <a:buSzPts val="2400"/>
              <a:buNone/>
              <a:defRPr>
                <a:solidFill>
                  <a:schemeClr val="lt1"/>
                </a:solidFill>
              </a:defRPr>
            </a:lvl8pPr>
            <a:lvl9pPr lvl="8">
              <a:spcBef>
                <a:spcPts val="0"/>
              </a:spcBef>
              <a:spcAft>
                <a:spcPts val="0"/>
              </a:spcAft>
              <a:buClr>
                <a:schemeClr val="lt1"/>
              </a:buClr>
              <a:buSzPts val="2400"/>
              <a:buNone/>
              <a:defRPr>
                <a:solidFill>
                  <a:schemeClr val="lt1"/>
                </a:solidFill>
              </a:defRPr>
            </a:lvl9pPr>
          </a:lstStyle>
          <a:p/>
        </p:txBody>
      </p:sp>
      <p:sp>
        <p:nvSpPr>
          <p:cNvPr id="265" name="Google Shape;265;p41"/>
          <p:cNvSpPr txBox="1"/>
          <p:nvPr>
            <p:ph idx="2" type="body"/>
          </p:nvPr>
        </p:nvSpPr>
        <p:spPr>
          <a:xfrm>
            <a:off x="298725" y="1863775"/>
            <a:ext cx="4058100" cy="31623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1pPr>
            <a:lvl2pPr indent="-304800" lvl="1" marL="9144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2pPr>
            <a:lvl3pPr indent="-304800" lvl="2" marL="13716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3pPr>
            <a:lvl4pPr indent="-304800" lvl="3" marL="18288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4pPr>
            <a:lvl5pPr indent="-304800" lvl="4" marL="22860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5pPr>
            <a:lvl6pPr indent="-304800" lvl="5" marL="27432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6pPr>
            <a:lvl7pPr indent="-304800" lvl="6" marL="32004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7pPr>
            <a:lvl8pPr indent="-304800" lvl="7" marL="36576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8pPr>
            <a:lvl9pPr indent="-304800" lvl="8" marL="41148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9pPr>
          </a:lstStyle>
          <a:p/>
        </p:txBody>
      </p:sp>
      <p:sp>
        <p:nvSpPr>
          <p:cNvPr id="266" name="Google Shape;266;p41"/>
          <p:cNvSpPr txBox="1"/>
          <p:nvPr>
            <p:ph idx="3" type="title"/>
          </p:nvPr>
        </p:nvSpPr>
        <p:spPr>
          <a:xfrm>
            <a:off x="298725" y="898175"/>
            <a:ext cx="8349900" cy="209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1pPr>
            <a:lvl2pPr lvl="1">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2pPr>
            <a:lvl3pPr lvl="2">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3pPr>
            <a:lvl4pPr lvl="3">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4pPr>
            <a:lvl5pPr lvl="4">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5pPr>
            <a:lvl6pPr lvl="5">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6pPr>
            <a:lvl7pPr lvl="6">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7pPr>
            <a:lvl8pPr lvl="7">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8pPr>
            <a:lvl9pPr lvl="8">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9pPr>
          </a:lstStyle>
          <a:p/>
        </p:txBody>
      </p:sp>
      <p:pic>
        <p:nvPicPr>
          <p:cNvPr id="267" name="Google Shape;267;p41"/>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268" name="Google Shape;268;p41"/>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269" name="Google Shape;269;p41"/>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sp>
        <p:nvSpPr>
          <p:cNvPr id="270" name="Google Shape;270;p41"/>
          <p:cNvSpPr txBox="1"/>
          <p:nvPr>
            <p:ph idx="4" type="title"/>
          </p:nvPr>
        </p:nvSpPr>
        <p:spPr>
          <a:xfrm>
            <a:off x="300775" y="1486375"/>
            <a:ext cx="3999900" cy="2964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1400"/>
              <a:buFont typeface="Space Grotesk SemiBold"/>
              <a:buNone/>
              <a:defRPr sz="1400">
                <a:solidFill>
                  <a:schemeClr val="accent4"/>
                </a:solidFill>
                <a:latin typeface="Space Grotesk SemiBold"/>
                <a:ea typeface="Space Grotesk SemiBold"/>
                <a:cs typeface="Space Grotesk SemiBold"/>
                <a:sym typeface="Space Grotesk SemiBold"/>
              </a:defRPr>
            </a:lvl1pPr>
            <a:lvl2pPr lvl="1">
              <a:spcBef>
                <a:spcPts val="0"/>
              </a:spcBef>
              <a:spcAft>
                <a:spcPts val="0"/>
              </a:spcAft>
              <a:buClr>
                <a:schemeClr val="accent4"/>
              </a:buClr>
              <a:buSzPts val="2400"/>
              <a:buNone/>
              <a:defRPr>
                <a:solidFill>
                  <a:schemeClr val="accent4"/>
                </a:solidFill>
              </a:defRPr>
            </a:lvl2pPr>
            <a:lvl3pPr lvl="2">
              <a:spcBef>
                <a:spcPts val="0"/>
              </a:spcBef>
              <a:spcAft>
                <a:spcPts val="0"/>
              </a:spcAft>
              <a:buClr>
                <a:schemeClr val="accent4"/>
              </a:buClr>
              <a:buSzPts val="2400"/>
              <a:buNone/>
              <a:defRPr>
                <a:solidFill>
                  <a:schemeClr val="accent4"/>
                </a:solidFill>
              </a:defRPr>
            </a:lvl3pPr>
            <a:lvl4pPr lvl="3">
              <a:spcBef>
                <a:spcPts val="0"/>
              </a:spcBef>
              <a:spcAft>
                <a:spcPts val="0"/>
              </a:spcAft>
              <a:buClr>
                <a:schemeClr val="accent4"/>
              </a:buClr>
              <a:buSzPts val="2400"/>
              <a:buNone/>
              <a:defRPr>
                <a:solidFill>
                  <a:schemeClr val="accent4"/>
                </a:solidFill>
              </a:defRPr>
            </a:lvl4pPr>
            <a:lvl5pPr lvl="4">
              <a:spcBef>
                <a:spcPts val="0"/>
              </a:spcBef>
              <a:spcAft>
                <a:spcPts val="0"/>
              </a:spcAft>
              <a:buClr>
                <a:schemeClr val="accent4"/>
              </a:buClr>
              <a:buSzPts val="2400"/>
              <a:buNone/>
              <a:defRPr>
                <a:solidFill>
                  <a:schemeClr val="accent4"/>
                </a:solidFill>
              </a:defRPr>
            </a:lvl5pPr>
            <a:lvl6pPr lvl="5">
              <a:spcBef>
                <a:spcPts val="0"/>
              </a:spcBef>
              <a:spcAft>
                <a:spcPts val="0"/>
              </a:spcAft>
              <a:buClr>
                <a:schemeClr val="accent4"/>
              </a:buClr>
              <a:buSzPts val="2400"/>
              <a:buNone/>
              <a:defRPr>
                <a:solidFill>
                  <a:schemeClr val="accent4"/>
                </a:solidFill>
              </a:defRPr>
            </a:lvl6pPr>
            <a:lvl7pPr lvl="6">
              <a:spcBef>
                <a:spcPts val="0"/>
              </a:spcBef>
              <a:spcAft>
                <a:spcPts val="0"/>
              </a:spcAft>
              <a:buClr>
                <a:schemeClr val="accent4"/>
              </a:buClr>
              <a:buSzPts val="2400"/>
              <a:buNone/>
              <a:defRPr>
                <a:solidFill>
                  <a:schemeClr val="accent4"/>
                </a:solidFill>
              </a:defRPr>
            </a:lvl7pPr>
            <a:lvl8pPr lvl="7">
              <a:spcBef>
                <a:spcPts val="0"/>
              </a:spcBef>
              <a:spcAft>
                <a:spcPts val="0"/>
              </a:spcAft>
              <a:buClr>
                <a:schemeClr val="accent4"/>
              </a:buClr>
              <a:buSzPts val="2400"/>
              <a:buNone/>
              <a:defRPr>
                <a:solidFill>
                  <a:schemeClr val="accent4"/>
                </a:solidFill>
              </a:defRPr>
            </a:lvl8pPr>
            <a:lvl9pPr lvl="8">
              <a:spcBef>
                <a:spcPts val="0"/>
              </a:spcBef>
              <a:spcAft>
                <a:spcPts val="0"/>
              </a:spcAft>
              <a:buClr>
                <a:schemeClr val="accent4"/>
              </a:buClr>
              <a:buSzPts val="2400"/>
              <a:buNone/>
              <a:defRPr>
                <a:solidFill>
                  <a:schemeClr val="accent4"/>
                </a:solidFill>
              </a:defRPr>
            </a:lvl9pPr>
          </a:lstStyle>
          <a:p/>
        </p:txBody>
      </p:sp>
      <p:sp>
        <p:nvSpPr>
          <p:cNvPr id="271" name="Google Shape;271;p41"/>
          <p:cNvSpPr txBox="1"/>
          <p:nvPr>
            <p:ph idx="5" type="title"/>
          </p:nvPr>
        </p:nvSpPr>
        <p:spPr>
          <a:xfrm>
            <a:off x="4832400" y="1486375"/>
            <a:ext cx="3999900" cy="2964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1400"/>
              <a:buFont typeface="Space Grotesk SemiBold"/>
              <a:buNone/>
              <a:defRPr sz="1400">
                <a:solidFill>
                  <a:schemeClr val="accent4"/>
                </a:solidFill>
                <a:latin typeface="Space Grotesk SemiBold"/>
                <a:ea typeface="Space Grotesk SemiBold"/>
                <a:cs typeface="Space Grotesk SemiBold"/>
                <a:sym typeface="Space Grotesk SemiBold"/>
              </a:defRPr>
            </a:lvl1pPr>
            <a:lvl2pPr lvl="1">
              <a:spcBef>
                <a:spcPts val="0"/>
              </a:spcBef>
              <a:spcAft>
                <a:spcPts val="0"/>
              </a:spcAft>
              <a:buClr>
                <a:schemeClr val="accent4"/>
              </a:buClr>
              <a:buSzPts val="2400"/>
              <a:buNone/>
              <a:defRPr>
                <a:solidFill>
                  <a:schemeClr val="accent4"/>
                </a:solidFill>
              </a:defRPr>
            </a:lvl2pPr>
            <a:lvl3pPr lvl="2">
              <a:spcBef>
                <a:spcPts val="0"/>
              </a:spcBef>
              <a:spcAft>
                <a:spcPts val="0"/>
              </a:spcAft>
              <a:buClr>
                <a:schemeClr val="accent4"/>
              </a:buClr>
              <a:buSzPts val="2400"/>
              <a:buNone/>
              <a:defRPr>
                <a:solidFill>
                  <a:schemeClr val="accent4"/>
                </a:solidFill>
              </a:defRPr>
            </a:lvl3pPr>
            <a:lvl4pPr lvl="3">
              <a:spcBef>
                <a:spcPts val="0"/>
              </a:spcBef>
              <a:spcAft>
                <a:spcPts val="0"/>
              </a:spcAft>
              <a:buClr>
                <a:schemeClr val="accent4"/>
              </a:buClr>
              <a:buSzPts val="2400"/>
              <a:buNone/>
              <a:defRPr>
                <a:solidFill>
                  <a:schemeClr val="accent4"/>
                </a:solidFill>
              </a:defRPr>
            </a:lvl4pPr>
            <a:lvl5pPr lvl="4">
              <a:spcBef>
                <a:spcPts val="0"/>
              </a:spcBef>
              <a:spcAft>
                <a:spcPts val="0"/>
              </a:spcAft>
              <a:buClr>
                <a:schemeClr val="accent4"/>
              </a:buClr>
              <a:buSzPts val="2400"/>
              <a:buNone/>
              <a:defRPr>
                <a:solidFill>
                  <a:schemeClr val="accent4"/>
                </a:solidFill>
              </a:defRPr>
            </a:lvl5pPr>
            <a:lvl6pPr lvl="5">
              <a:spcBef>
                <a:spcPts val="0"/>
              </a:spcBef>
              <a:spcAft>
                <a:spcPts val="0"/>
              </a:spcAft>
              <a:buClr>
                <a:schemeClr val="accent4"/>
              </a:buClr>
              <a:buSzPts val="2400"/>
              <a:buNone/>
              <a:defRPr>
                <a:solidFill>
                  <a:schemeClr val="accent4"/>
                </a:solidFill>
              </a:defRPr>
            </a:lvl6pPr>
            <a:lvl7pPr lvl="6">
              <a:spcBef>
                <a:spcPts val="0"/>
              </a:spcBef>
              <a:spcAft>
                <a:spcPts val="0"/>
              </a:spcAft>
              <a:buClr>
                <a:schemeClr val="accent4"/>
              </a:buClr>
              <a:buSzPts val="2400"/>
              <a:buNone/>
              <a:defRPr>
                <a:solidFill>
                  <a:schemeClr val="accent4"/>
                </a:solidFill>
              </a:defRPr>
            </a:lvl7pPr>
            <a:lvl8pPr lvl="7">
              <a:spcBef>
                <a:spcPts val="0"/>
              </a:spcBef>
              <a:spcAft>
                <a:spcPts val="0"/>
              </a:spcAft>
              <a:buClr>
                <a:schemeClr val="accent4"/>
              </a:buClr>
              <a:buSzPts val="2400"/>
              <a:buNone/>
              <a:defRPr>
                <a:solidFill>
                  <a:schemeClr val="accent4"/>
                </a:solidFill>
              </a:defRPr>
            </a:lvl8pPr>
            <a:lvl9pPr lvl="8">
              <a:spcBef>
                <a:spcPts val="0"/>
              </a:spcBef>
              <a:spcAft>
                <a:spcPts val="0"/>
              </a:spcAft>
              <a:buClr>
                <a:schemeClr val="accent4"/>
              </a:buClr>
              <a:buSzPts val="2400"/>
              <a:buNone/>
              <a:defRPr>
                <a:solidFill>
                  <a:schemeClr val="accent4"/>
                </a:solidFill>
              </a:defRPr>
            </a:lvl9pPr>
          </a:lstStyle>
          <a:p/>
        </p:txBody>
      </p:sp>
    </p:spTree>
  </p:cSld>
  <p:clrMapOvr>
    <a:masterClrMapping/>
  </p:clrMapOvr>
  <p:extLst>
    <p:ext uri="{DCECCB84-F9BA-43D5-87BE-67443E8EF086}">
      <p15:sldGuideLst>
        <p15:guide id="1" orient="horz" pos="934">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Light">
  <p:cSld name="TITLE_AND_TWO_COLUMNS_1">
    <p:spTree>
      <p:nvGrpSpPr>
        <p:cNvPr id="272" name="Shape 272"/>
        <p:cNvGrpSpPr/>
        <p:nvPr/>
      </p:nvGrpSpPr>
      <p:grpSpPr>
        <a:xfrm>
          <a:off x="0" y="0"/>
          <a:ext cx="0" cy="0"/>
          <a:chOff x="0" y="0"/>
          <a:chExt cx="0" cy="0"/>
        </a:xfrm>
      </p:grpSpPr>
      <p:sp>
        <p:nvSpPr>
          <p:cNvPr id="273" name="Google Shape;273;p42"/>
          <p:cNvSpPr txBox="1"/>
          <p:nvPr>
            <p:ph type="title"/>
          </p:nvPr>
        </p:nvSpPr>
        <p:spPr>
          <a:xfrm>
            <a:off x="298725" y="445025"/>
            <a:ext cx="8349900" cy="4053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274" name="Google Shape;274;p42"/>
          <p:cNvSpPr txBox="1"/>
          <p:nvPr>
            <p:ph idx="2" type="title"/>
          </p:nvPr>
        </p:nvSpPr>
        <p:spPr>
          <a:xfrm>
            <a:off x="298725" y="898175"/>
            <a:ext cx="8349900" cy="209700"/>
          </a:xfrm>
          <a:prstGeom prst="rect">
            <a:avLst/>
          </a:prstGeom>
        </p:spPr>
        <p:txBody>
          <a:bodyPr anchorCtr="0" anchor="ctr" bIns="0" lIns="0" spcFirstLastPara="1" rIns="0" wrap="square" tIns="0">
            <a:noAutofit/>
          </a:bodyPr>
          <a:lstStyle>
            <a:lvl1pPr lvl="0">
              <a:spcBef>
                <a:spcPts val="0"/>
              </a:spcBef>
              <a:spcAft>
                <a:spcPts val="0"/>
              </a:spcAft>
              <a:buSzPts val="1400"/>
              <a:buFont typeface="Space Grotesk"/>
              <a:buNone/>
              <a:defRPr sz="1400">
                <a:latin typeface="Space Grotesk"/>
                <a:ea typeface="Space Grotesk"/>
                <a:cs typeface="Space Grotesk"/>
                <a:sym typeface="Space Grotesk"/>
              </a:defRPr>
            </a:lvl1pPr>
            <a:lvl2pPr lvl="1">
              <a:spcBef>
                <a:spcPts val="0"/>
              </a:spcBef>
              <a:spcAft>
                <a:spcPts val="0"/>
              </a:spcAft>
              <a:buSzPts val="1400"/>
              <a:buFont typeface="Space Grotesk"/>
              <a:buNone/>
              <a:defRPr sz="1400">
                <a:latin typeface="Space Grotesk"/>
                <a:ea typeface="Space Grotesk"/>
                <a:cs typeface="Space Grotesk"/>
                <a:sym typeface="Space Grotesk"/>
              </a:defRPr>
            </a:lvl2pPr>
            <a:lvl3pPr lvl="2">
              <a:spcBef>
                <a:spcPts val="0"/>
              </a:spcBef>
              <a:spcAft>
                <a:spcPts val="0"/>
              </a:spcAft>
              <a:buSzPts val="1400"/>
              <a:buFont typeface="Space Grotesk"/>
              <a:buNone/>
              <a:defRPr sz="1400">
                <a:latin typeface="Space Grotesk"/>
                <a:ea typeface="Space Grotesk"/>
                <a:cs typeface="Space Grotesk"/>
                <a:sym typeface="Space Grotesk"/>
              </a:defRPr>
            </a:lvl3pPr>
            <a:lvl4pPr lvl="3">
              <a:spcBef>
                <a:spcPts val="0"/>
              </a:spcBef>
              <a:spcAft>
                <a:spcPts val="0"/>
              </a:spcAft>
              <a:buSzPts val="1400"/>
              <a:buFont typeface="Space Grotesk"/>
              <a:buNone/>
              <a:defRPr sz="1400">
                <a:latin typeface="Space Grotesk"/>
                <a:ea typeface="Space Grotesk"/>
                <a:cs typeface="Space Grotesk"/>
                <a:sym typeface="Space Grotesk"/>
              </a:defRPr>
            </a:lvl4pPr>
            <a:lvl5pPr lvl="4">
              <a:spcBef>
                <a:spcPts val="0"/>
              </a:spcBef>
              <a:spcAft>
                <a:spcPts val="0"/>
              </a:spcAft>
              <a:buSzPts val="1400"/>
              <a:buFont typeface="Space Grotesk"/>
              <a:buNone/>
              <a:defRPr sz="1400">
                <a:latin typeface="Space Grotesk"/>
                <a:ea typeface="Space Grotesk"/>
                <a:cs typeface="Space Grotesk"/>
                <a:sym typeface="Space Grotesk"/>
              </a:defRPr>
            </a:lvl5pPr>
            <a:lvl6pPr lvl="5">
              <a:spcBef>
                <a:spcPts val="0"/>
              </a:spcBef>
              <a:spcAft>
                <a:spcPts val="0"/>
              </a:spcAft>
              <a:buSzPts val="1400"/>
              <a:buFont typeface="Space Grotesk"/>
              <a:buNone/>
              <a:defRPr sz="1400">
                <a:latin typeface="Space Grotesk"/>
                <a:ea typeface="Space Grotesk"/>
                <a:cs typeface="Space Grotesk"/>
                <a:sym typeface="Space Grotesk"/>
              </a:defRPr>
            </a:lvl6pPr>
            <a:lvl7pPr lvl="6">
              <a:spcBef>
                <a:spcPts val="0"/>
              </a:spcBef>
              <a:spcAft>
                <a:spcPts val="0"/>
              </a:spcAft>
              <a:buSzPts val="1400"/>
              <a:buFont typeface="Space Grotesk"/>
              <a:buNone/>
              <a:defRPr sz="1400">
                <a:latin typeface="Space Grotesk"/>
                <a:ea typeface="Space Grotesk"/>
                <a:cs typeface="Space Grotesk"/>
                <a:sym typeface="Space Grotesk"/>
              </a:defRPr>
            </a:lvl7pPr>
            <a:lvl8pPr lvl="7">
              <a:spcBef>
                <a:spcPts val="0"/>
              </a:spcBef>
              <a:spcAft>
                <a:spcPts val="0"/>
              </a:spcAft>
              <a:buSzPts val="1400"/>
              <a:buFont typeface="Space Grotesk"/>
              <a:buNone/>
              <a:defRPr sz="1400">
                <a:latin typeface="Space Grotesk"/>
                <a:ea typeface="Space Grotesk"/>
                <a:cs typeface="Space Grotesk"/>
                <a:sym typeface="Space Grotesk"/>
              </a:defRPr>
            </a:lvl8pPr>
            <a:lvl9pPr lvl="8">
              <a:spcBef>
                <a:spcPts val="0"/>
              </a:spcBef>
              <a:spcAft>
                <a:spcPts val="0"/>
              </a:spcAft>
              <a:buSzPts val="1400"/>
              <a:buFont typeface="Space Grotesk"/>
              <a:buNone/>
              <a:defRPr sz="1400">
                <a:latin typeface="Space Grotesk"/>
                <a:ea typeface="Space Grotesk"/>
                <a:cs typeface="Space Grotesk"/>
                <a:sym typeface="Space Grotesk"/>
              </a:defRPr>
            </a:lvl9pPr>
          </a:lstStyle>
          <a:p/>
        </p:txBody>
      </p:sp>
      <p:sp>
        <p:nvSpPr>
          <p:cNvPr id="275" name="Google Shape;275;p42"/>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rgbClr val="B9C2C6"/>
                </a:solidFill>
                <a:latin typeface="Space Grotesk"/>
                <a:ea typeface="Space Grotesk"/>
                <a:cs typeface="Space Grotesk"/>
                <a:sym typeface="Space Grotesk"/>
              </a:rPr>
              <a:t>ⓒ </a:t>
            </a:r>
            <a:r>
              <a:rPr i="0" lang="en" sz="500" u="none" cap="none" strike="noStrike">
                <a:solidFill>
                  <a:srgbClr val="B9C2C6"/>
                </a:solidFill>
                <a:latin typeface="Space Grotesk"/>
                <a:ea typeface="Space Grotesk"/>
                <a:cs typeface="Space Grotesk"/>
                <a:sym typeface="Space Grotesk"/>
              </a:rPr>
              <a:t>202</a:t>
            </a:r>
            <a:r>
              <a:rPr lang="en" sz="500">
                <a:solidFill>
                  <a:srgbClr val="B9C2C6"/>
                </a:solidFill>
                <a:latin typeface="Space Grotesk"/>
                <a:ea typeface="Space Grotesk"/>
                <a:cs typeface="Space Grotesk"/>
                <a:sym typeface="Space Grotesk"/>
              </a:rPr>
              <a:t>4</a:t>
            </a:r>
            <a:r>
              <a:rPr i="0" lang="en" sz="500" u="none" cap="none" strike="noStrike">
                <a:solidFill>
                  <a:srgbClr val="B9C2C6"/>
                </a:solidFill>
                <a:latin typeface="Space Grotesk"/>
                <a:ea typeface="Space Grotesk"/>
                <a:cs typeface="Space Grotesk"/>
                <a:sym typeface="Space Grotesk"/>
              </a:rPr>
              <a:t> </a:t>
            </a:r>
            <a:r>
              <a:rPr lang="en" sz="500">
                <a:solidFill>
                  <a:srgbClr val="B9C2C6"/>
                </a:solidFill>
                <a:latin typeface="Space Grotesk"/>
                <a:ea typeface="Space Grotesk"/>
                <a:cs typeface="Space Grotesk"/>
                <a:sym typeface="Space Grotesk"/>
              </a:rPr>
              <a:t>Redis Ltd.</a:t>
            </a:r>
            <a:r>
              <a:rPr i="0" lang="en" sz="500" u="none" cap="none" strike="noStrike">
                <a:solidFill>
                  <a:srgbClr val="B9C2C6"/>
                </a:solidFill>
                <a:latin typeface="Space Grotesk"/>
                <a:ea typeface="Space Grotesk"/>
                <a:cs typeface="Space Grotesk"/>
                <a:sym typeface="Space Grotesk"/>
              </a:rPr>
              <a:t> All rights reserved.</a:t>
            </a:r>
            <a:endParaRPr i="0" sz="1300" u="none" cap="none" strike="noStrike">
              <a:solidFill>
                <a:srgbClr val="B9C2C6"/>
              </a:solidFill>
              <a:latin typeface="Space Grotesk"/>
              <a:ea typeface="Space Grotesk"/>
              <a:cs typeface="Space Grotesk"/>
              <a:sym typeface="Space Grotesk"/>
            </a:endParaRPr>
          </a:p>
        </p:txBody>
      </p:sp>
      <p:sp>
        <p:nvSpPr>
          <p:cNvPr id="276" name="Google Shape;276;p42"/>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pic>
        <p:nvPicPr>
          <p:cNvPr id="277" name="Google Shape;277;p42"/>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Dark">
  <p:cSld name="TITLE_AND_TWO_COLUMNS_1_1">
    <p:bg>
      <p:bgPr>
        <a:solidFill>
          <a:schemeClr val="dk2"/>
        </a:solidFill>
      </p:bgPr>
    </p:bg>
    <p:spTree>
      <p:nvGrpSpPr>
        <p:cNvPr id="278" name="Shape 278"/>
        <p:cNvGrpSpPr/>
        <p:nvPr/>
      </p:nvGrpSpPr>
      <p:grpSpPr>
        <a:xfrm>
          <a:off x="0" y="0"/>
          <a:ext cx="0" cy="0"/>
          <a:chOff x="0" y="0"/>
          <a:chExt cx="0" cy="0"/>
        </a:xfrm>
      </p:grpSpPr>
      <p:sp>
        <p:nvSpPr>
          <p:cNvPr id="279" name="Google Shape;279;p43"/>
          <p:cNvSpPr txBox="1"/>
          <p:nvPr>
            <p:ph type="title"/>
          </p:nvPr>
        </p:nvSpPr>
        <p:spPr>
          <a:xfrm>
            <a:off x="298725" y="445025"/>
            <a:ext cx="8349900" cy="405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2400"/>
              <a:buNone/>
              <a:defRPr>
                <a:solidFill>
                  <a:schemeClr val="lt1"/>
                </a:solidFill>
              </a:defRPr>
            </a:lvl2pPr>
            <a:lvl3pPr lvl="2">
              <a:spcBef>
                <a:spcPts val="0"/>
              </a:spcBef>
              <a:spcAft>
                <a:spcPts val="0"/>
              </a:spcAft>
              <a:buClr>
                <a:schemeClr val="lt1"/>
              </a:buClr>
              <a:buSzPts val="2400"/>
              <a:buNone/>
              <a:defRPr>
                <a:solidFill>
                  <a:schemeClr val="lt1"/>
                </a:solidFill>
              </a:defRPr>
            </a:lvl3pPr>
            <a:lvl4pPr lvl="3">
              <a:spcBef>
                <a:spcPts val="0"/>
              </a:spcBef>
              <a:spcAft>
                <a:spcPts val="0"/>
              </a:spcAft>
              <a:buClr>
                <a:schemeClr val="lt1"/>
              </a:buClr>
              <a:buSzPts val="2400"/>
              <a:buNone/>
              <a:defRPr>
                <a:solidFill>
                  <a:schemeClr val="lt1"/>
                </a:solidFill>
              </a:defRPr>
            </a:lvl4pPr>
            <a:lvl5pPr lvl="4">
              <a:spcBef>
                <a:spcPts val="0"/>
              </a:spcBef>
              <a:spcAft>
                <a:spcPts val="0"/>
              </a:spcAft>
              <a:buClr>
                <a:schemeClr val="lt1"/>
              </a:buClr>
              <a:buSzPts val="2400"/>
              <a:buNone/>
              <a:defRPr>
                <a:solidFill>
                  <a:schemeClr val="lt1"/>
                </a:solidFill>
              </a:defRPr>
            </a:lvl5pPr>
            <a:lvl6pPr lvl="5">
              <a:spcBef>
                <a:spcPts val="0"/>
              </a:spcBef>
              <a:spcAft>
                <a:spcPts val="0"/>
              </a:spcAft>
              <a:buClr>
                <a:schemeClr val="lt1"/>
              </a:buClr>
              <a:buSzPts val="2400"/>
              <a:buNone/>
              <a:defRPr>
                <a:solidFill>
                  <a:schemeClr val="lt1"/>
                </a:solidFill>
              </a:defRPr>
            </a:lvl6pPr>
            <a:lvl7pPr lvl="6">
              <a:spcBef>
                <a:spcPts val="0"/>
              </a:spcBef>
              <a:spcAft>
                <a:spcPts val="0"/>
              </a:spcAft>
              <a:buClr>
                <a:schemeClr val="lt1"/>
              </a:buClr>
              <a:buSzPts val="2400"/>
              <a:buNone/>
              <a:defRPr>
                <a:solidFill>
                  <a:schemeClr val="lt1"/>
                </a:solidFill>
              </a:defRPr>
            </a:lvl7pPr>
            <a:lvl8pPr lvl="7">
              <a:spcBef>
                <a:spcPts val="0"/>
              </a:spcBef>
              <a:spcAft>
                <a:spcPts val="0"/>
              </a:spcAft>
              <a:buClr>
                <a:schemeClr val="lt1"/>
              </a:buClr>
              <a:buSzPts val="2400"/>
              <a:buNone/>
              <a:defRPr>
                <a:solidFill>
                  <a:schemeClr val="lt1"/>
                </a:solidFill>
              </a:defRPr>
            </a:lvl8pPr>
            <a:lvl9pPr lvl="8">
              <a:spcBef>
                <a:spcPts val="0"/>
              </a:spcBef>
              <a:spcAft>
                <a:spcPts val="0"/>
              </a:spcAft>
              <a:buClr>
                <a:schemeClr val="lt1"/>
              </a:buClr>
              <a:buSzPts val="2400"/>
              <a:buNone/>
              <a:defRPr>
                <a:solidFill>
                  <a:schemeClr val="lt1"/>
                </a:solidFill>
              </a:defRPr>
            </a:lvl9pPr>
          </a:lstStyle>
          <a:p/>
        </p:txBody>
      </p:sp>
      <p:sp>
        <p:nvSpPr>
          <p:cNvPr id="280" name="Google Shape;280;p43"/>
          <p:cNvSpPr txBox="1"/>
          <p:nvPr>
            <p:ph idx="2" type="title"/>
          </p:nvPr>
        </p:nvSpPr>
        <p:spPr>
          <a:xfrm>
            <a:off x="298725" y="898175"/>
            <a:ext cx="8349900" cy="209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1pPr>
            <a:lvl2pPr lvl="1">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2pPr>
            <a:lvl3pPr lvl="2">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3pPr>
            <a:lvl4pPr lvl="3">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4pPr>
            <a:lvl5pPr lvl="4">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5pPr>
            <a:lvl6pPr lvl="5">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6pPr>
            <a:lvl7pPr lvl="6">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7pPr>
            <a:lvl8pPr lvl="7">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8pPr>
            <a:lvl9pPr lvl="8">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9pPr>
          </a:lstStyle>
          <a:p/>
        </p:txBody>
      </p:sp>
      <p:pic>
        <p:nvPicPr>
          <p:cNvPr id="281" name="Google Shape;281;p43"/>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282" name="Google Shape;282;p43"/>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283" name="Google Shape;283;p43"/>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Light">
  <p:cSld name="ONE_COLUMN_TEXT">
    <p:spTree>
      <p:nvGrpSpPr>
        <p:cNvPr id="284" name="Shape 284"/>
        <p:cNvGrpSpPr/>
        <p:nvPr/>
      </p:nvGrpSpPr>
      <p:grpSpPr>
        <a:xfrm>
          <a:off x="0" y="0"/>
          <a:ext cx="0" cy="0"/>
          <a:chOff x="0" y="0"/>
          <a:chExt cx="0" cy="0"/>
        </a:xfrm>
      </p:grpSpPr>
      <p:sp>
        <p:nvSpPr>
          <p:cNvPr id="285" name="Google Shape;285;p44"/>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rgbClr val="B9C2C6"/>
                </a:solidFill>
                <a:latin typeface="Space Grotesk"/>
                <a:ea typeface="Space Grotesk"/>
                <a:cs typeface="Space Grotesk"/>
                <a:sym typeface="Space Grotesk"/>
              </a:rPr>
              <a:t>ⓒ </a:t>
            </a:r>
            <a:r>
              <a:rPr i="0" lang="en" sz="500" u="none" cap="none" strike="noStrike">
                <a:solidFill>
                  <a:srgbClr val="B9C2C6"/>
                </a:solidFill>
                <a:latin typeface="Space Grotesk"/>
                <a:ea typeface="Space Grotesk"/>
                <a:cs typeface="Space Grotesk"/>
                <a:sym typeface="Space Grotesk"/>
              </a:rPr>
              <a:t>202</a:t>
            </a:r>
            <a:r>
              <a:rPr lang="en" sz="500">
                <a:solidFill>
                  <a:srgbClr val="B9C2C6"/>
                </a:solidFill>
                <a:latin typeface="Space Grotesk"/>
                <a:ea typeface="Space Grotesk"/>
                <a:cs typeface="Space Grotesk"/>
                <a:sym typeface="Space Grotesk"/>
              </a:rPr>
              <a:t>4</a:t>
            </a:r>
            <a:r>
              <a:rPr i="0" lang="en" sz="500" u="none" cap="none" strike="noStrike">
                <a:solidFill>
                  <a:srgbClr val="B9C2C6"/>
                </a:solidFill>
                <a:latin typeface="Space Grotesk"/>
                <a:ea typeface="Space Grotesk"/>
                <a:cs typeface="Space Grotesk"/>
                <a:sym typeface="Space Grotesk"/>
              </a:rPr>
              <a:t> </a:t>
            </a:r>
            <a:r>
              <a:rPr lang="en" sz="500">
                <a:solidFill>
                  <a:srgbClr val="B9C2C6"/>
                </a:solidFill>
                <a:latin typeface="Space Grotesk"/>
                <a:ea typeface="Space Grotesk"/>
                <a:cs typeface="Space Grotesk"/>
                <a:sym typeface="Space Grotesk"/>
              </a:rPr>
              <a:t>Redis Ltd.</a:t>
            </a:r>
            <a:r>
              <a:rPr i="0" lang="en" sz="500" u="none" cap="none" strike="noStrike">
                <a:solidFill>
                  <a:srgbClr val="B9C2C6"/>
                </a:solidFill>
                <a:latin typeface="Space Grotesk"/>
                <a:ea typeface="Space Grotesk"/>
                <a:cs typeface="Space Grotesk"/>
                <a:sym typeface="Space Grotesk"/>
              </a:rPr>
              <a:t> All rights reserved.</a:t>
            </a:r>
            <a:endParaRPr i="0" sz="1300" u="none" cap="none" strike="noStrike">
              <a:solidFill>
                <a:srgbClr val="B9C2C6"/>
              </a:solidFill>
              <a:latin typeface="Space Grotesk"/>
              <a:ea typeface="Space Grotesk"/>
              <a:cs typeface="Space Grotesk"/>
              <a:sym typeface="Space Grotesk"/>
            </a:endParaRPr>
          </a:p>
        </p:txBody>
      </p:sp>
      <p:sp>
        <p:nvSpPr>
          <p:cNvPr id="286" name="Google Shape;286;p44"/>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pic>
        <p:nvPicPr>
          <p:cNvPr id="287" name="Google Shape;287;p44"/>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288" name="Google Shape;288;p44"/>
          <p:cNvSpPr txBox="1"/>
          <p:nvPr>
            <p:ph type="title"/>
          </p:nvPr>
        </p:nvSpPr>
        <p:spPr>
          <a:xfrm>
            <a:off x="298725" y="445025"/>
            <a:ext cx="8349900" cy="4053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289" name="Google Shape;289;p44"/>
          <p:cNvSpPr txBox="1"/>
          <p:nvPr>
            <p:ph idx="2" type="title"/>
          </p:nvPr>
        </p:nvSpPr>
        <p:spPr>
          <a:xfrm>
            <a:off x="298725" y="898175"/>
            <a:ext cx="8349900" cy="209700"/>
          </a:xfrm>
          <a:prstGeom prst="rect">
            <a:avLst/>
          </a:prstGeom>
        </p:spPr>
        <p:txBody>
          <a:bodyPr anchorCtr="0" anchor="ctr" bIns="0" lIns="0" spcFirstLastPara="1" rIns="0" wrap="square" tIns="0">
            <a:noAutofit/>
          </a:bodyPr>
          <a:lstStyle>
            <a:lvl1pPr lvl="0">
              <a:spcBef>
                <a:spcPts val="0"/>
              </a:spcBef>
              <a:spcAft>
                <a:spcPts val="0"/>
              </a:spcAft>
              <a:buSzPts val="1400"/>
              <a:buFont typeface="Space Grotesk"/>
              <a:buNone/>
              <a:defRPr sz="1400">
                <a:latin typeface="Space Grotesk"/>
                <a:ea typeface="Space Grotesk"/>
                <a:cs typeface="Space Grotesk"/>
                <a:sym typeface="Space Grotesk"/>
              </a:defRPr>
            </a:lvl1pPr>
            <a:lvl2pPr lvl="1">
              <a:spcBef>
                <a:spcPts val="0"/>
              </a:spcBef>
              <a:spcAft>
                <a:spcPts val="0"/>
              </a:spcAft>
              <a:buSzPts val="1400"/>
              <a:buFont typeface="Space Grotesk"/>
              <a:buNone/>
              <a:defRPr sz="1400">
                <a:latin typeface="Space Grotesk"/>
                <a:ea typeface="Space Grotesk"/>
                <a:cs typeface="Space Grotesk"/>
                <a:sym typeface="Space Grotesk"/>
              </a:defRPr>
            </a:lvl2pPr>
            <a:lvl3pPr lvl="2">
              <a:spcBef>
                <a:spcPts val="0"/>
              </a:spcBef>
              <a:spcAft>
                <a:spcPts val="0"/>
              </a:spcAft>
              <a:buSzPts val="1400"/>
              <a:buFont typeface="Space Grotesk"/>
              <a:buNone/>
              <a:defRPr sz="1400">
                <a:latin typeface="Space Grotesk"/>
                <a:ea typeface="Space Grotesk"/>
                <a:cs typeface="Space Grotesk"/>
                <a:sym typeface="Space Grotesk"/>
              </a:defRPr>
            </a:lvl3pPr>
            <a:lvl4pPr lvl="3">
              <a:spcBef>
                <a:spcPts val="0"/>
              </a:spcBef>
              <a:spcAft>
                <a:spcPts val="0"/>
              </a:spcAft>
              <a:buSzPts val="1400"/>
              <a:buFont typeface="Space Grotesk"/>
              <a:buNone/>
              <a:defRPr sz="1400">
                <a:latin typeface="Space Grotesk"/>
                <a:ea typeface="Space Grotesk"/>
                <a:cs typeface="Space Grotesk"/>
                <a:sym typeface="Space Grotesk"/>
              </a:defRPr>
            </a:lvl4pPr>
            <a:lvl5pPr lvl="4">
              <a:spcBef>
                <a:spcPts val="0"/>
              </a:spcBef>
              <a:spcAft>
                <a:spcPts val="0"/>
              </a:spcAft>
              <a:buSzPts val="1400"/>
              <a:buFont typeface="Space Grotesk"/>
              <a:buNone/>
              <a:defRPr sz="1400">
                <a:latin typeface="Space Grotesk"/>
                <a:ea typeface="Space Grotesk"/>
                <a:cs typeface="Space Grotesk"/>
                <a:sym typeface="Space Grotesk"/>
              </a:defRPr>
            </a:lvl5pPr>
            <a:lvl6pPr lvl="5">
              <a:spcBef>
                <a:spcPts val="0"/>
              </a:spcBef>
              <a:spcAft>
                <a:spcPts val="0"/>
              </a:spcAft>
              <a:buSzPts val="1400"/>
              <a:buFont typeface="Space Grotesk"/>
              <a:buNone/>
              <a:defRPr sz="1400">
                <a:latin typeface="Space Grotesk"/>
                <a:ea typeface="Space Grotesk"/>
                <a:cs typeface="Space Grotesk"/>
                <a:sym typeface="Space Grotesk"/>
              </a:defRPr>
            </a:lvl6pPr>
            <a:lvl7pPr lvl="6">
              <a:spcBef>
                <a:spcPts val="0"/>
              </a:spcBef>
              <a:spcAft>
                <a:spcPts val="0"/>
              </a:spcAft>
              <a:buSzPts val="1400"/>
              <a:buFont typeface="Space Grotesk"/>
              <a:buNone/>
              <a:defRPr sz="1400">
                <a:latin typeface="Space Grotesk"/>
                <a:ea typeface="Space Grotesk"/>
                <a:cs typeface="Space Grotesk"/>
                <a:sym typeface="Space Grotesk"/>
              </a:defRPr>
            </a:lvl7pPr>
            <a:lvl8pPr lvl="7">
              <a:spcBef>
                <a:spcPts val="0"/>
              </a:spcBef>
              <a:spcAft>
                <a:spcPts val="0"/>
              </a:spcAft>
              <a:buSzPts val="1400"/>
              <a:buFont typeface="Space Grotesk"/>
              <a:buNone/>
              <a:defRPr sz="1400">
                <a:latin typeface="Space Grotesk"/>
                <a:ea typeface="Space Grotesk"/>
                <a:cs typeface="Space Grotesk"/>
                <a:sym typeface="Space Grotesk"/>
              </a:defRPr>
            </a:lvl8pPr>
            <a:lvl9pPr lvl="8">
              <a:spcBef>
                <a:spcPts val="0"/>
              </a:spcBef>
              <a:spcAft>
                <a:spcPts val="0"/>
              </a:spcAft>
              <a:buSzPts val="1400"/>
              <a:buFont typeface="Space Grotesk"/>
              <a:buNone/>
              <a:defRPr sz="1400">
                <a:latin typeface="Space Grotesk"/>
                <a:ea typeface="Space Grotesk"/>
                <a:cs typeface="Space Grotesk"/>
                <a:sym typeface="Space Grotesk"/>
              </a:defRPr>
            </a:lvl9pPr>
          </a:lstStyle>
          <a:p/>
        </p:txBody>
      </p:sp>
      <p:sp>
        <p:nvSpPr>
          <p:cNvPr id="290" name="Google Shape;290;p44"/>
          <p:cNvSpPr txBox="1"/>
          <p:nvPr>
            <p:ph idx="1" type="body"/>
          </p:nvPr>
        </p:nvSpPr>
        <p:spPr>
          <a:xfrm>
            <a:off x="3211139" y="1863775"/>
            <a:ext cx="2593500" cy="31623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Font typeface="Space Grotesk"/>
              <a:buChar char="●"/>
              <a:defRPr>
                <a:latin typeface="Space Grotesk"/>
                <a:ea typeface="Space Grotesk"/>
                <a:cs typeface="Space Grotesk"/>
                <a:sym typeface="Space Grotesk"/>
              </a:defRPr>
            </a:lvl1pPr>
            <a:lvl2pPr indent="-292100" lvl="1" marL="914400">
              <a:spcBef>
                <a:spcPts val="0"/>
              </a:spcBef>
              <a:spcAft>
                <a:spcPts val="0"/>
              </a:spcAft>
              <a:buSzPts val="1000"/>
              <a:buFont typeface="Space Grotesk"/>
              <a:buChar char="○"/>
              <a:defRPr sz="1000">
                <a:latin typeface="Space Grotesk"/>
                <a:ea typeface="Space Grotesk"/>
                <a:cs typeface="Space Grotesk"/>
                <a:sym typeface="Space Grotesk"/>
              </a:defRPr>
            </a:lvl2pPr>
            <a:lvl3pPr indent="-292100" lvl="2" marL="1371600">
              <a:spcBef>
                <a:spcPts val="0"/>
              </a:spcBef>
              <a:spcAft>
                <a:spcPts val="0"/>
              </a:spcAft>
              <a:buSzPts val="1000"/>
              <a:buFont typeface="Space Grotesk"/>
              <a:buChar char="■"/>
              <a:defRPr sz="1000">
                <a:latin typeface="Space Grotesk"/>
                <a:ea typeface="Space Grotesk"/>
                <a:cs typeface="Space Grotesk"/>
                <a:sym typeface="Space Grotesk"/>
              </a:defRPr>
            </a:lvl3pPr>
            <a:lvl4pPr indent="-292100" lvl="3" marL="1828800">
              <a:spcBef>
                <a:spcPts val="0"/>
              </a:spcBef>
              <a:spcAft>
                <a:spcPts val="0"/>
              </a:spcAft>
              <a:buSzPts val="1000"/>
              <a:buFont typeface="Space Grotesk"/>
              <a:buChar char="●"/>
              <a:defRPr sz="1000">
                <a:latin typeface="Space Grotesk"/>
                <a:ea typeface="Space Grotesk"/>
                <a:cs typeface="Space Grotesk"/>
                <a:sym typeface="Space Grotesk"/>
              </a:defRPr>
            </a:lvl4pPr>
            <a:lvl5pPr indent="-292100" lvl="4" marL="2286000">
              <a:spcBef>
                <a:spcPts val="0"/>
              </a:spcBef>
              <a:spcAft>
                <a:spcPts val="0"/>
              </a:spcAft>
              <a:buSzPts val="1000"/>
              <a:buFont typeface="Space Grotesk"/>
              <a:buChar char="○"/>
              <a:defRPr sz="1000">
                <a:latin typeface="Space Grotesk"/>
                <a:ea typeface="Space Grotesk"/>
                <a:cs typeface="Space Grotesk"/>
                <a:sym typeface="Space Grotesk"/>
              </a:defRPr>
            </a:lvl5pPr>
            <a:lvl6pPr indent="-292100" lvl="5" marL="2743200">
              <a:spcBef>
                <a:spcPts val="0"/>
              </a:spcBef>
              <a:spcAft>
                <a:spcPts val="0"/>
              </a:spcAft>
              <a:buSzPts val="1000"/>
              <a:buFont typeface="Space Grotesk"/>
              <a:buChar char="■"/>
              <a:defRPr sz="1000">
                <a:latin typeface="Space Grotesk"/>
                <a:ea typeface="Space Grotesk"/>
                <a:cs typeface="Space Grotesk"/>
                <a:sym typeface="Space Grotesk"/>
              </a:defRPr>
            </a:lvl6pPr>
            <a:lvl7pPr indent="-292100" lvl="6" marL="3200400">
              <a:spcBef>
                <a:spcPts val="0"/>
              </a:spcBef>
              <a:spcAft>
                <a:spcPts val="0"/>
              </a:spcAft>
              <a:buSzPts val="1000"/>
              <a:buFont typeface="Space Grotesk"/>
              <a:buChar char="●"/>
              <a:defRPr sz="1000">
                <a:latin typeface="Space Grotesk"/>
                <a:ea typeface="Space Grotesk"/>
                <a:cs typeface="Space Grotesk"/>
                <a:sym typeface="Space Grotesk"/>
              </a:defRPr>
            </a:lvl7pPr>
            <a:lvl8pPr indent="-292100" lvl="7" marL="3657600">
              <a:spcBef>
                <a:spcPts val="0"/>
              </a:spcBef>
              <a:spcAft>
                <a:spcPts val="0"/>
              </a:spcAft>
              <a:buSzPts val="1000"/>
              <a:buFont typeface="Space Grotesk"/>
              <a:buChar char="○"/>
              <a:defRPr sz="1000">
                <a:latin typeface="Space Grotesk"/>
                <a:ea typeface="Space Grotesk"/>
                <a:cs typeface="Space Grotesk"/>
                <a:sym typeface="Space Grotesk"/>
              </a:defRPr>
            </a:lvl8pPr>
            <a:lvl9pPr indent="-292100" lvl="8" marL="4114800">
              <a:spcBef>
                <a:spcPts val="0"/>
              </a:spcBef>
              <a:spcAft>
                <a:spcPts val="0"/>
              </a:spcAft>
              <a:buSzPts val="1000"/>
              <a:buFont typeface="Space Grotesk"/>
              <a:buChar char="■"/>
              <a:defRPr sz="1000">
                <a:latin typeface="Space Grotesk"/>
                <a:ea typeface="Space Grotesk"/>
                <a:cs typeface="Space Grotesk"/>
                <a:sym typeface="Space Grotesk"/>
              </a:defRPr>
            </a:lvl9pPr>
          </a:lstStyle>
          <a:p/>
        </p:txBody>
      </p:sp>
      <p:sp>
        <p:nvSpPr>
          <p:cNvPr id="291" name="Google Shape;291;p44"/>
          <p:cNvSpPr txBox="1"/>
          <p:nvPr>
            <p:ph idx="3" type="body"/>
          </p:nvPr>
        </p:nvSpPr>
        <p:spPr>
          <a:xfrm>
            <a:off x="298725" y="1863775"/>
            <a:ext cx="2631300" cy="31623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Font typeface="Space Grotesk"/>
              <a:buChar char="●"/>
              <a:defRPr>
                <a:latin typeface="Space Grotesk"/>
                <a:ea typeface="Space Grotesk"/>
                <a:cs typeface="Space Grotesk"/>
                <a:sym typeface="Space Grotesk"/>
              </a:defRPr>
            </a:lvl1pPr>
            <a:lvl2pPr indent="-304800" lvl="1" marL="914400">
              <a:spcBef>
                <a:spcPts val="0"/>
              </a:spcBef>
              <a:spcAft>
                <a:spcPts val="0"/>
              </a:spcAft>
              <a:buSzPts val="1200"/>
              <a:buFont typeface="Space Grotesk"/>
              <a:buChar char="○"/>
              <a:defRPr>
                <a:latin typeface="Space Grotesk"/>
                <a:ea typeface="Space Grotesk"/>
                <a:cs typeface="Space Grotesk"/>
                <a:sym typeface="Space Grotesk"/>
              </a:defRPr>
            </a:lvl2pPr>
            <a:lvl3pPr indent="-304800" lvl="2" marL="1371600">
              <a:spcBef>
                <a:spcPts val="0"/>
              </a:spcBef>
              <a:spcAft>
                <a:spcPts val="0"/>
              </a:spcAft>
              <a:buSzPts val="1200"/>
              <a:buFont typeface="Space Grotesk"/>
              <a:buChar char="■"/>
              <a:defRPr>
                <a:latin typeface="Space Grotesk"/>
                <a:ea typeface="Space Grotesk"/>
                <a:cs typeface="Space Grotesk"/>
                <a:sym typeface="Space Grotesk"/>
              </a:defRPr>
            </a:lvl3pPr>
            <a:lvl4pPr indent="-304800" lvl="3" marL="1828800">
              <a:spcBef>
                <a:spcPts val="0"/>
              </a:spcBef>
              <a:spcAft>
                <a:spcPts val="0"/>
              </a:spcAft>
              <a:buSzPts val="1200"/>
              <a:buFont typeface="Space Grotesk"/>
              <a:buChar char="●"/>
              <a:defRPr>
                <a:latin typeface="Space Grotesk"/>
                <a:ea typeface="Space Grotesk"/>
                <a:cs typeface="Space Grotesk"/>
                <a:sym typeface="Space Grotesk"/>
              </a:defRPr>
            </a:lvl4pPr>
            <a:lvl5pPr indent="-304800" lvl="4" marL="2286000">
              <a:spcBef>
                <a:spcPts val="0"/>
              </a:spcBef>
              <a:spcAft>
                <a:spcPts val="0"/>
              </a:spcAft>
              <a:buSzPts val="1200"/>
              <a:buFont typeface="Space Grotesk"/>
              <a:buChar char="○"/>
              <a:defRPr>
                <a:latin typeface="Space Grotesk"/>
                <a:ea typeface="Space Grotesk"/>
                <a:cs typeface="Space Grotesk"/>
                <a:sym typeface="Space Grotesk"/>
              </a:defRPr>
            </a:lvl5pPr>
            <a:lvl6pPr indent="-304800" lvl="5" marL="2743200">
              <a:spcBef>
                <a:spcPts val="0"/>
              </a:spcBef>
              <a:spcAft>
                <a:spcPts val="0"/>
              </a:spcAft>
              <a:buSzPts val="1200"/>
              <a:buFont typeface="Space Grotesk"/>
              <a:buChar char="■"/>
              <a:defRPr>
                <a:latin typeface="Space Grotesk"/>
                <a:ea typeface="Space Grotesk"/>
                <a:cs typeface="Space Grotesk"/>
                <a:sym typeface="Space Grotesk"/>
              </a:defRPr>
            </a:lvl6pPr>
            <a:lvl7pPr indent="-304800" lvl="6" marL="3200400">
              <a:spcBef>
                <a:spcPts val="0"/>
              </a:spcBef>
              <a:spcAft>
                <a:spcPts val="0"/>
              </a:spcAft>
              <a:buSzPts val="1200"/>
              <a:buFont typeface="Space Grotesk"/>
              <a:buChar char="●"/>
              <a:defRPr>
                <a:latin typeface="Space Grotesk"/>
                <a:ea typeface="Space Grotesk"/>
                <a:cs typeface="Space Grotesk"/>
                <a:sym typeface="Space Grotesk"/>
              </a:defRPr>
            </a:lvl7pPr>
            <a:lvl8pPr indent="-304800" lvl="7" marL="3657600">
              <a:spcBef>
                <a:spcPts val="0"/>
              </a:spcBef>
              <a:spcAft>
                <a:spcPts val="0"/>
              </a:spcAft>
              <a:buSzPts val="1200"/>
              <a:buFont typeface="Space Grotesk"/>
              <a:buChar char="○"/>
              <a:defRPr>
                <a:latin typeface="Space Grotesk"/>
                <a:ea typeface="Space Grotesk"/>
                <a:cs typeface="Space Grotesk"/>
                <a:sym typeface="Space Grotesk"/>
              </a:defRPr>
            </a:lvl8pPr>
            <a:lvl9pPr indent="-304800" lvl="8" marL="4114800">
              <a:spcBef>
                <a:spcPts val="0"/>
              </a:spcBef>
              <a:spcAft>
                <a:spcPts val="0"/>
              </a:spcAft>
              <a:buSzPts val="1200"/>
              <a:buFont typeface="Space Grotesk"/>
              <a:buChar char="■"/>
              <a:defRPr>
                <a:latin typeface="Space Grotesk"/>
                <a:ea typeface="Space Grotesk"/>
                <a:cs typeface="Space Grotesk"/>
                <a:sym typeface="Space Grotesk"/>
              </a:defRPr>
            </a:lvl9pPr>
          </a:lstStyle>
          <a:p/>
        </p:txBody>
      </p:sp>
      <p:sp>
        <p:nvSpPr>
          <p:cNvPr id="292" name="Google Shape;292;p44"/>
          <p:cNvSpPr txBox="1"/>
          <p:nvPr>
            <p:ph idx="4" type="body"/>
          </p:nvPr>
        </p:nvSpPr>
        <p:spPr>
          <a:xfrm>
            <a:off x="6085752" y="1863775"/>
            <a:ext cx="2593500" cy="31623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Font typeface="Space Grotesk"/>
              <a:buChar char="●"/>
              <a:defRPr>
                <a:latin typeface="Space Grotesk"/>
                <a:ea typeface="Space Grotesk"/>
                <a:cs typeface="Space Grotesk"/>
                <a:sym typeface="Space Grotesk"/>
              </a:defRPr>
            </a:lvl1pPr>
            <a:lvl2pPr indent="-292100" lvl="1" marL="914400">
              <a:spcBef>
                <a:spcPts val="0"/>
              </a:spcBef>
              <a:spcAft>
                <a:spcPts val="0"/>
              </a:spcAft>
              <a:buSzPts val="1000"/>
              <a:buFont typeface="Space Grotesk"/>
              <a:buChar char="○"/>
              <a:defRPr sz="1000">
                <a:latin typeface="Space Grotesk"/>
                <a:ea typeface="Space Grotesk"/>
                <a:cs typeface="Space Grotesk"/>
                <a:sym typeface="Space Grotesk"/>
              </a:defRPr>
            </a:lvl2pPr>
            <a:lvl3pPr indent="-292100" lvl="2" marL="1371600">
              <a:spcBef>
                <a:spcPts val="0"/>
              </a:spcBef>
              <a:spcAft>
                <a:spcPts val="0"/>
              </a:spcAft>
              <a:buSzPts val="1000"/>
              <a:buFont typeface="Space Grotesk"/>
              <a:buChar char="■"/>
              <a:defRPr sz="1000">
                <a:latin typeface="Space Grotesk"/>
                <a:ea typeface="Space Grotesk"/>
                <a:cs typeface="Space Grotesk"/>
                <a:sym typeface="Space Grotesk"/>
              </a:defRPr>
            </a:lvl3pPr>
            <a:lvl4pPr indent="-292100" lvl="3" marL="1828800">
              <a:spcBef>
                <a:spcPts val="0"/>
              </a:spcBef>
              <a:spcAft>
                <a:spcPts val="0"/>
              </a:spcAft>
              <a:buSzPts val="1000"/>
              <a:buFont typeface="Space Grotesk"/>
              <a:buChar char="●"/>
              <a:defRPr sz="1000">
                <a:latin typeface="Space Grotesk"/>
                <a:ea typeface="Space Grotesk"/>
                <a:cs typeface="Space Grotesk"/>
                <a:sym typeface="Space Grotesk"/>
              </a:defRPr>
            </a:lvl4pPr>
            <a:lvl5pPr indent="-292100" lvl="4" marL="2286000">
              <a:spcBef>
                <a:spcPts val="0"/>
              </a:spcBef>
              <a:spcAft>
                <a:spcPts val="0"/>
              </a:spcAft>
              <a:buSzPts val="1000"/>
              <a:buFont typeface="Space Grotesk"/>
              <a:buChar char="○"/>
              <a:defRPr sz="1000">
                <a:latin typeface="Space Grotesk"/>
                <a:ea typeface="Space Grotesk"/>
                <a:cs typeface="Space Grotesk"/>
                <a:sym typeface="Space Grotesk"/>
              </a:defRPr>
            </a:lvl5pPr>
            <a:lvl6pPr indent="-292100" lvl="5" marL="2743200">
              <a:spcBef>
                <a:spcPts val="0"/>
              </a:spcBef>
              <a:spcAft>
                <a:spcPts val="0"/>
              </a:spcAft>
              <a:buSzPts val="1000"/>
              <a:buFont typeface="Space Grotesk"/>
              <a:buChar char="■"/>
              <a:defRPr sz="1000">
                <a:latin typeface="Space Grotesk"/>
                <a:ea typeface="Space Grotesk"/>
                <a:cs typeface="Space Grotesk"/>
                <a:sym typeface="Space Grotesk"/>
              </a:defRPr>
            </a:lvl6pPr>
            <a:lvl7pPr indent="-292100" lvl="6" marL="3200400">
              <a:spcBef>
                <a:spcPts val="0"/>
              </a:spcBef>
              <a:spcAft>
                <a:spcPts val="0"/>
              </a:spcAft>
              <a:buSzPts val="1000"/>
              <a:buFont typeface="Space Grotesk"/>
              <a:buChar char="●"/>
              <a:defRPr sz="1000">
                <a:latin typeface="Space Grotesk"/>
                <a:ea typeface="Space Grotesk"/>
                <a:cs typeface="Space Grotesk"/>
                <a:sym typeface="Space Grotesk"/>
              </a:defRPr>
            </a:lvl7pPr>
            <a:lvl8pPr indent="-292100" lvl="7" marL="3657600">
              <a:spcBef>
                <a:spcPts val="0"/>
              </a:spcBef>
              <a:spcAft>
                <a:spcPts val="0"/>
              </a:spcAft>
              <a:buSzPts val="1000"/>
              <a:buFont typeface="Space Grotesk"/>
              <a:buChar char="○"/>
              <a:defRPr sz="1000">
                <a:latin typeface="Space Grotesk"/>
                <a:ea typeface="Space Grotesk"/>
                <a:cs typeface="Space Grotesk"/>
                <a:sym typeface="Space Grotesk"/>
              </a:defRPr>
            </a:lvl8pPr>
            <a:lvl9pPr indent="-292100" lvl="8" marL="4114800">
              <a:spcBef>
                <a:spcPts val="0"/>
              </a:spcBef>
              <a:spcAft>
                <a:spcPts val="0"/>
              </a:spcAft>
              <a:buSzPts val="1000"/>
              <a:buFont typeface="Space Grotesk"/>
              <a:buChar char="■"/>
              <a:defRPr sz="1000">
                <a:latin typeface="Space Grotesk"/>
                <a:ea typeface="Space Grotesk"/>
                <a:cs typeface="Space Grotesk"/>
                <a:sym typeface="Space Grotesk"/>
              </a:defRPr>
            </a:lvl9pPr>
          </a:lstStyle>
          <a:p/>
        </p:txBody>
      </p:sp>
      <p:sp>
        <p:nvSpPr>
          <p:cNvPr id="293" name="Google Shape;293;p44"/>
          <p:cNvSpPr txBox="1"/>
          <p:nvPr>
            <p:ph idx="5" type="title"/>
          </p:nvPr>
        </p:nvSpPr>
        <p:spPr>
          <a:xfrm>
            <a:off x="300775" y="1486375"/>
            <a:ext cx="2195400" cy="2964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400"/>
              <a:buFont typeface="Space Grotesk SemiBold"/>
              <a:buNone/>
              <a:defRPr sz="1400">
                <a:solidFill>
                  <a:schemeClr val="accent1"/>
                </a:solidFill>
                <a:latin typeface="Space Grotesk SemiBold"/>
                <a:ea typeface="Space Grotesk SemiBold"/>
                <a:cs typeface="Space Grotesk SemiBold"/>
                <a:sym typeface="Space Grotesk SemiBold"/>
              </a:defRPr>
            </a:lvl1pPr>
            <a:lvl2pPr lvl="1">
              <a:spcBef>
                <a:spcPts val="0"/>
              </a:spcBef>
              <a:spcAft>
                <a:spcPts val="0"/>
              </a:spcAft>
              <a:buClr>
                <a:schemeClr val="accent1"/>
              </a:buClr>
              <a:buSzPts val="2400"/>
              <a:buNone/>
              <a:defRPr>
                <a:solidFill>
                  <a:schemeClr val="accent1"/>
                </a:solidFill>
              </a:defRPr>
            </a:lvl2pPr>
            <a:lvl3pPr lvl="2">
              <a:spcBef>
                <a:spcPts val="0"/>
              </a:spcBef>
              <a:spcAft>
                <a:spcPts val="0"/>
              </a:spcAft>
              <a:buClr>
                <a:schemeClr val="accent1"/>
              </a:buClr>
              <a:buSzPts val="2400"/>
              <a:buNone/>
              <a:defRPr>
                <a:solidFill>
                  <a:schemeClr val="accent1"/>
                </a:solidFill>
              </a:defRPr>
            </a:lvl3pPr>
            <a:lvl4pPr lvl="3">
              <a:spcBef>
                <a:spcPts val="0"/>
              </a:spcBef>
              <a:spcAft>
                <a:spcPts val="0"/>
              </a:spcAft>
              <a:buClr>
                <a:schemeClr val="accent1"/>
              </a:buClr>
              <a:buSzPts val="2400"/>
              <a:buNone/>
              <a:defRPr>
                <a:solidFill>
                  <a:schemeClr val="accent1"/>
                </a:solidFill>
              </a:defRPr>
            </a:lvl4pPr>
            <a:lvl5pPr lvl="4">
              <a:spcBef>
                <a:spcPts val="0"/>
              </a:spcBef>
              <a:spcAft>
                <a:spcPts val="0"/>
              </a:spcAft>
              <a:buClr>
                <a:schemeClr val="accent1"/>
              </a:buClr>
              <a:buSzPts val="2400"/>
              <a:buNone/>
              <a:defRPr>
                <a:solidFill>
                  <a:schemeClr val="accent1"/>
                </a:solidFill>
              </a:defRPr>
            </a:lvl5pPr>
            <a:lvl6pPr lvl="5">
              <a:spcBef>
                <a:spcPts val="0"/>
              </a:spcBef>
              <a:spcAft>
                <a:spcPts val="0"/>
              </a:spcAft>
              <a:buClr>
                <a:schemeClr val="accent1"/>
              </a:buClr>
              <a:buSzPts val="2400"/>
              <a:buNone/>
              <a:defRPr>
                <a:solidFill>
                  <a:schemeClr val="accent1"/>
                </a:solidFill>
              </a:defRPr>
            </a:lvl6pPr>
            <a:lvl7pPr lvl="6">
              <a:spcBef>
                <a:spcPts val="0"/>
              </a:spcBef>
              <a:spcAft>
                <a:spcPts val="0"/>
              </a:spcAft>
              <a:buClr>
                <a:schemeClr val="accent1"/>
              </a:buClr>
              <a:buSzPts val="2400"/>
              <a:buNone/>
              <a:defRPr>
                <a:solidFill>
                  <a:schemeClr val="accent1"/>
                </a:solidFill>
              </a:defRPr>
            </a:lvl7pPr>
            <a:lvl8pPr lvl="7">
              <a:spcBef>
                <a:spcPts val="0"/>
              </a:spcBef>
              <a:spcAft>
                <a:spcPts val="0"/>
              </a:spcAft>
              <a:buClr>
                <a:schemeClr val="accent1"/>
              </a:buClr>
              <a:buSzPts val="2400"/>
              <a:buNone/>
              <a:defRPr>
                <a:solidFill>
                  <a:schemeClr val="accent1"/>
                </a:solidFill>
              </a:defRPr>
            </a:lvl8pPr>
            <a:lvl9pPr lvl="8">
              <a:spcBef>
                <a:spcPts val="0"/>
              </a:spcBef>
              <a:spcAft>
                <a:spcPts val="0"/>
              </a:spcAft>
              <a:buClr>
                <a:schemeClr val="accent1"/>
              </a:buClr>
              <a:buSzPts val="2400"/>
              <a:buNone/>
              <a:defRPr>
                <a:solidFill>
                  <a:schemeClr val="accent1"/>
                </a:solidFill>
              </a:defRPr>
            </a:lvl9pPr>
          </a:lstStyle>
          <a:p/>
        </p:txBody>
      </p:sp>
      <p:sp>
        <p:nvSpPr>
          <p:cNvPr id="294" name="Google Shape;294;p44"/>
          <p:cNvSpPr txBox="1"/>
          <p:nvPr>
            <p:ph idx="6" type="title"/>
          </p:nvPr>
        </p:nvSpPr>
        <p:spPr>
          <a:xfrm>
            <a:off x="3211150" y="1486375"/>
            <a:ext cx="2195400" cy="2964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400"/>
              <a:buFont typeface="Space Grotesk SemiBold"/>
              <a:buNone/>
              <a:defRPr sz="1400">
                <a:solidFill>
                  <a:schemeClr val="accent1"/>
                </a:solidFill>
                <a:latin typeface="Space Grotesk SemiBold"/>
                <a:ea typeface="Space Grotesk SemiBold"/>
                <a:cs typeface="Space Grotesk SemiBold"/>
                <a:sym typeface="Space Grotesk SemiBold"/>
              </a:defRPr>
            </a:lvl1pPr>
            <a:lvl2pPr lvl="1">
              <a:spcBef>
                <a:spcPts val="0"/>
              </a:spcBef>
              <a:spcAft>
                <a:spcPts val="0"/>
              </a:spcAft>
              <a:buClr>
                <a:schemeClr val="accent1"/>
              </a:buClr>
              <a:buSzPts val="2400"/>
              <a:buNone/>
              <a:defRPr>
                <a:solidFill>
                  <a:schemeClr val="accent1"/>
                </a:solidFill>
              </a:defRPr>
            </a:lvl2pPr>
            <a:lvl3pPr lvl="2">
              <a:spcBef>
                <a:spcPts val="0"/>
              </a:spcBef>
              <a:spcAft>
                <a:spcPts val="0"/>
              </a:spcAft>
              <a:buClr>
                <a:schemeClr val="accent1"/>
              </a:buClr>
              <a:buSzPts val="2400"/>
              <a:buNone/>
              <a:defRPr>
                <a:solidFill>
                  <a:schemeClr val="accent1"/>
                </a:solidFill>
              </a:defRPr>
            </a:lvl3pPr>
            <a:lvl4pPr lvl="3">
              <a:spcBef>
                <a:spcPts val="0"/>
              </a:spcBef>
              <a:spcAft>
                <a:spcPts val="0"/>
              </a:spcAft>
              <a:buClr>
                <a:schemeClr val="accent1"/>
              </a:buClr>
              <a:buSzPts val="2400"/>
              <a:buNone/>
              <a:defRPr>
                <a:solidFill>
                  <a:schemeClr val="accent1"/>
                </a:solidFill>
              </a:defRPr>
            </a:lvl4pPr>
            <a:lvl5pPr lvl="4">
              <a:spcBef>
                <a:spcPts val="0"/>
              </a:spcBef>
              <a:spcAft>
                <a:spcPts val="0"/>
              </a:spcAft>
              <a:buClr>
                <a:schemeClr val="accent1"/>
              </a:buClr>
              <a:buSzPts val="2400"/>
              <a:buNone/>
              <a:defRPr>
                <a:solidFill>
                  <a:schemeClr val="accent1"/>
                </a:solidFill>
              </a:defRPr>
            </a:lvl5pPr>
            <a:lvl6pPr lvl="5">
              <a:spcBef>
                <a:spcPts val="0"/>
              </a:spcBef>
              <a:spcAft>
                <a:spcPts val="0"/>
              </a:spcAft>
              <a:buClr>
                <a:schemeClr val="accent1"/>
              </a:buClr>
              <a:buSzPts val="2400"/>
              <a:buNone/>
              <a:defRPr>
                <a:solidFill>
                  <a:schemeClr val="accent1"/>
                </a:solidFill>
              </a:defRPr>
            </a:lvl6pPr>
            <a:lvl7pPr lvl="6">
              <a:spcBef>
                <a:spcPts val="0"/>
              </a:spcBef>
              <a:spcAft>
                <a:spcPts val="0"/>
              </a:spcAft>
              <a:buClr>
                <a:schemeClr val="accent1"/>
              </a:buClr>
              <a:buSzPts val="2400"/>
              <a:buNone/>
              <a:defRPr>
                <a:solidFill>
                  <a:schemeClr val="accent1"/>
                </a:solidFill>
              </a:defRPr>
            </a:lvl7pPr>
            <a:lvl8pPr lvl="7">
              <a:spcBef>
                <a:spcPts val="0"/>
              </a:spcBef>
              <a:spcAft>
                <a:spcPts val="0"/>
              </a:spcAft>
              <a:buClr>
                <a:schemeClr val="accent1"/>
              </a:buClr>
              <a:buSzPts val="2400"/>
              <a:buNone/>
              <a:defRPr>
                <a:solidFill>
                  <a:schemeClr val="accent1"/>
                </a:solidFill>
              </a:defRPr>
            </a:lvl8pPr>
            <a:lvl9pPr lvl="8">
              <a:spcBef>
                <a:spcPts val="0"/>
              </a:spcBef>
              <a:spcAft>
                <a:spcPts val="0"/>
              </a:spcAft>
              <a:buClr>
                <a:schemeClr val="accent1"/>
              </a:buClr>
              <a:buSzPts val="2400"/>
              <a:buNone/>
              <a:defRPr>
                <a:solidFill>
                  <a:schemeClr val="accent1"/>
                </a:solidFill>
              </a:defRPr>
            </a:lvl9pPr>
          </a:lstStyle>
          <a:p/>
        </p:txBody>
      </p:sp>
      <p:sp>
        <p:nvSpPr>
          <p:cNvPr id="295" name="Google Shape;295;p44"/>
          <p:cNvSpPr txBox="1"/>
          <p:nvPr>
            <p:ph idx="7" type="title"/>
          </p:nvPr>
        </p:nvSpPr>
        <p:spPr>
          <a:xfrm>
            <a:off x="6121525" y="1486375"/>
            <a:ext cx="2195400" cy="2964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400"/>
              <a:buFont typeface="Space Grotesk SemiBold"/>
              <a:buNone/>
              <a:defRPr sz="1400">
                <a:solidFill>
                  <a:schemeClr val="accent1"/>
                </a:solidFill>
                <a:latin typeface="Space Grotesk SemiBold"/>
                <a:ea typeface="Space Grotesk SemiBold"/>
                <a:cs typeface="Space Grotesk SemiBold"/>
                <a:sym typeface="Space Grotesk SemiBold"/>
              </a:defRPr>
            </a:lvl1pPr>
            <a:lvl2pPr lvl="1">
              <a:spcBef>
                <a:spcPts val="0"/>
              </a:spcBef>
              <a:spcAft>
                <a:spcPts val="0"/>
              </a:spcAft>
              <a:buClr>
                <a:schemeClr val="accent1"/>
              </a:buClr>
              <a:buSzPts val="2400"/>
              <a:buNone/>
              <a:defRPr>
                <a:solidFill>
                  <a:schemeClr val="accent1"/>
                </a:solidFill>
              </a:defRPr>
            </a:lvl2pPr>
            <a:lvl3pPr lvl="2">
              <a:spcBef>
                <a:spcPts val="0"/>
              </a:spcBef>
              <a:spcAft>
                <a:spcPts val="0"/>
              </a:spcAft>
              <a:buClr>
                <a:schemeClr val="accent1"/>
              </a:buClr>
              <a:buSzPts val="2400"/>
              <a:buNone/>
              <a:defRPr>
                <a:solidFill>
                  <a:schemeClr val="accent1"/>
                </a:solidFill>
              </a:defRPr>
            </a:lvl3pPr>
            <a:lvl4pPr lvl="3">
              <a:spcBef>
                <a:spcPts val="0"/>
              </a:spcBef>
              <a:spcAft>
                <a:spcPts val="0"/>
              </a:spcAft>
              <a:buClr>
                <a:schemeClr val="accent1"/>
              </a:buClr>
              <a:buSzPts val="2400"/>
              <a:buNone/>
              <a:defRPr>
                <a:solidFill>
                  <a:schemeClr val="accent1"/>
                </a:solidFill>
              </a:defRPr>
            </a:lvl4pPr>
            <a:lvl5pPr lvl="4">
              <a:spcBef>
                <a:spcPts val="0"/>
              </a:spcBef>
              <a:spcAft>
                <a:spcPts val="0"/>
              </a:spcAft>
              <a:buClr>
                <a:schemeClr val="accent1"/>
              </a:buClr>
              <a:buSzPts val="2400"/>
              <a:buNone/>
              <a:defRPr>
                <a:solidFill>
                  <a:schemeClr val="accent1"/>
                </a:solidFill>
              </a:defRPr>
            </a:lvl5pPr>
            <a:lvl6pPr lvl="5">
              <a:spcBef>
                <a:spcPts val="0"/>
              </a:spcBef>
              <a:spcAft>
                <a:spcPts val="0"/>
              </a:spcAft>
              <a:buClr>
                <a:schemeClr val="accent1"/>
              </a:buClr>
              <a:buSzPts val="2400"/>
              <a:buNone/>
              <a:defRPr>
                <a:solidFill>
                  <a:schemeClr val="accent1"/>
                </a:solidFill>
              </a:defRPr>
            </a:lvl6pPr>
            <a:lvl7pPr lvl="6">
              <a:spcBef>
                <a:spcPts val="0"/>
              </a:spcBef>
              <a:spcAft>
                <a:spcPts val="0"/>
              </a:spcAft>
              <a:buClr>
                <a:schemeClr val="accent1"/>
              </a:buClr>
              <a:buSzPts val="2400"/>
              <a:buNone/>
              <a:defRPr>
                <a:solidFill>
                  <a:schemeClr val="accent1"/>
                </a:solidFill>
              </a:defRPr>
            </a:lvl7pPr>
            <a:lvl8pPr lvl="7">
              <a:spcBef>
                <a:spcPts val="0"/>
              </a:spcBef>
              <a:spcAft>
                <a:spcPts val="0"/>
              </a:spcAft>
              <a:buClr>
                <a:schemeClr val="accent1"/>
              </a:buClr>
              <a:buSzPts val="2400"/>
              <a:buNone/>
              <a:defRPr>
                <a:solidFill>
                  <a:schemeClr val="accent1"/>
                </a:solidFill>
              </a:defRPr>
            </a:lvl8pPr>
            <a:lvl9pPr lvl="8">
              <a:spcBef>
                <a:spcPts val="0"/>
              </a:spcBef>
              <a:spcAft>
                <a:spcPts val="0"/>
              </a:spcAft>
              <a:buClr>
                <a:schemeClr val="accent1"/>
              </a:buClr>
              <a:buSzPts val="2400"/>
              <a:buNone/>
              <a:defRPr>
                <a:solidFill>
                  <a:schemeClr val="accent1"/>
                </a:solidFill>
              </a:defRPr>
            </a:lvl9pPr>
          </a:lstStyle>
          <a:p/>
        </p:txBody>
      </p:sp>
    </p:spTree>
  </p:cSld>
  <p:clrMapOvr>
    <a:masterClrMapping/>
  </p:clrMapOvr>
  <p:extLst>
    <p:ext uri="{DCECCB84-F9BA-43D5-87BE-67443E8EF086}">
      <p15:sldGuideLst>
        <p15:guide id="1" orient="horz" pos="934">
          <p15:clr>
            <a:srgbClr val="E46962"/>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Dark">
  <p:cSld name="ONE_COLUMN_TEXT_1">
    <p:bg>
      <p:bgPr>
        <a:solidFill>
          <a:schemeClr val="dk2"/>
        </a:solidFill>
      </p:bgPr>
    </p:bg>
    <p:spTree>
      <p:nvGrpSpPr>
        <p:cNvPr id="296" name="Shape 296"/>
        <p:cNvGrpSpPr/>
        <p:nvPr/>
      </p:nvGrpSpPr>
      <p:grpSpPr>
        <a:xfrm>
          <a:off x="0" y="0"/>
          <a:ext cx="0" cy="0"/>
          <a:chOff x="0" y="0"/>
          <a:chExt cx="0" cy="0"/>
        </a:xfrm>
      </p:grpSpPr>
      <p:sp>
        <p:nvSpPr>
          <p:cNvPr id="297" name="Google Shape;297;p45"/>
          <p:cNvSpPr txBox="1"/>
          <p:nvPr>
            <p:ph type="title"/>
          </p:nvPr>
        </p:nvSpPr>
        <p:spPr>
          <a:xfrm>
            <a:off x="298725" y="445025"/>
            <a:ext cx="8349900" cy="405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2400"/>
              <a:buNone/>
              <a:defRPr>
                <a:solidFill>
                  <a:schemeClr val="lt1"/>
                </a:solidFill>
              </a:defRPr>
            </a:lvl2pPr>
            <a:lvl3pPr lvl="2">
              <a:spcBef>
                <a:spcPts val="0"/>
              </a:spcBef>
              <a:spcAft>
                <a:spcPts val="0"/>
              </a:spcAft>
              <a:buClr>
                <a:schemeClr val="lt1"/>
              </a:buClr>
              <a:buSzPts val="2400"/>
              <a:buNone/>
              <a:defRPr>
                <a:solidFill>
                  <a:schemeClr val="lt1"/>
                </a:solidFill>
              </a:defRPr>
            </a:lvl3pPr>
            <a:lvl4pPr lvl="3">
              <a:spcBef>
                <a:spcPts val="0"/>
              </a:spcBef>
              <a:spcAft>
                <a:spcPts val="0"/>
              </a:spcAft>
              <a:buClr>
                <a:schemeClr val="lt1"/>
              </a:buClr>
              <a:buSzPts val="2400"/>
              <a:buNone/>
              <a:defRPr>
                <a:solidFill>
                  <a:schemeClr val="lt1"/>
                </a:solidFill>
              </a:defRPr>
            </a:lvl4pPr>
            <a:lvl5pPr lvl="4">
              <a:spcBef>
                <a:spcPts val="0"/>
              </a:spcBef>
              <a:spcAft>
                <a:spcPts val="0"/>
              </a:spcAft>
              <a:buClr>
                <a:schemeClr val="lt1"/>
              </a:buClr>
              <a:buSzPts val="2400"/>
              <a:buNone/>
              <a:defRPr>
                <a:solidFill>
                  <a:schemeClr val="lt1"/>
                </a:solidFill>
              </a:defRPr>
            </a:lvl5pPr>
            <a:lvl6pPr lvl="5">
              <a:spcBef>
                <a:spcPts val="0"/>
              </a:spcBef>
              <a:spcAft>
                <a:spcPts val="0"/>
              </a:spcAft>
              <a:buClr>
                <a:schemeClr val="lt1"/>
              </a:buClr>
              <a:buSzPts val="2400"/>
              <a:buNone/>
              <a:defRPr>
                <a:solidFill>
                  <a:schemeClr val="lt1"/>
                </a:solidFill>
              </a:defRPr>
            </a:lvl6pPr>
            <a:lvl7pPr lvl="6">
              <a:spcBef>
                <a:spcPts val="0"/>
              </a:spcBef>
              <a:spcAft>
                <a:spcPts val="0"/>
              </a:spcAft>
              <a:buClr>
                <a:schemeClr val="lt1"/>
              </a:buClr>
              <a:buSzPts val="2400"/>
              <a:buNone/>
              <a:defRPr>
                <a:solidFill>
                  <a:schemeClr val="lt1"/>
                </a:solidFill>
              </a:defRPr>
            </a:lvl7pPr>
            <a:lvl8pPr lvl="7">
              <a:spcBef>
                <a:spcPts val="0"/>
              </a:spcBef>
              <a:spcAft>
                <a:spcPts val="0"/>
              </a:spcAft>
              <a:buClr>
                <a:schemeClr val="lt1"/>
              </a:buClr>
              <a:buSzPts val="2400"/>
              <a:buNone/>
              <a:defRPr>
                <a:solidFill>
                  <a:schemeClr val="lt1"/>
                </a:solidFill>
              </a:defRPr>
            </a:lvl8pPr>
            <a:lvl9pPr lvl="8">
              <a:spcBef>
                <a:spcPts val="0"/>
              </a:spcBef>
              <a:spcAft>
                <a:spcPts val="0"/>
              </a:spcAft>
              <a:buClr>
                <a:schemeClr val="lt1"/>
              </a:buClr>
              <a:buSzPts val="2400"/>
              <a:buNone/>
              <a:defRPr>
                <a:solidFill>
                  <a:schemeClr val="lt1"/>
                </a:solidFill>
              </a:defRPr>
            </a:lvl9pPr>
          </a:lstStyle>
          <a:p/>
        </p:txBody>
      </p:sp>
      <p:sp>
        <p:nvSpPr>
          <p:cNvPr id="298" name="Google Shape;298;p45"/>
          <p:cNvSpPr txBox="1"/>
          <p:nvPr>
            <p:ph idx="2" type="title"/>
          </p:nvPr>
        </p:nvSpPr>
        <p:spPr>
          <a:xfrm>
            <a:off x="298725" y="898175"/>
            <a:ext cx="8349900" cy="209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1pPr>
            <a:lvl2pPr lvl="1">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2pPr>
            <a:lvl3pPr lvl="2">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3pPr>
            <a:lvl4pPr lvl="3">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4pPr>
            <a:lvl5pPr lvl="4">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5pPr>
            <a:lvl6pPr lvl="5">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6pPr>
            <a:lvl7pPr lvl="6">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7pPr>
            <a:lvl8pPr lvl="7">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8pPr>
            <a:lvl9pPr lvl="8">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9pPr>
          </a:lstStyle>
          <a:p/>
        </p:txBody>
      </p:sp>
      <p:sp>
        <p:nvSpPr>
          <p:cNvPr id="299" name="Google Shape;299;p45"/>
          <p:cNvSpPr txBox="1"/>
          <p:nvPr>
            <p:ph idx="1" type="body"/>
          </p:nvPr>
        </p:nvSpPr>
        <p:spPr>
          <a:xfrm>
            <a:off x="3211139" y="1863775"/>
            <a:ext cx="2593500" cy="31623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1pPr>
            <a:lvl2pPr indent="-292100" lvl="1" marL="9144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2pPr>
            <a:lvl3pPr indent="-292100" lvl="2" marL="13716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3pPr>
            <a:lvl4pPr indent="-292100" lvl="3" marL="18288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4pPr>
            <a:lvl5pPr indent="-292100" lvl="4" marL="22860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5pPr>
            <a:lvl6pPr indent="-292100" lvl="5" marL="27432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6pPr>
            <a:lvl7pPr indent="-292100" lvl="6" marL="32004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7pPr>
            <a:lvl8pPr indent="-292100" lvl="7" marL="36576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8pPr>
            <a:lvl9pPr indent="-292100" lvl="8" marL="41148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9pPr>
          </a:lstStyle>
          <a:p/>
        </p:txBody>
      </p:sp>
      <p:sp>
        <p:nvSpPr>
          <p:cNvPr id="300" name="Google Shape;300;p45"/>
          <p:cNvSpPr txBox="1"/>
          <p:nvPr>
            <p:ph idx="3" type="body"/>
          </p:nvPr>
        </p:nvSpPr>
        <p:spPr>
          <a:xfrm>
            <a:off x="298725" y="1863775"/>
            <a:ext cx="2631300" cy="31623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1pPr>
            <a:lvl2pPr indent="-304800" lvl="1" marL="9144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2pPr>
            <a:lvl3pPr indent="-304800" lvl="2" marL="13716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3pPr>
            <a:lvl4pPr indent="-304800" lvl="3" marL="18288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4pPr>
            <a:lvl5pPr indent="-304800" lvl="4" marL="22860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5pPr>
            <a:lvl6pPr indent="-304800" lvl="5" marL="27432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6pPr>
            <a:lvl7pPr indent="-304800" lvl="6" marL="32004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7pPr>
            <a:lvl8pPr indent="-304800" lvl="7" marL="36576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8pPr>
            <a:lvl9pPr indent="-304800" lvl="8" marL="41148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9pPr>
          </a:lstStyle>
          <a:p/>
        </p:txBody>
      </p:sp>
      <p:sp>
        <p:nvSpPr>
          <p:cNvPr id="301" name="Google Shape;301;p45"/>
          <p:cNvSpPr txBox="1"/>
          <p:nvPr>
            <p:ph idx="4" type="body"/>
          </p:nvPr>
        </p:nvSpPr>
        <p:spPr>
          <a:xfrm>
            <a:off x="6085752" y="1863775"/>
            <a:ext cx="2593500" cy="31623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1pPr>
            <a:lvl2pPr indent="-292100" lvl="1" marL="9144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2pPr>
            <a:lvl3pPr indent="-292100" lvl="2" marL="13716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3pPr>
            <a:lvl4pPr indent="-292100" lvl="3" marL="18288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4pPr>
            <a:lvl5pPr indent="-292100" lvl="4" marL="22860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5pPr>
            <a:lvl6pPr indent="-292100" lvl="5" marL="27432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6pPr>
            <a:lvl7pPr indent="-292100" lvl="6" marL="32004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7pPr>
            <a:lvl8pPr indent="-292100" lvl="7" marL="36576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8pPr>
            <a:lvl9pPr indent="-292100" lvl="8" marL="4114800">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9pPr>
          </a:lstStyle>
          <a:p/>
        </p:txBody>
      </p:sp>
      <p:pic>
        <p:nvPicPr>
          <p:cNvPr id="302" name="Google Shape;302;p45"/>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303" name="Google Shape;303;p45"/>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304" name="Google Shape;304;p45"/>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sp>
        <p:nvSpPr>
          <p:cNvPr id="305" name="Google Shape;305;p45"/>
          <p:cNvSpPr txBox="1"/>
          <p:nvPr>
            <p:ph idx="5" type="title"/>
          </p:nvPr>
        </p:nvSpPr>
        <p:spPr>
          <a:xfrm>
            <a:off x="300775" y="1486375"/>
            <a:ext cx="2195400" cy="2964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1400"/>
              <a:buFont typeface="Space Grotesk SemiBold"/>
              <a:buNone/>
              <a:defRPr sz="1400">
                <a:solidFill>
                  <a:schemeClr val="accent4"/>
                </a:solidFill>
                <a:latin typeface="Space Grotesk SemiBold"/>
                <a:ea typeface="Space Grotesk SemiBold"/>
                <a:cs typeface="Space Grotesk SemiBold"/>
                <a:sym typeface="Space Grotesk SemiBold"/>
              </a:defRPr>
            </a:lvl1pPr>
            <a:lvl2pPr lvl="1">
              <a:spcBef>
                <a:spcPts val="0"/>
              </a:spcBef>
              <a:spcAft>
                <a:spcPts val="0"/>
              </a:spcAft>
              <a:buClr>
                <a:schemeClr val="accent4"/>
              </a:buClr>
              <a:buSzPts val="2400"/>
              <a:buNone/>
              <a:defRPr>
                <a:solidFill>
                  <a:schemeClr val="accent4"/>
                </a:solidFill>
              </a:defRPr>
            </a:lvl2pPr>
            <a:lvl3pPr lvl="2">
              <a:spcBef>
                <a:spcPts val="0"/>
              </a:spcBef>
              <a:spcAft>
                <a:spcPts val="0"/>
              </a:spcAft>
              <a:buClr>
                <a:schemeClr val="accent4"/>
              </a:buClr>
              <a:buSzPts val="2400"/>
              <a:buNone/>
              <a:defRPr>
                <a:solidFill>
                  <a:schemeClr val="accent4"/>
                </a:solidFill>
              </a:defRPr>
            </a:lvl3pPr>
            <a:lvl4pPr lvl="3">
              <a:spcBef>
                <a:spcPts val="0"/>
              </a:spcBef>
              <a:spcAft>
                <a:spcPts val="0"/>
              </a:spcAft>
              <a:buClr>
                <a:schemeClr val="accent4"/>
              </a:buClr>
              <a:buSzPts val="2400"/>
              <a:buNone/>
              <a:defRPr>
                <a:solidFill>
                  <a:schemeClr val="accent4"/>
                </a:solidFill>
              </a:defRPr>
            </a:lvl4pPr>
            <a:lvl5pPr lvl="4">
              <a:spcBef>
                <a:spcPts val="0"/>
              </a:spcBef>
              <a:spcAft>
                <a:spcPts val="0"/>
              </a:spcAft>
              <a:buClr>
                <a:schemeClr val="accent4"/>
              </a:buClr>
              <a:buSzPts val="2400"/>
              <a:buNone/>
              <a:defRPr>
                <a:solidFill>
                  <a:schemeClr val="accent4"/>
                </a:solidFill>
              </a:defRPr>
            </a:lvl5pPr>
            <a:lvl6pPr lvl="5">
              <a:spcBef>
                <a:spcPts val="0"/>
              </a:spcBef>
              <a:spcAft>
                <a:spcPts val="0"/>
              </a:spcAft>
              <a:buClr>
                <a:schemeClr val="accent4"/>
              </a:buClr>
              <a:buSzPts val="2400"/>
              <a:buNone/>
              <a:defRPr>
                <a:solidFill>
                  <a:schemeClr val="accent4"/>
                </a:solidFill>
              </a:defRPr>
            </a:lvl6pPr>
            <a:lvl7pPr lvl="6">
              <a:spcBef>
                <a:spcPts val="0"/>
              </a:spcBef>
              <a:spcAft>
                <a:spcPts val="0"/>
              </a:spcAft>
              <a:buClr>
                <a:schemeClr val="accent4"/>
              </a:buClr>
              <a:buSzPts val="2400"/>
              <a:buNone/>
              <a:defRPr>
                <a:solidFill>
                  <a:schemeClr val="accent4"/>
                </a:solidFill>
              </a:defRPr>
            </a:lvl7pPr>
            <a:lvl8pPr lvl="7">
              <a:spcBef>
                <a:spcPts val="0"/>
              </a:spcBef>
              <a:spcAft>
                <a:spcPts val="0"/>
              </a:spcAft>
              <a:buClr>
                <a:schemeClr val="accent4"/>
              </a:buClr>
              <a:buSzPts val="2400"/>
              <a:buNone/>
              <a:defRPr>
                <a:solidFill>
                  <a:schemeClr val="accent4"/>
                </a:solidFill>
              </a:defRPr>
            </a:lvl8pPr>
            <a:lvl9pPr lvl="8">
              <a:spcBef>
                <a:spcPts val="0"/>
              </a:spcBef>
              <a:spcAft>
                <a:spcPts val="0"/>
              </a:spcAft>
              <a:buClr>
                <a:schemeClr val="accent4"/>
              </a:buClr>
              <a:buSzPts val="2400"/>
              <a:buNone/>
              <a:defRPr>
                <a:solidFill>
                  <a:schemeClr val="accent4"/>
                </a:solidFill>
              </a:defRPr>
            </a:lvl9pPr>
          </a:lstStyle>
          <a:p/>
        </p:txBody>
      </p:sp>
      <p:sp>
        <p:nvSpPr>
          <p:cNvPr id="306" name="Google Shape;306;p45"/>
          <p:cNvSpPr txBox="1"/>
          <p:nvPr>
            <p:ph idx="6" type="title"/>
          </p:nvPr>
        </p:nvSpPr>
        <p:spPr>
          <a:xfrm>
            <a:off x="3211150" y="1486375"/>
            <a:ext cx="2195400" cy="2964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1400"/>
              <a:buFont typeface="Space Grotesk SemiBold"/>
              <a:buNone/>
              <a:defRPr sz="1400">
                <a:solidFill>
                  <a:schemeClr val="accent4"/>
                </a:solidFill>
                <a:latin typeface="Space Grotesk SemiBold"/>
                <a:ea typeface="Space Grotesk SemiBold"/>
                <a:cs typeface="Space Grotesk SemiBold"/>
                <a:sym typeface="Space Grotesk SemiBold"/>
              </a:defRPr>
            </a:lvl1pPr>
            <a:lvl2pPr lvl="1">
              <a:spcBef>
                <a:spcPts val="0"/>
              </a:spcBef>
              <a:spcAft>
                <a:spcPts val="0"/>
              </a:spcAft>
              <a:buClr>
                <a:schemeClr val="accent4"/>
              </a:buClr>
              <a:buSzPts val="2400"/>
              <a:buNone/>
              <a:defRPr>
                <a:solidFill>
                  <a:schemeClr val="accent4"/>
                </a:solidFill>
              </a:defRPr>
            </a:lvl2pPr>
            <a:lvl3pPr lvl="2">
              <a:spcBef>
                <a:spcPts val="0"/>
              </a:spcBef>
              <a:spcAft>
                <a:spcPts val="0"/>
              </a:spcAft>
              <a:buClr>
                <a:schemeClr val="accent4"/>
              </a:buClr>
              <a:buSzPts val="2400"/>
              <a:buNone/>
              <a:defRPr>
                <a:solidFill>
                  <a:schemeClr val="accent4"/>
                </a:solidFill>
              </a:defRPr>
            </a:lvl3pPr>
            <a:lvl4pPr lvl="3">
              <a:spcBef>
                <a:spcPts val="0"/>
              </a:spcBef>
              <a:spcAft>
                <a:spcPts val="0"/>
              </a:spcAft>
              <a:buClr>
                <a:schemeClr val="accent4"/>
              </a:buClr>
              <a:buSzPts val="2400"/>
              <a:buNone/>
              <a:defRPr>
                <a:solidFill>
                  <a:schemeClr val="accent4"/>
                </a:solidFill>
              </a:defRPr>
            </a:lvl4pPr>
            <a:lvl5pPr lvl="4">
              <a:spcBef>
                <a:spcPts val="0"/>
              </a:spcBef>
              <a:spcAft>
                <a:spcPts val="0"/>
              </a:spcAft>
              <a:buClr>
                <a:schemeClr val="accent4"/>
              </a:buClr>
              <a:buSzPts val="2400"/>
              <a:buNone/>
              <a:defRPr>
                <a:solidFill>
                  <a:schemeClr val="accent4"/>
                </a:solidFill>
              </a:defRPr>
            </a:lvl5pPr>
            <a:lvl6pPr lvl="5">
              <a:spcBef>
                <a:spcPts val="0"/>
              </a:spcBef>
              <a:spcAft>
                <a:spcPts val="0"/>
              </a:spcAft>
              <a:buClr>
                <a:schemeClr val="accent4"/>
              </a:buClr>
              <a:buSzPts val="2400"/>
              <a:buNone/>
              <a:defRPr>
                <a:solidFill>
                  <a:schemeClr val="accent4"/>
                </a:solidFill>
              </a:defRPr>
            </a:lvl6pPr>
            <a:lvl7pPr lvl="6">
              <a:spcBef>
                <a:spcPts val="0"/>
              </a:spcBef>
              <a:spcAft>
                <a:spcPts val="0"/>
              </a:spcAft>
              <a:buClr>
                <a:schemeClr val="accent4"/>
              </a:buClr>
              <a:buSzPts val="2400"/>
              <a:buNone/>
              <a:defRPr>
                <a:solidFill>
                  <a:schemeClr val="accent4"/>
                </a:solidFill>
              </a:defRPr>
            </a:lvl7pPr>
            <a:lvl8pPr lvl="7">
              <a:spcBef>
                <a:spcPts val="0"/>
              </a:spcBef>
              <a:spcAft>
                <a:spcPts val="0"/>
              </a:spcAft>
              <a:buClr>
                <a:schemeClr val="accent4"/>
              </a:buClr>
              <a:buSzPts val="2400"/>
              <a:buNone/>
              <a:defRPr>
                <a:solidFill>
                  <a:schemeClr val="accent4"/>
                </a:solidFill>
              </a:defRPr>
            </a:lvl8pPr>
            <a:lvl9pPr lvl="8">
              <a:spcBef>
                <a:spcPts val="0"/>
              </a:spcBef>
              <a:spcAft>
                <a:spcPts val="0"/>
              </a:spcAft>
              <a:buClr>
                <a:schemeClr val="accent4"/>
              </a:buClr>
              <a:buSzPts val="2400"/>
              <a:buNone/>
              <a:defRPr>
                <a:solidFill>
                  <a:schemeClr val="accent4"/>
                </a:solidFill>
              </a:defRPr>
            </a:lvl9pPr>
          </a:lstStyle>
          <a:p/>
        </p:txBody>
      </p:sp>
      <p:sp>
        <p:nvSpPr>
          <p:cNvPr id="307" name="Google Shape;307;p45"/>
          <p:cNvSpPr txBox="1"/>
          <p:nvPr>
            <p:ph idx="7" type="title"/>
          </p:nvPr>
        </p:nvSpPr>
        <p:spPr>
          <a:xfrm>
            <a:off x="6121525" y="1486375"/>
            <a:ext cx="2195400" cy="2964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1400"/>
              <a:buFont typeface="Space Grotesk SemiBold"/>
              <a:buNone/>
              <a:defRPr sz="1400">
                <a:solidFill>
                  <a:schemeClr val="accent4"/>
                </a:solidFill>
                <a:latin typeface="Space Grotesk SemiBold"/>
                <a:ea typeface="Space Grotesk SemiBold"/>
                <a:cs typeface="Space Grotesk SemiBold"/>
                <a:sym typeface="Space Grotesk SemiBold"/>
              </a:defRPr>
            </a:lvl1pPr>
            <a:lvl2pPr lvl="1">
              <a:spcBef>
                <a:spcPts val="0"/>
              </a:spcBef>
              <a:spcAft>
                <a:spcPts val="0"/>
              </a:spcAft>
              <a:buClr>
                <a:schemeClr val="accent4"/>
              </a:buClr>
              <a:buSzPts val="2400"/>
              <a:buNone/>
              <a:defRPr>
                <a:solidFill>
                  <a:schemeClr val="accent4"/>
                </a:solidFill>
              </a:defRPr>
            </a:lvl2pPr>
            <a:lvl3pPr lvl="2">
              <a:spcBef>
                <a:spcPts val="0"/>
              </a:spcBef>
              <a:spcAft>
                <a:spcPts val="0"/>
              </a:spcAft>
              <a:buClr>
                <a:schemeClr val="accent4"/>
              </a:buClr>
              <a:buSzPts val="2400"/>
              <a:buNone/>
              <a:defRPr>
                <a:solidFill>
                  <a:schemeClr val="accent4"/>
                </a:solidFill>
              </a:defRPr>
            </a:lvl3pPr>
            <a:lvl4pPr lvl="3">
              <a:spcBef>
                <a:spcPts val="0"/>
              </a:spcBef>
              <a:spcAft>
                <a:spcPts val="0"/>
              </a:spcAft>
              <a:buClr>
                <a:schemeClr val="accent4"/>
              </a:buClr>
              <a:buSzPts val="2400"/>
              <a:buNone/>
              <a:defRPr>
                <a:solidFill>
                  <a:schemeClr val="accent4"/>
                </a:solidFill>
              </a:defRPr>
            </a:lvl4pPr>
            <a:lvl5pPr lvl="4">
              <a:spcBef>
                <a:spcPts val="0"/>
              </a:spcBef>
              <a:spcAft>
                <a:spcPts val="0"/>
              </a:spcAft>
              <a:buClr>
                <a:schemeClr val="accent4"/>
              </a:buClr>
              <a:buSzPts val="2400"/>
              <a:buNone/>
              <a:defRPr>
                <a:solidFill>
                  <a:schemeClr val="accent4"/>
                </a:solidFill>
              </a:defRPr>
            </a:lvl5pPr>
            <a:lvl6pPr lvl="5">
              <a:spcBef>
                <a:spcPts val="0"/>
              </a:spcBef>
              <a:spcAft>
                <a:spcPts val="0"/>
              </a:spcAft>
              <a:buClr>
                <a:schemeClr val="accent4"/>
              </a:buClr>
              <a:buSzPts val="2400"/>
              <a:buNone/>
              <a:defRPr>
                <a:solidFill>
                  <a:schemeClr val="accent4"/>
                </a:solidFill>
              </a:defRPr>
            </a:lvl6pPr>
            <a:lvl7pPr lvl="6">
              <a:spcBef>
                <a:spcPts val="0"/>
              </a:spcBef>
              <a:spcAft>
                <a:spcPts val="0"/>
              </a:spcAft>
              <a:buClr>
                <a:schemeClr val="accent4"/>
              </a:buClr>
              <a:buSzPts val="2400"/>
              <a:buNone/>
              <a:defRPr>
                <a:solidFill>
                  <a:schemeClr val="accent4"/>
                </a:solidFill>
              </a:defRPr>
            </a:lvl7pPr>
            <a:lvl8pPr lvl="7">
              <a:spcBef>
                <a:spcPts val="0"/>
              </a:spcBef>
              <a:spcAft>
                <a:spcPts val="0"/>
              </a:spcAft>
              <a:buClr>
                <a:schemeClr val="accent4"/>
              </a:buClr>
              <a:buSzPts val="2400"/>
              <a:buNone/>
              <a:defRPr>
                <a:solidFill>
                  <a:schemeClr val="accent4"/>
                </a:solidFill>
              </a:defRPr>
            </a:lvl8pPr>
            <a:lvl9pPr lvl="8">
              <a:spcBef>
                <a:spcPts val="0"/>
              </a:spcBef>
              <a:spcAft>
                <a:spcPts val="0"/>
              </a:spcAft>
              <a:buClr>
                <a:schemeClr val="accent4"/>
              </a:buClr>
              <a:buSzPts val="2400"/>
              <a:buNone/>
              <a:defRPr>
                <a:solidFill>
                  <a:schemeClr val="accent4"/>
                </a:solidFill>
              </a:defRPr>
            </a:lvl9pPr>
          </a:lstStyle>
          <a:p/>
        </p:txBody>
      </p:sp>
    </p:spTree>
  </p:cSld>
  <p:clrMapOvr>
    <a:masterClrMapping/>
  </p:clrMapOvr>
  <p:extLst>
    <p:ext uri="{DCECCB84-F9BA-43D5-87BE-67443E8EF086}">
      <p15:sldGuideLst>
        <p15:guide id="1" orient="horz" pos="934">
          <p15:clr>
            <a:srgbClr val="E46962"/>
          </p15:clr>
        </p15:guide>
        <p15:guide id="2" orient="horz" pos="936">
          <p15:clr>
            <a:srgbClr val="E46962"/>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 - Light">
  <p:cSld name="BIG_NUMBER">
    <p:spTree>
      <p:nvGrpSpPr>
        <p:cNvPr id="308" name="Shape 308"/>
        <p:cNvGrpSpPr/>
        <p:nvPr/>
      </p:nvGrpSpPr>
      <p:grpSpPr>
        <a:xfrm>
          <a:off x="0" y="0"/>
          <a:ext cx="0" cy="0"/>
          <a:chOff x="0" y="0"/>
          <a:chExt cx="0" cy="0"/>
        </a:xfrm>
      </p:grpSpPr>
      <p:sp>
        <p:nvSpPr>
          <p:cNvPr id="309" name="Google Shape;309;p46"/>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Clr>
                <a:schemeClr val="accent1"/>
              </a:buClr>
              <a:buSzPts val="12000"/>
              <a:buNone/>
              <a:defRPr sz="12000">
                <a:solidFill>
                  <a:schemeClr val="accent1"/>
                </a:solidFill>
              </a:defRPr>
            </a:lvl1pPr>
            <a:lvl2pPr lvl="1" algn="ctr">
              <a:spcBef>
                <a:spcPts val="0"/>
              </a:spcBef>
              <a:spcAft>
                <a:spcPts val="0"/>
              </a:spcAft>
              <a:buClr>
                <a:schemeClr val="accent1"/>
              </a:buClr>
              <a:buSzPts val="12000"/>
              <a:buFont typeface="Space Grotesk Medium"/>
              <a:buNone/>
              <a:defRPr sz="12000">
                <a:solidFill>
                  <a:schemeClr val="accent1"/>
                </a:solidFill>
                <a:latin typeface="Space Grotesk Medium"/>
                <a:ea typeface="Space Grotesk Medium"/>
                <a:cs typeface="Space Grotesk Medium"/>
                <a:sym typeface="Space Grotesk Medium"/>
              </a:defRPr>
            </a:lvl2pPr>
            <a:lvl3pPr lvl="2" algn="ctr">
              <a:spcBef>
                <a:spcPts val="0"/>
              </a:spcBef>
              <a:spcAft>
                <a:spcPts val="0"/>
              </a:spcAft>
              <a:buClr>
                <a:schemeClr val="accent1"/>
              </a:buClr>
              <a:buSzPts val="12000"/>
              <a:buFont typeface="Space Grotesk Medium"/>
              <a:buNone/>
              <a:defRPr sz="12000">
                <a:solidFill>
                  <a:schemeClr val="accent1"/>
                </a:solidFill>
                <a:latin typeface="Space Grotesk Medium"/>
                <a:ea typeface="Space Grotesk Medium"/>
                <a:cs typeface="Space Grotesk Medium"/>
                <a:sym typeface="Space Grotesk Medium"/>
              </a:defRPr>
            </a:lvl3pPr>
            <a:lvl4pPr lvl="3" algn="ctr">
              <a:spcBef>
                <a:spcPts val="0"/>
              </a:spcBef>
              <a:spcAft>
                <a:spcPts val="0"/>
              </a:spcAft>
              <a:buClr>
                <a:schemeClr val="accent1"/>
              </a:buClr>
              <a:buSzPts val="12000"/>
              <a:buFont typeface="Space Grotesk Medium"/>
              <a:buNone/>
              <a:defRPr sz="12000">
                <a:solidFill>
                  <a:schemeClr val="accent1"/>
                </a:solidFill>
                <a:latin typeface="Space Grotesk Medium"/>
                <a:ea typeface="Space Grotesk Medium"/>
                <a:cs typeface="Space Grotesk Medium"/>
                <a:sym typeface="Space Grotesk Medium"/>
              </a:defRPr>
            </a:lvl4pPr>
            <a:lvl5pPr lvl="4" algn="ctr">
              <a:spcBef>
                <a:spcPts val="0"/>
              </a:spcBef>
              <a:spcAft>
                <a:spcPts val="0"/>
              </a:spcAft>
              <a:buClr>
                <a:schemeClr val="accent1"/>
              </a:buClr>
              <a:buSzPts val="12000"/>
              <a:buFont typeface="Space Grotesk Medium"/>
              <a:buNone/>
              <a:defRPr sz="12000">
                <a:solidFill>
                  <a:schemeClr val="accent1"/>
                </a:solidFill>
                <a:latin typeface="Space Grotesk Medium"/>
                <a:ea typeface="Space Grotesk Medium"/>
                <a:cs typeface="Space Grotesk Medium"/>
                <a:sym typeface="Space Grotesk Medium"/>
              </a:defRPr>
            </a:lvl5pPr>
            <a:lvl6pPr lvl="5" algn="ctr">
              <a:spcBef>
                <a:spcPts val="0"/>
              </a:spcBef>
              <a:spcAft>
                <a:spcPts val="0"/>
              </a:spcAft>
              <a:buClr>
                <a:schemeClr val="accent1"/>
              </a:buClr>
              <a:buSzPts val="12000"/>
              <a:buFont typeface="Space Grotesk Medium"/>
              <a:buNone/>
              <a:defRPr sz="12000">
                <a:solidFill>
                  <a:schemeClr val="accent1"/>
                </a:solidFill>
                <a:latin typeface="Space Grotesk Medium"/>
                <a:ea typeface="Space Grotesk Medium"/>
                <a:cs typeface="Space Grotesk Medium"/>
                <a:sym typeface="Space Grotesk Medium"/>
              </a:defRPr>
            </a:lvl6pPr>
            <a:lvl7pPr lvl="6" algn="ctr">
              <a:spcBef>
                <a:spcPts val="0"/>
              </a:spcBef>
              <a:spcAft>
                <a:spcPts val="0"/>
              </a:spcAft>
              <a:buClr>
                <a:schemeClr val="accent1"/>
              </a:buClr>
              <a:buSzPts val="12000"/>
              <a:buFont typeface="Space Grotesk Medium"/>
              <a:buNone/>
              <a:defRPr sz="12000">
                <a:solidFill>
                  <a:schemeClr val="accent1"/>
                </a:solidFill>
                <a:latin typeface="Space Grotesk Medium"/>
                <a:ea typeface="Space Grotesk Medium"/>
                <a:cs typeface="Space Grotesk Medium"/>
                <a:sym typeface="Space Grotesk Medium"/>
              </a:defRPr>
            </a:lvl7pPr>
            <a:lvl8pPr lvl="7" algn="ctr">
              <a:spcBef>
                <a:spcPts val="0"/>
              </a:spcBef>
              <a:spcAft>
                <a:spcPts val="0"/>
              </a:spcAft>
              <a:buClr>
                <a:schemeClr val="accent1"/>
              </a:buClr>
              <a:buSzPts val="12000"/>
              <a:buFont typeface="Space Grotesk Medium"/>
              <a:buNone/>
              <a:defRPr sz="12000">
                <a:solidFill>
                  <a:schemeClr val="accent1"/>
                </a:solidFill>
                <a:latin typeface="Space Grotesk Medium"/>
                <a:ea typeface="Space Grotesk Medium"/>
                <a:cs typeface="Space Grotesk Medium"/>
                <a:sym typeface="Space Grotesk Medium"/>
              </a:defRPr>
            </a:lvl8pPr>
            <a:lvl9pPr lvl="8" algn="ctr">
              <a:spcBef>
                <a:spcPts val="0"/>
              </a:spcBef>
              <a:spcAft>
                <a:spcPts val="0"/>
              </a:spcAft>
              <a:buClr>
                <a:schemeClr val="accent1"/>
              </a:buClr>
              <a:buSzPts val="12000"/>
              <a:buFont typeface="Space Grotesk Medium"/>
              <a:buNone/>
              <a:defRPr sz="12000">
                <a:solidFill>
                  <a:schemeClr val="accent1"/>
                </a:solidFill>
                <a:latin typeface="Space Grotesk Medium"/>
                <a:ea typeface="Space Grotesk Medium"/>
                <a:cs typeface="Space Grotesk Medium"/>
                <a:sym typeface="Space Grotesk Medium"/>
              </a:defRPr>
            </a:lvl9pPr>
          </a:lstStyle>
          <a:p>
            <a:r>
              <a:t>xx%</a:t>
            </a:r>
          </a:p>
        </p:txBody>
      </p:sp>
      <p:sp>
        <p:nvSpPr>
          <p:cNvPr id="310" name="Google Shape;310;p46"/>
          <p:cNvSpPr txBox="1"/>
          <p:nvPr>
            <p:ph idx="1" type="body"/>
          </p:nvPr>
        </p:nvSpPr>
        <p:spPr>
          <a:xfrm>
            <a:off x="311700" y="2826325"/>
            <a:ext cx="8520600" cy="1300800"/>
          </a:xfrm>
          <a:prstGeom prst="rect">
            <a:avLst/>
          </a:prstGeom>
        </p:spPr>
        <p:txBody>
          <a:bodyPr anchorCtr="0" anchor="t" bIns="0" lIns="0" spcFirstLastPara="1" rIns="0" wrap="square" tIns="0">
            <a:noAutofit/>
          </a:bodyPr>
          <a:lstStyle>
            <a:lvl1pPr indent="-304800" lvl="0" marL="457200" algn="ctr">
              <a:spcBef>
                <a:spcPts val="0"/>
              </a:spcBef>
              <a:spcAft>
                <a:spcPts val="0"/>
              </a:spcAft>
              <a:buSzPts val="1200"/>
              <a:buFont typeface="Space Grotesk"/>
              <a:buChar char="●"/>
              <a:defRPr>
                <a:latin typeface="Space Grotesk"/>
                <a:ea typeface="Space Grotesk"/>
                <a:cs typeface="Space Grotesk"/>
                <a:sym typeface="Space Grotesk"/>
              </a:defRPr>
            </a:lvl1pPr>
            <a:lvl2pPr indent="-304800" lvl="1" marL="914400" algn="ctr">
              <a:spcBef>
                <a:spcPts val="0"/>
              </a:spcBef>
              <a:spcAft>
                <a:spcPts val="0"/>
              </a:spcAft>
              <a:buSzPts val="1200"/>
              <a:buFont typeface="Space Grotesk"/>
              <a:buChar char="○"/>
              <a:defRPr>
                <a:latin typeface="Space Grotesk"/>
                <a:ea typeface="Space Grotesk"/>
                <a:cs typeface="Space Grotesk"/>
                <a:sym typeface="Space Grotesk"/>
              </a:defRPr>
            </a:lvl2pPr>
            <a:lvl3pPr indent="-304800" lvl="2" marL="1371600" algn="ctr">
              <a:spcBef>
                <a:spcPts val="0"/>
              </a:spcBef>
              <a:spcAft>
                <a:spcPts val="0"/>
              </a:spcAft>
              <a:buSzPts val="1200"/>
              <a:buFont typeface="Space Grotesk"/>
              <a:buChar char="■"/>
              <a:defRPr>
                <a:latin typeface="Space Grotesk"/>
                <a:ea typeface="Space Grotesk"/>
                <a:cs typeface="Space Grotesk"/>
                <a:sym typeface="Space Grotesk"/>
              </a:defRPr>
            </a:lvl3pPr>
            <a:lvl4pPr indent="-304800" lvl="3" marL="1828800" algn="ctr">
              <a:spcBef>
                <a:spcPts val="0"/>
              </a:spcBef>
              <a:spcAft>
                <a:spcPts val="0"/>
              </a:spcAft>
              <a:buSzPts val="1200"/>
              <a:buFont typeface="Space Grotesk"/>
              <a:buChar char="●"/>
              <a:defRPr>
                <a:latin typeface="Space Grotesk"/>
                <a:ea typeface="Space Grotesk"/>
                <a:cs typeface="Space Grotesk"/>
                <a:sym typeface="Space Grotesk"/>
              </a:defRPr>
            </a:lvl4pPr>
            <a:lvl5pPr indent="-304800" lvl="4" marL="2286000" algn="ctr">
              <a:spcBef>
                <a:spcPts val="0"/>
              </a:spcBef>
              <a:spcAft>
                <a:spcPts val="0"/>
              </a:spcAft>
              <a:buSzPts val="1200"/>
              <a:buFont typeface="Space Grotesk"/>
              <a:buChar char="○"/>
              <a:defRPr>
                <a:latin typeface="Space Grotesk"/>
                <a:ea typeface="Space Grotesk"/>
                <a:cs typeface="Space Grotesk"/>
                <a:sym typeface="Space Grotesk"/>
              </a:defRPr>
            </a:lvl5pPr>
            <a:lvl6pPr indent="-304800" lvl="5" marL="2743200" algn="ctr">
              <a:spcBef>
                <a:spcPts val="0"/>
              </a:spcBef>
              <a:spcAft>
                <a:spcPts val="0"/>
              </a:spcAft>
              <a:buSzPts val="1200"/>
              <a:buFont typeface="Space Grotesk"/>
              <a:buChar char="■"/>
              <a:defRPr>
                <a:latin typeface="Space Grotesk"/>
                <a:ea typeface="Space Grotesk"/>
                <a:cs typeface="Space Grotesk"/>
                <a:sym typeface="Space Grotesk"/>
              </a:defRPr>
            </a:lvl6pPr>
            <a:lvl7pPr indent="-304800" lvl="6" marL="3200400" algn="ctr">
              <a:spcBef>
                <a:spcPts val="0"/>
              </a:spcBef>
              <a:spcAft>
                <a:spcPts val="0"/>
              </a:spcAft>
              <a:buSzPts val="1200"/>
              <a:buFont typeface="Space Grotesk"/>
              <a:buChar char="●"/>
              <a:defRPr>
                <a:latin typeface="Space Grotesk"/>
                <a:ea typeface="Space Grotesk"/>
                <a:cs typeface="Space Grotesk"/>
                <a:sym typeface="Space Grotesk"/>
              </a:defRPr>
            </a:lvl7pPr>
            <a:lvl8pPr indent="-304800" lvl="7" marL="3657600" algn="ctr">
              <a:spcBef>
                <a:spcPts val="0"/>
              </a:spcBef>
              <a:spcAft>
                <a:spcPts val="0"/>
              </a:spcAft>
              <a:buSzPts val="1200"/>
              <a:buFont typeface="Space Grotesk"/>
              <a:buChar char="○"/>
              <a:defRPr>
                <a:latin typeface="Space Grotesk"/>
                <a:ea typeface="Space Grotesk"/>
                <a:cs typeface="Space Grotesk"/>
                <a:sym typeface="Space Grotesk"/>
              </a:defRPr>
            </a:lvl8pPr>
            <a:lvl9pPr indent="-304800" lvl="8" marL="4114800" algn="ctr">
              <a:spcBef>
                <a:spcPts val="0"/>
              </a:spcBef>
              <a:spcAft>
                <a:spcPts val="0"/>
              </a:spcAft>
              <a:buSzPts val="1200"/>
              <a:buFont typeface="Space Grotesk"/>
              <a:buChar char="■"/>
              <a:defRPr>
                <a:latin typeface="Space Grotesk"/>
                <a:ea typeface="Space Grotesk"/>
                <a:cs typeface="Space Grotesk"/>
                <a:sym typeface="Space Grotesk"/>
              </a:defRPr>
            </a:lvl9pPr>
          </a:lstStyle>
          <a:p/>
        </p:txBody>
      </p:sp>
      <p:sp>
        <p:nvSpPr>
          <p:cNvPr id="311" name="Google Shape;311;p46"/>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rgbClr val="B9C2C6"/>
                </a:solidFill>
                <a:latin typeface="Space Grotesk"/>
                <a:ea typeface="Space Grotesk"/>
                <a:cs typeface="Space Grotesk"/>
                <a:sym typeface="Space Grotesk"/>
              </a:rPr>
              <a:t>ⓒ </a:t>
            </a:r>
            <a:r>
              <a:rPr i="0" lang="en" sz="500" u="none" cap="none" strike="noStrike">
                <a:solidFill>
                  <a:srgbClr val="B9C2C6"/>
                </a:solidFill>
                <a:latin typeface="Space Grotesk"/>
                <a:ea typeface="Space Grotesk"/>
                <a:cs typeface="Space Grotesk"/>
                <a:sym typeface="Space Grotesk"/>
              </a:rPr>
              <a:t>202</a:t>
            </a:r>
            <a:r>
              <a:rPr lang="en" sz="500">
                <a:solidFill>
                  <a:srgbClr val="B9C2C6"/>
                </a:solidFill>
                <a:latin typeface="Space Grotesk"/>
                <a:ea typeface="Space Grotesk"/>
                <a:cs typeface="Space Grotesk"/>
                <a:sym typeface="Space Grotesk"/>
              </a:rPr>
              <a:t>4</a:t>
            </a:r>
            <a:r>
              <a:rPr i="0" lang="en" sz="500" u="none" cap="none" strike="noStrike">
                <a:solidFill>
                  <a:srgbClr val="B9C2C6"/>
                </a:solidFill>
                <a:latin typeface="Space Grotesk"/>
                <a:ea typeface="Space Grotesk"/>
                <a:cs typeface="Space Grotesk"/>
                <a:sym typeface="Space Grotesk"/>
              </a:rPr>
              <a:t> </a:t>
            </a:r>
            <a:r>
              <a:rPr lang="en" sz="500">
                <a:solidFill>
                  <a:srgbClr val="B9C2C6"/>
                </a:solidFill>
                <a:latin typeface="Space Grotesk"/>
                <a:ea typeface="Space Grotesk"/>
                <a:cs typeface="Space Grotesk"/>
                <a:sym typeface="Space Grotesk"/>
              </a:rPr>
              <a:t>Redis Ltd.</a:t>
            </a:r>
            <a:r>
              <a:rPr i="0" lang="en" sz="500" u="none" cap="none" strike="noStrike">
                <a:solidFill>
                  <a:srgbClr val="B9C2C6"/>
                </a:solidFill>
                <a:latin typeface="Space Grotesk"/>
                <a:ea typeface="Space Grotesk"/>
                <a:cs typeface="Space Grotesk"/>
                <a:sym typeface="Space Grotesk"/>
              </a:rPr>
              <a:t> All rights reserved.</a:t>
            </a:r>
            <a:endParaRPr i="0" sz="1300" u="none" cap="none" strike="noStrike">
              <a:solidFill>
                <a:srgbClr val="B9C2C6"/>
              </a:solidFill>
              <a:latin typeface="Space Grotesk"/>
              <a:ea typeface="Space Grotesk"/>
              <a:cs typeface="Space Grotesk"/>
              <a:sym typeface="Space Grotesk"/>
            </a:endParaRPr>
          </a:p>
        </p:txBody>
      </p:sp>
      <p:sp>
        <p:nvSpPr>
          <p:cNvPr id="312" name="Google Shape;312;p46"/>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pic>
        <p:nvPicPr>
          <p:cNvPr id="313" name="Google Shape;313;p46"/>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 - Dark">
  <p:cSld name="BIG_NUMBER_1_1">
    <p:bg>
      <p:bgPr>
        <a:solidFill>
          <a:schemeClr val="dk2"/>
        </a:solidFill>
      </p:bgPr>
    </p:bg>
    <p:spTree>
      <p:nvGrpSpPr>
        <p:cNvPr id="314" name="Shape 314"/>
        <p:cNvGrpSpPr/>
        <p:nvPr/>
      </p:nvGrpSpPr>
      <p:grpSpPr>
        <a:xfrm>
          <a:off x="0" y="0"/>
          <a:ext cx="0" cy="0"/>
          <a:chOff x="0" y="0"/>
          <a:chExt cx="0" cy="0"/>
        </a:xfrm>
      </p:grpSpPr>
      <p:sp>
        <p:nvSpPr>
          <p:cNvPr id="315" name="Google Shape;315;p47"/>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Clr>
                <a:schemeClr val="accent5"/>
              </a:buClr>
              <a:buSzPts val="12000"/>
              <a:buNone/>
              <a:defRPr sz="12000">
                <a:solidFill>
                  <a:schemeClr val="accent5"/>
                </a:solidFill>
              </a:defRPr>
            </a:lvl1pPr>
            <a:lvl2pPr lvl="1" algn="ctr">
              <a:spcBef>
                <a:spcPts val="0"/>
              </a:spcBef>
              <a:spcAft>
                <a:spcPts val="0"/>
              </a:spcAft>
              <a:buClr>
                <a:schemeClr val="accent5"/>
              </a:buClr>
              <a:buSzPts val="12000"/>
              <a:buFont typeface="Space Grotesk Medium"/>
              <a:buNone/>
              <a:defRPr sz="12000">
                <a:solidFill>
                  <a:schemeClr val="accent5"/>
                </a:solidFill>
                <a:latin typeface="Space Grotesk Medium"/>
                <a:ea typeface="Space Grotesk Medium"/>
                <a:cs typeface="Space Grotesk Medium"/>
                <a:sym typeface="Space Grotesk Medium"/>
              </a:defRPr>
            </a:lvl2pPr>
            <a:lvl3pPr lvl="2" algn="ctr">
              <a:spcBef>
                <a:spcPts val="0"/>
              </a:spcBef>
              <a:spcAft>
                <a:spcPts val="0"/>
              </a:spcAft>
              <a:buClr>
                <a:schemeClr val="accent5"/>
              </a:buClr>
              <a:buSzPts val="12000"/>
              <a:buFont typeface="Space Grotesk Medium"/>
              <a:buNone/>
              <a:defRPr sz="12000">
                <a:solidFill>
                  <a:schemeClr val="accent5"/>
                </a:solidFill>
                <a:latin typeface="Space Grotesk Medium"/>
                <a:ea typeface="Space Grotesk Medium"/>
                <a:cs typeface="Space Grotesk Medium"/>
                <a:sym typeface="Space Grotesk Medium"/>
              </a:defRPr>
            </a:lvl3pPr>
            <a:lvl4pPr lvl="3" algn="ctr">
              <a:spcBef>
                <a:spcPts val="0"/>
              </a:spcBef>
              <a:spcAft>
                <a:spcPts val="0"/>
              </a:spcAft>
              <a:buClr>
                <a:schemeClr val="accent5"/>
              </a:buClr>
              <a:buSzPts val="12000"/>
              <a:buFont typeface="Space Grotesk Medium"/>
              <a:buNone/>
              <a:defRPr sz="12000">
                <a:solidFill>
                  <a:schemeClr val="accent5"/>
                </a:solidFill>
                <a:latin typeface="Space Grotesk Medium"/>
                <a:ea typeface="Space Grotesk Medium"/>
                <a:cs typeface="Space Grotesk Medium"/>
                <a:sym typeface="Space Grotesk Medium"/>
              </a:defRPr>
            </a:lvl4pPr>
            <a:lvl5pPr lvl="4" algn="ctr">
              <a:spcBef>
                <a:spcPts val="0"/>
              </a:spcBef>
              <a:spcAft>
                <a:spcPts val="0"/>
              </a:spcAft>
              <a:buClr>
                <a:schemeClr val="accent5"/>
              </a:buClr>
              <a:buSzPts val="12000"/>
              <a:buFont typeface="Space Grotesk Medium"/>
              <a:buNone/>
              <a:defRPr sz="12000">
                <a:solidFill>
                  <a:schemeClr val="accent5"/>
                </a:solidFill>
                <a:latin typeface="Space Grotesk Medium"/>
                <a:ea typeface="Space Grotesk Medium"/>
                <a:cs typeface="Space Grotesk Medium"/>
                <a:sym typeface="Space Grotesk Medium"/>
              </a:defRPr>
            </a:lvl5pPr>
            <a:lvl6pPr lvl="5" algn="ctr">
              <a:spcBef>
                <a:spcPts val="0"/>
              </a:spcBef>
              <a:spcAft>
                <a:spcPts val="0"/>
              </a:spcAft>
              <a:buClr>
                <a:schemeClr val="accent5"/>
              </a:buClr>
              <a:buSzPts val="12000"/>
              <a:buFont typeface="Space Grotesk Medium"/>
              <a:buNone/>
              <a:defRPr sz="12000">
                <a:solidFill>
                  <a:schemeClr val="accent5"/>
                </a:solidFill>
                <a:latin typeface="Space Grotesk Medium"/>
                <a:ea typeface="Space Grotesk Medium"/>
                <a:cs typeface="Space Grotesk Medium"/>
                <a:sym typeface="Space Grotesk Medium"/>
              </a:defRPr>
            </a:lvl6pPr>
            <a:lvl7pPr lvl="6" algn="ctr">
              <a:spcBef>
                <a:spcPts val="0"/>
              </a:spcBef>
              <a:spcAft>
                <a:spcPts val="0"/>
              </a:spcAft>
              <a:buClr>
                <a:schemeClr val="accent5"/>
              </a:buClr>
              <a:buSzPts val="12000"/>
              <a:buFont typeface="Space Grotesk Medium"/>
              <a:buNone/>
              <a:defRPr sz="12000">
                <a:solidFill>
                  <a:schemeClr val="accent5"/>
                </a:solidFill>
                <a:latin typeface="Space Grotesk Medium"/>
                <a:ea typeface="Space Grotesk Medium"/>
                <a:cs typeface="Space Grotesk Medium"/>
                <a:sym typeface="Space Grotesk Medium"/>
              </a:defRPr>
            </a:lvl7pPr>
            <a:lvl8pPr lvl="7" algn="ctr">
              <a:spcBef>
                <a:spcPts val="0"/>
              </a:spcBef>
              <a:spcAft>
                <a:spcPts val="0"/>
              </a:spcAft>
              <a:buClr>
                <a:schemeClr val="accent5"/>
              </a:buClr>
              <a:buSzPts val="12000"/>
              <a:buFont typeface="Space Grotesk Medium"/>
              <a:buNone/>
              <a:defRPr sz="12000">
                <a:solidFill>
                  <a:schemeClr val="accent5"/>
                </a:solidFill>
                <a:latin typeface="Space Grotesk Medium"/>
                <a:ea typeface="Space Grotesk Medium"/>
                <a:cs typeface="Space Grotesk Medium"/>
                <a:sym typeface="Space Grotesk Medium"/>
              </a:defRPr>
            </a:lvl8pPr>
            <a:lvl9pPr lvl="8" algn="ctr">
              <a:spcBef>
                <a:spcPts val="0"/>
              </a:spcBef>
              <a:spcAft>
                <a:spcPts val="0"/>
              </a:spcAft>
              <a:buClr>
                <a:schemeClr val="accent5"/>
              </a:buClr>
              <a:buSzPts val="12000"/>
              <a:buFont typeface="Space Grotesk Medium"/>
              <a:buNone/>
              <a:defRPr sz="12000">
                <a:solidFill>
                  <a:schemeClr val="accent5"/>
                </a:solidFill>
                <a:latin typeface="Space Grotesk Medium"/>
                <a:ea typeface="Space Grotesk Medium"/>
                <a:cs typeface="Space Grotesk Medium"/>
                <a:sym typeface="Space Grotesk Medium"/>
              </a:defRPr>
            </a:lvl9pPr>
          </a:lstStyle>
          <a:p>
            <a:r>
              <a:t>xx%</a:t>
            </a:r>
          </a:p>
        </p:txBody>
      </p:sp>
      <p:sp>
        <p:nvSpPr>
          <p:cNvPr id="316" name="Google Shape;316;p47"/>
          <p:cNvSpPr txBox="1"/>
          <p:nvPr>
            <p:ph idx="1" type="body"/>
          </p:nvPr>
        </p:nvSpPr>
        <p:spPr>
          <a:xfrm>
            <a:off x="311700" y="2826325"/>
            <a:ext cx="8520600" cy="1300800"/>
          </a:xfrm>
          <a:prstGeom prst="rect">
            <a:avLst/>
          </a:prstGeom>
        </p:spPr>
        <p:txBody>
          <a:bodyPr anchorCtr="0" anchor="t" bIns="0" lIns="0" spcFirstLastPara="1" rIns="0" wrap="square" tIns="0">
            <a:noAutofit/>
          </a:bodyPr>
          <a:lstStyle>
            <a:lvl1pPr indent="-304800" lvl="0" marL="457200" algn="ctr">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1pPr>
            <a:lvl2pPr indent="-304800" lvl="1" marL="914400" algn="ctr">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2pPr>
            <a:lvl3pPr indent="-304800" lvl="2" marL="1371600" algn="ctr">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3pPr>
            <a:lvl4pPr indent="-304800" lvl="3" marL="1828800" algn="ctr">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4pPr>
            <a:lvl5pPr indent="-304800" lvl="4" marL="2286000" algn="ctr">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5pPr>
            <a:lvl6pPr indent="-304800" lvl="5" marL="2743200" algn="ctr">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6pPr>
            <a:lvl7pPr indent="-304800" lvl="6" marL="3200400" algn="ctr">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7pPr>
            <a:lvl8pPr indent="-304800" lvl="7" marL="3657600" algn="ctr">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8pPr>
            <a:lvl9pPr indent="-304800" lvl="8" marL="4114800" algn="ctr">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9pPr>
          </a:lstStyle>
          <a:p/>
        </p:txBody>
      </p:sp>
      <p:pic>
        <p:nvPicPr>
          <p:cNvPr id="317" name="Google Shape;317;p47"/>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318" name="Google Shape;318;p47"/>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319" name="Google Shape;319;p47"/>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chemeClr val="lt1"/>
                </a:solidFill>
                <a:latin typeface="Space Mono"/>
                <a:ea typeface="Space Mono"/>
                <a:cs typeface="Space Mono"/>
                <a:sym typeface="Space Mono"/>
              </a:rPr>
              <a:t>‹#›</a:t>
            </a:fld>
            <a:endParaRPr sz="500">
              <a:solidFill>
                <a:schemeClr val="lt1"/>
              </a:solidFill>
              <a:latin typeface="Space Mono"/>
              <a:ea typeface="Space Mono"/>
              <a:cs typeface="Space Mono"/>
              <a:sym typeface="Space Mono"/>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Light" type="blank">
  <p:cSld name="BLANK">
    <p:spTree>
      <p:nvGrpSpPr>
        <p:cNvPr id="320" name="Shape 320"/>
        <p:cNvGrpSpPr/>
        <p:nvPr/>
      </p:nvGrpSpPr>
      <p:grpSpPr>
        <a:xfrm>
          <a:off x="0" y="0"/>
          <a:ext cx="0" cy="0"/>
          <a:chOff x="0" y="0"/>
          <a:chExt cx="0" cy="0"/>
        </a:xfrm>
      </p:grpSpPr>
      <p:sp>
        <p:nvSpPr>
          <p:cNvPr id="321" name="Google Shape;321;p48"/>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rgbClr val="B9C2C6"/>
                </a:solidFill>
                <a:latin typeface="Space Grotesk"/>
                <a:ea typeface="Space Grotesk"/>
                <a:cs typeface="Space Grotesk"/>
                <a:sym typeface="Space Grotesk"/>
              </a:rPr>
              <a:t>ⓒ </a:t>
            </a:r>
            <a:r>
              <a:rPr i="0" lang="en" sz="500" u="none" cap="none" strike="noStrike">
                <a:solidFill>
                  <a:srgbClr val="B9C2C6"/>
                </a:solidFill>
                <a:latin typeface="Space Grotesk"/>
                <a:ea typeface="Space Grotesk"/>
                <a:cs typeface="Space Grotesk"/>
                <a:sym typeface="Space Grotesk"/>
              </a:rPr>
              <a:t>202</a:t>
            </a:r>
            <a:r>
              <a:rPr lang="en" sz="500">
                <a:solidFill>
                  <a:srgbClr val="B9C2C6"/>
                </a:solidFill>
                <a:latin typeface="Space Grotesk"/>
                <a:ea typeface="Space Grotesk"/>
                <a:cs typeface="Space Grotesk"/>
                <a:sym typeface="Space Grotesk"/>
              </a:rPr>
              <a:t>4</a:t>
            </a:r>
            <a:r>
              <a:rPr i="0" lang="en" sz="500" u="none" cap="none" strike="noStrike">
                <a:solidFill>
                  <a:srgbClr val="B9C2C6"/>
                </a:solidFill>
                <a:latin typeface="Space Grotesk"/>
                <a:ea typeface="Space Grotesk"/>
                <a:cs typeface="Space Grotesk"/>
                <a:sym typeface="Space Grotesk"/>
              </a:rPr>
              <a:t> </a:t>
            </a:r>
            <a:r>
              <a:rPr lang="en" sz="500">
                <a:solidFill>
                  <a:srgbClr val="B9C2C6"/>
                </a:solidFill>
                <a:latin typeface="Space Grotesk"/>
                <a:ea typeface="Space Grotesk"/>
                <a:cs typeface="Space Grotesk"/>
                <a:sym typeface="Space Grotesk"/>
              </a:rPr>
              <a:t>Redis Ltd.</a:t>
            </a:r>
            <a:r>
              <a:rPr i="0" lang="en" sz="500" u="none" cap="none" strike="noStrike">
                <a:solidFill>
                  <a:srgbClr val="B9C2C6"/>
                </a:solidFill>
                <a:latin typeface="Space Grotesk"/>
                <a:ea typeface="Space Grotesk"/>
                <a:cs typeface="Space Grotesk"/>
                <a:sym typeface="Space Grotesk"/>
              </a:rPr>
              <a:t> All rights reserved.</a:t>
            </a:r>
            <a:endParaRPr i="0" sz="1300" u="none" cap="none" strike="noStrike">
              <a:solidFill>
                <a:srgbClr val="B9C2C6"/>
              </a:solidFill>
              <a:latin typeface="Space Grotesk"/>
              <a:ea typeface="Space Grotesk"/>
              <a:cs typeface="Space Grotesk"/>
              <a:sym typeface="Space Grotesk"/>
            </a:endParaRPr>
          </a:p>
        </p:txBody>
      </p:sp>
      <p:sp>
        <p:nvSpPr>
          <p:cNvPr id="322" name="Google Shape;322;p48"/>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pic>
        <p:nvPicPr>
          <p:cNvPr id="323" name="Google Shape;323;p48"/>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Texture Tagline - White">
  <p:cSld name="BLANK_2">
    <p:spTree>
      <p:nvGrpSpPr>
        <p:cNvPr id="324" name="Shape 324"/>
        <p:cNvGrpSpPr/>
        <p:nvPr/>
      </p:nvGrpSpPr>
      <p:grpSpPr>
        <a:xfrm>
          <a:off x="0" y="0"/>
          <a:ext cx="0" cy="0"/>
          <a:chOff x="0" y="0"/>
          <a:chExt cx="0" cy="0"/>
        </a:xfrm>
      </p:grpSpPr>
      <p:pic>
        <p:nvPicPr>
          <p:cNvPr id="325" name="Google Shape;325;p49"/>
          <p:cNvPicPr preferRelativeResize="0"/>
          <p:nvPr/>
        </p:nvPicPr>
        <p:blipFill>
          <a:blip r:embed="rId2">
            <a:alphaModFix/>
          </a:blip>
          <a:stretch>
            <a:fillRect/>
          </a:stretch>
        </p:blipFill>
        <p:spPr>
          <a:xfrm>
            <a:off x="0" y="0"/>
            <a:ext cx="9144003" cy="5143501"/>
          </a:xfrm>
          <a:prstGeom prst="rect">
            <a:avLst/>
          </a:prstGeom>
          <a:noFill/>
          <a:ln>
            <a:noFill/>
          </a:ln>
        </p:spPr>
      </p:pic>
      <p:grpSp>
        <p:nvGrpSpPr>
          <p:cNvPr id="326" name="Google Shape;326;p49"/>
          <p:cNvGrpSpPr/>
          <p:nvPr/>
        </p:nvGrpSpPr>
        <p:grpSpPr>
          <a:xfrm>
            <a:off x="1942026" y="2177798"/>
            <a:ext cx="5259945" cy="797231"/>
            <a:chOff x="2029611" y="2764702"/>
            <a:chExt cx="7774084" cy="1178290"/>
          </a:xfrm>
        </p:grpSpPr>
        <p:sp>
          <p:nvSpPr>
            <p:cNvPr id="327" name="Google Shape;327;p49"/>
            <p:cNvSpPr/>
            <p:nvPr/>
          </p:nvSpPr>
          <p:spPr>
            <a:xfrm>
              <a:off x="2029611" y="2764702"/>
              <a:ext cx="441770" cy="1178150"/>
            </a:xfrm>
            <a:custGeom>
              <a:rect b="b" l="l" r="r" t="t"/>
              <a:pathLst>
                <a:path extrusionOk="0" h="1178150" w="441770">
                  <a:moveTo>
                    <a:pt x="61365" y="1103001"/>
                  </a:moveTo>
                  <a:cubicBezTo>
                    <a:pt x="20432" y="1052855"/>
                    <a:pt x="0" y="987890"/>
                    <a:pt x="0" y="908247"/>
                  </a:cubicBezTo>
                  <a:cubicBezTo>
                    <a:pt x="0" y="855853"/>
                    <a:pt x="5476" y="812239"/>
                    <a:pt x="16359" y="777333"/>
                  </a:cubicBezTo>
                  <a:lnTo>
                    <a:pt x="179952" y="777333"/>
                  </a:lnTo>
                  <a:cubicBezTo>
                    <a:pt x="174475" y="812239"/>
                    <a:pt x="171737" y="844967"/>
                    <a:pt x="171737" y="875518"/>
                  </a:cubicBezTo>
                  <a:cubicBezTo>
                    <a:pt x="171737" y="927912"/>
                    <a:pt x="175528" y="966891"/>
                    <a:pt x="183182" y="992526"/>
                  </a:cubicBezTo>
                  <a:cubicBezTo>
                    <a:pt x="190764" y="1018161"/>
                    <a:pt x="203332" y="1031013"/>
                    <a:pt x="220815" y="1031013"/>
                  </a:cubicBezTo>
                  <a:cubicBezTo>
                    <a:pt x="236051" y="1031013"/>
                    <a:pt x="246723" y="1022866"/>
                    <a:pt x="252691" y="1006502"/>
                  </a:cubicBezTo>
                  <a:cubicBezTo>
                    <a:pt x="258659" y="990138"/>
                    <a:pt x="261678" y="962326"/>
                    <a:pt x="261678" y="923066"/>
                  </a:cubicBezTo>
                  <a:cubicBezTo>
                    <a:pt x="261678" y="875097"/>
                    <a:pt x="252129" y="831412"/>
                    <a:pt x="233032" y="792152"/>
                  </a:cubicBezTo>
                  <a:cubicBezTo>
                    <a:pt x="213934" y="752892"/>
                    <a:pt x="184235" y="705415"/>
                    <a:pt x="143863" y="649791"/>
                  </a:cubicBezTo>
                  <a:cubicBezTo>
                    <a:pt x="96962" y="586512"/>
                    <a:pt x="61224" y="528991"/>
                    <a:pt x="36721" y="477160"/>
                  </a:cubicBezTo>
                  <a:cubicBezTo>
                    <a:pt x="12287" y="425258"/>
                    <a:pt x="0" y="364366"/>
                    <a:pt x="0" y="294555"/>
                  </a:cubicBezTo>
                  <a:cubicBezTo>
                    <a:pt x="0" y="204025"/>
                    <a:pt x="19870" y="132318"/>
                    <a:pt x="59750" y="79363"/>
                  </a:cubicBezTo>
                  <a:cubicBezTo>
                    <a:pt x="99490" y="26478"/>
                    <a:pt x="153201" y="0"/>
                    <a:pt x="220885" y="0"/>
                  </a:cubicBezTo>
                  <a:cubicBezTo>
                    <a:pt x="288569" y="0"/>
                    <a:pt x="339472" y="25143"/>
                    <a:pt x="380405" y="75289"/>
                  </a:cubicBezTo>
                  <a:cubicBezTo>
                    <a:pt x="421339" y="125505"/>
                    <a:pt x="441770" y="190400"/>
                    <a:pt x="441770" y="270044"/>
                  </a:cubicBezTo>
                  <a:cubicBezTo>
                    <a:pt x="441770" y="322437"/>
                    <a:pt x="436294" y="366052"/>
                    <a:pt x="425411" y="400957"/>
                  </a:cubicBezTo>
                  <a:lnTo>
                    <a:pt x="261818" y="400957"/>
                  </a:lnTo>
                  <a:cubicBezTo>
                    <a:pt x="267295" y="366052"/>
                    <a:pt x="269963" y="333323"/>
                    <a:pt x="269963" y="302772"/>
                  </a:cubicBezTo>
                  <a:cubicBezTo>
                    <a:pt x="269963" y="250379"/>
                    <a:pt x="266101" y="211400"/>
                    <a:pt x="258518" y="185765"/>
                  </a:cubicBezTo>
                  <a:cubicBezTo>
                    <a:pt x="250865" y="160130"/>
                    <a:pt x="238297" y="147278"/>
                    <a:pt x="220885" y="147278"/>
                  </a:cubicBezTo>
                  <a:cubicBezTo>
                    <a:pt x="205579" y="147278"/>
                    <a:pt x="194977" y="155073"/>
                    <a:pt x="189009" y="170665"/>
                  </a:cubicBezTo>
                  <a:cubicBezTo>
                    <a:pt x="182971" y="186257"/>
                    <a:pt x="180022" y="212734"/>
                    <a:pt x="180022" y="250168"/>
                  </a:cubicBezTo>
                  <a:cubicBezTo>
                    <a:pt x="180022" y="295890"/>
                    <a:pt x="189571" y="337467"/>
                    <a:pt x="208668" y="374901"/>
                  </a:cubicBezTo>
                  <a:cubicBezTo>
                    <a:pt x="227766" y="412335"/>
                    <a:pt x="257465" y="457565"/>
                    <a:pt x="297837" y="510520"/>
                  </a:cubicBezTo>
                  <a:cubicBezTo>
                    <a:pt x="344738" y="575555"/>
                    <a:pt x="380475" y="634691"/>
                    <a:pt x="404979" y="687927"/>
                  </a:cubicBezTo>
                  <a:cubicBezTo>
                    <a:pt x="429483" y="741164"/>
                    <a:pt x="441770" y="803741"/>
                    <a:pt x="441770" y="875448"/>
                  </a:cubicBezTo>
                  <a:cubicBezTo>
                    <a:pt x="441770" y="968506"/>
                    <a:pt x="421830" y="1042250"/>
                    <a:pt x="382020" y="1096610"/>
                  </a:cubicBezTo>
                  <a:cubicBezTo>
                    <a:pt x="342210" y="1150970"/>
                    <a:pt x="288499" y="1178150"/>
                    <a:pt x="220885" y="1178150"/>
                  </a:cubicBezTo>
                  <a:cubicBezTo>
                    <a:pt x="153271" y="1178150"/>
                    <a:pt x="102298" y="1153077"/>
                    <a:pt x="61365" y="1102861"/>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8" name="Google Shape;328;p49"/>
            <p:cNvSpPr/>
            <p:nvPr/>
          </p:nvSpPr>
          <p:spPr>
            <a:xfrm>
              <a:off x="2544892" y="2781066"/>
              <a:ext cx="368118" cy="1145562"/>
            </a:xfrm>
            <a:custGeom>
              <a:rect b="b" l="l" r="r" t="t"/>
              <a:pathLst>
                <a:path extrusionOk="0" h="1145562" w="368118">
                  <a:moveTo>
                    <a:pt x="368118" y="1145562"/>
                  </a:moveTo>
                  <a:lnTo>
                    <a:pt x="0" y="1145562"/>
                  </a:lnTo>
                  <a:lnTo>
                    <a:pt x="0" y="0"/>
                  </a:lnTo>
                  <a:lnTo>
                    <a:pt x="368118" y="0"/>
                  </a:lnTo>
                  <a:lnTo>
                    <a:pt x="368118" y="163642"/>
                  </a:lnTo>
                  <a:lnTo>
                    <a:pt x="179952" y="163642"/>
                  </a:lnTo>
                  <a:lnTo>
                    <a:pt x="179952" y="482778"/>
                  </a:lnTo>
                  <a:lnTo>
                    <a:pt x="319041" y="482778"/>
                  </a:lnTo>
                  <a:lnTo>
                    <a:pt x="319041" y="646420"/>
                  </a:lnTo>
                  <a:lnTo>
                    <a:pt x="179952" y="646420"/>
                  </a:lnTo>
                  <a:lnTo>
                    <a:pt x="179952" y="981921"/>
                  </a:lnTo>
                  <a:lnTo>
                    <a:pt x="368118" y="981921"/>
                  </a:lnTo>
                  <a:lnTo>
                    <a:pt x="368118" y="1145562"/>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9" name="Google Shape;329;p49"/>
            <p:cNvSpPr/>
            <p:nvPr/>
          </p:nvSpPr>
          <p:spPr>
            <a:xfrm>
              <a:off x="2978447" y="2781066"/>
              <a:ext cx="368118" cy="1145562"/>
            </a:xfrm>
            <a:custGeom>
              <a:rect b="b" l="l" r="r" t="t"/>
              <a:pathLst>
                <a:path extrusionOk="0" h="1145562" w="368118">
                  <a:moveTo>
                    <a:pt x="368118" y="1145562"/>
                  </a:moveTo>
                  <a:lnTo>
                    <a:pt x="0" y="1145562"/>
                  </a:lnTo>
                  <a:lnTo>
                    <a:pt x="0" y="0"/>
                  </a:lnTo>
                  <a:lnTo>
                    <a:pt x="368118" y="0"/>
                  </a:lnTo>
                  <a:lnTo>
                    <a:pt x="368118" y="163642"/>
                  </a:lnTo>
                  <a:lnTo>
                    <a:pt x="179952" y="163642"/>
                  </a:lnTo>
                  <a:lnTo>
                    <a:pt x="179952" y="482778"/>
                  </a:lnTo>
                  <a:lnTo>
                    <a:pt x="319041" y="482778"/>
                  </a:lnTo>
                  <a:lnTo>
                    <a:pt x="319041" y="646420"/>
                  </a:lnTo>
                  <a:lnTo>
                    <a:pt x="179952" y="646420"/>
                  </a:lnTo>
                  <a:lnTo>
                    <a:pt x="179952" y="981921"/>
                  </a:lnTo>
                  <a:lnTo>
                    <a:pt x="368118" y="981921"/>
                  </a:lnTo>
                  <a:lnTo>
                    <a:pt x="368118" y="1145562"/>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0" name="Google Shape;330;p49"/>
            <p:cNvSpPr/>
            <p:nvPr/>
          </p:nvSpPr>
          <p:spPr>
            <a:xfrm>
              <a:off x="3614913" y="2781066"/>
              <a:ext cx="441699" cy="1145562"/>
            </a:xfrm>
            <a:custGeom>
              <a:rect b="b" l="l" r="r" t="t"/>
              <a:pathLst>
                <a:path extrusionOk="0" h="1145562" w="441699">
                  <a:moveTo>
                    <a:pt x="179952" y="1145562"/>
                  </a:moveTo>
                  <a:lnTo>
                    <a:pt x="0" y="1145562"/>
                  </a:lnTo>
                  <a:lnTo>
                    <a:pt x="0" y="0"/>
                  </a:lnTo>
                  <a:lnTo>
                    <a:pt x="179952" y="0"/>
                  </a:lnTo>
                  <a:lnTo>
                    <a:pt x="179952" y="490925"/>
                  </a:lnTo>
                  <a:lnTo>
                    <a:pt x="261748" y="490925"/>
                  </a:lnTo>
                  <a:lnTo>
                    <a:pt x="261748" y="0"/>
                  </a:lnTo>
                  <a:lnTo>
                    <a:pt x="441700" y="0"/>
                  </a:lnTo>
                  <a:lnTo>
                    <a:pt x="441700" y="1145562"/>
                  </a:lnTo>
                  <a:lnTo>
                    <a:pt x="261748" y="1145562"/>
                  </a:lnTo>
                  <a:lnTo>
                    <a:pt x="261748" y="654637"/>
                  </a:lnTo>
                  <a:lnTo>
                    <a:pt x="179952" y="654637"/>
                  </a:lnTo>
                  <a:lnTo>
                    <a:pt x="179952" y="1145562"/>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1" name="Google Shape;331;p49"/>
            <p:cNvSpPr/>
            <p:nvPr/>
          </p:nvSpPr>
          <p:spPr>
            <a:xfrm>
              <a:off x="4138409" y="2764702"/>
              <a:ext cx="490777" cy="1178220"/>
            </a:xfrm>
            <a:custGeom>
              <a:rect b="b" l="l" r="r" t="t"/>
              <a:pathLst>
                <a:path extrusionOk="0" h="1178220" w="490777">
                  <a:moveTo>
                    <a:pt x="60522" y="1033401"/>
                  </a:moveTo>
                  <a:cubicBezTo>
                    <a:pt x="20151" y="936831"/>
                    <a:pt x="0" y="788711"/>
                    <a:pt x="0" y="589110"/>
                  </a:cubicBezTo>
                  <a:cubicBezTo>
                    <a:pt x="0" y="389509"/>
                    <a:pt x="20151" y="241389"/>
                    <a:pt x="60522" y="144819"/>
                  </a:cubicBezTo>
                  <a:cubicBezTo>
                    <a:pt x="100894" y="48250"/>
                    <a:pt x="162469" y="0"/>
                    <a:pt x="245389" y="0"/>
                  </a:cubicBezTo>
                  <a:cubicBezTo>
                    <a:pt x="328308" y="0"/>
                    <a:pt x="389884" y="48250"/>
                    <a:pt x="430255" y="144819"/>
                  </a:cubicBezTo>
                  <a:cubicBezTo>
                    <a:pt x="470627" y="241389"/>
                    <a:pt x="490778" y="389509"/>
                    <a:pt x="490778" y="589110"/>
                  </a:cubicBezTo>
                  <a:cubicBezTo>
                    <a:pt x="490778" y="788711"/>
                    <a:pt x="470557" y="936831"/>
                    <a:pt x="430255" y="1033401"/>
                  </a:cubicBezTo>
                  <a:cubicBezTo>
                    <a:pt x="389884" y="1129971"/>
                    <a:pt x="328238" y="1178220"/>
                    <a:pt x="245389" y="1178220"/>
                  </a:cubicBezTo>
                  <a:cubicBezTo>
                    <a:pt x="162539" y="1178220"/>
                    <a:pt x="100894" y="1129971"/>
                    <a:pt x="60522" y="1033401"/>
                  </a:cubicBezTo>
                  <a:close/>
                  <a:moveTo>
                    <a:pt x="283794" y="931985"/>
                  </a:moveTo>
                  <a:cubicBezTo>
                    <a:pt x="290886" y="865967"/>
                    <a:pt x="294396" y="751698"/>
                    <a:pt x="294396" y="589110"/>
                  </a:cubicBezTo>
                  <a:cubicBezTo>
                    <a:pt x="294396" y="426522"/>
                    <a:pt x="290815" y="312324"/>
                    <a:pt x="283794" y="246235"/>
                  </a:cubicBezTo>
                  <a:cubicBezTo>
                    <a:pt x="276703" y="180217"/>
                    <a:pt x="263854" y="147207"/>
                    <a:pt x="245319" y="147207"/>
                  </a:cubicBezTo>
                  <a:cubicBezTo>
                    <a:pt x="226783" y="147207"/>
                    <a:pt x="213934" y="180217"/>
                    <a:pt x="206843" y="246235"/>
                  </a:cubicBezTo>
                  <a:cubicBezTo>
                    <a:pt x="199751" y="312254"/>
                    <a:pt x="196241" y="426522"/>
                    <a:pt x="196241" y="589110"/>
                  </a:cubicBezTo>
                  <a:cubicBezTo>
                    <a:pt x="196241" y="751698"/>
                    <a:pt x="199751" y="865967"/>
                    <a:pt x="206843" y="931985"/>
                  </a:cubicBezTo>
                  <a:cubicBezTo>
                    <a:pt x="213934" y="998004"/>
                    <a:pt x="226713" y="1031013"/>
                    <a:pt x="245319" y="1031013"/>
                  </a:cubicBezTo>
                  <a:cubicBezTo>
                    <a:pt x="263925" y="1031013"/>
                    <a:pt x="276633" y="998004"/>
                    <a:pt x="283794" y="931985"/>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2" name="Google Shape;332;p49"/>
            <p:cNvSpPr/>
            <p:nvPr/>
          </p:nvSpPr>
          <p:spPr>
            <a:xfrm>
              <a:off x="4694554" y="2781066"/>
              <a:ext cx="670869" cy="1145562"/>
            </a:xfrm>
            <a:custGeom>
              <a:rect b="b" l="l" r="r" t="t"/>
              <a:pathLst>
                <a:path extrusionOk="0" h="1145562" w="670869">
                  <a:moveTo>
                    <a:pt x="269963" y="1145562"/>
                  </a:moveTo>
                  <a:lnTo>
                    <a:pt x="40933" y="1145562"/>
                  </a:lnTo>
                  <a:lnTo>
                    <a:pt x="0" y="0"/>
                  </a:lnTo>
                  <a:lnTo>
                    <a:pt x="188166" y="0"/>
                  </a:lnTo>
                  <a:lnTo>
                    <a:pt x="163592" y="957339"/>
                  </a:lnTo>
                  <a:lnTo>
                    <a:pt x="188166" y="957339"/>
                  </a:lnTo>
                  <a:lnTo>
                    <a:pt x="261818" y="327283"/>
                  </a:lnTo>
                  <a:lnTo>
                    <a:pt x="409052" y="327283"/>
                  </a:lnTo>
                  <a:lnTo>
                    <a:pt x="482703" y="957339"/>
                  </a:lnTo>
                  <a:lnTo>
                    <a:pt x="507277" y="957339"/>
                  </a:lnTo>
                  <a:lnTo>
                    <a:pt x="482703" y="0"/>
                  </a:lnTo>
                  <a:lnTo>
                    <a:pt x="670870" y="0"/>
                  </a:lnTo>
                  <a:lnTo>
                    <a:pt x="629937" y="1145562"/>
                  </a:lnTo>
                  <a:lnTo>
                    <a:pt x="400907" y="1145562"/>
                  </a:lnTo>
                  <a:lnTo>
                    <a:pt x="343615" y="621909"/>
                  </a:lnTo>
                  <a:lnTo>
                    <a:pt x="327255" y="621909"/>
                  </a:lnTo>
                  <a:lnTo>
                    <a:pt x="269963" y="1145562"/>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3" name="Google Shape;333;p49"/>
            <p:cNvSpPr/>
            <p:nvPr/>
          </p:nvSpPr>
          <p:spPr>
            <a:xfrm>
              <a:off x="5649990" y="2781066"/>
              <a:ext cx="359903" cy="1145562"/>
            </a:xfrm>
            <a:custGeom>
              <a:rect b="b" l="l" r="r" t="t"/>
              <a:pathLst>
                <a:path extrusionOk="0" h="1145562" w="359903">
                  <a:moveTo>
                    <a:pt x="179952" y="1145562"/>
                  </a:moveTo>
                  <a:lnTo>
                    <a:pt x="0" y="1145562"/>
                  </a:lnTo>
                  <a:lnTo>
                    <a:pt x="0" y="0"/>
                  </a:lnTo>
                  <a:lnTo>
                    <a:pt x="359904" y="0"/>
                  </a:lnTo>
                  <a:lnTo>
                    <a:pt x="359904" y="163642"/>
                  </a:lnTo>
                  <a:lnTo>
                    <a:pt x="179952" y="163642"/>
                  </a:lnTo>
                  <a:lnTo>
                    <a:pt x="179952" y="507289"/>
                  </a:lnTo>
                  <a:lnTo>
                    <a:pt x="310826" y="507289"/>
                  </a:lnTo>
                  <a:lnTo>
                    <a:pt x="310826" y="670931"/>
                  </a:lnTo>
                  <a:lnTo>
                    <a:pt x="179952" y="670931"/>
                  </a:lnTo>
                  <a:lnTo>
                    <a:pt x="179952" y="1145492"/>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4" name="Google Shape;334;p49"/>
            <p:cNvSpPr/>
            <p:nvPr/>
          </p:nvSpPr>
          <p:spPr>
            <a:xfrm>
              <a:off x="5995290" y="2781066"/>
              <a:ext cx="490777" cy="1145562"/>
            </a:xfrm>
            <a:custGeom>
              <a:rect b="b" l="l" r="r" t="t"/>
              <a:pathLst>
                <a:path extrusionOk="0" h="1145562" w="490777">
                  <a:moveTo>
                    <a:pt x="490707" y="1145562"/>
                  </a:moveTo>
                  <a:lnTo>
                    <a:pt x="310756" y="1145562"/>
                  </a:lnTo>
                  <a:lnTo>
                    <a:pt x="297696" y="932828"/>
                  </a:lnTo>
                  <a:lnTo>
                    <a:pt x="193011" y="932828"/>
                  </a:lnTo>
                  <a:lnTo>
                    <a:pt x="179952" y="1145562"/>
                  </a:lnTo>
                  <a:lnTo>
                    <a:pt x="0" y="1145562"/>
                  </a:lnTo>
                  <a:lnTo>
                    <a:pt x="98155" y="0"/>
                  </a:lnTo>
                  <a:lnTo>
                    <a:pt x="392622" y="0"/>
                  </a:lnTo>
                  <a:lnTo>
                    <a:pt x="490777" y="1145562"/>
                  </a:lnTo>
                  <a:close/>
                  <a:moveTo>
                    <a:pt x="287867" y="769116"/>
                  </a:moveTo>
                  <a:lnTo>
                    <a:pt x="253533" y="188153"/>
                  </a:lnTo>
                  <a:lnTo>
                    <a:pt x="237174" y="188153"/>
                  </a:lnTo>
                  <a:lnTo>
                    <a:pt x="202841" y="769116"/>
                  </a:lnTo>
                  <a:lnTo>
                    <a:pt x="287937" y="769116"/>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5" name="Google Shape;335;p49"/>
            <p:cNvSpPr/>
            <p:nvPr/>
          </p:nvSpPr>
          <p:spPr>
            <a:xfrm>
              <a:off x="6510501" y="2764842"/>
              <a:ext cx="441769" cy="1178150"/>
            </a:xfrm>
            <a:custGeom>
              <a:rect b="b" l="l" r="r" t="t"/>
              <a:pathLst>
                <a:path extrusionOk="0" h="1178150" w="441769">
                  <a:moveTo>
                    <a:pt x="61435" y="1102861"/>
                  </a:moveTo>
                  <a:cubicBezTo>
                    <a:pt x="20502" y="1052715"/>
                    <a:pt x="70" y="987750"/>
                    <a:pt x="70" y="908106"/>
                  </a:cubicBezTo>
                  <a:cubicBezTo>
                    <a:pt x="70" y="855713"/>
                    <a:pt x="5547" y="812098"/>
                    <a:pt x="16429" y="777193"/>
                  </a:cubicBezTo>
                  <a:lnTo>
                    <a:pt x="180022" y="777193"/>
                  </a:lnTo>
                  <a:cubicBezTo>
                    <a:pt x="174545" y="812098"/>
                    <a:pt x="171807" y="844827"/>
                    <a:pt x="171807" y="875378"/>
                  </a:cubicBezTo>
                  <a:cubicBezTo>
                    <a:pt x="171807" y="927771"/>
                    <a:pt x="175599" y="966750"/>
                    <a:pt x="183252" y="992385"/>
                  </a:cubicBezTo>
                  <a:cubicBezTo>
                    <a:pt x="190905" y="1018020"/>
                    <a:pt x="203402" y="1030873"/>
                    <a:pt x="220885" y="1030873"/>
                  </a:cubicBezTo>
                  <a:cubicBezTo>
                    <a:pt x="236121" y="1030873"/>
                    <a:pt x="246793" y="1022726"/>
                    <a:pt x="252761" y="1006362"/>
                  </a:cubicBezTo>
                  <a:cubicBezTo>
                    <a:pt x="258729" y="989997"/>
                    <a:pt x="261748" y="962185"/>
                    <a:pt x="261748" y="922925"/>
                  </a:cubicBezTo>
                  <a:cubicBezTo>
                    <a:pt x="261748" y="874957"/>
                    <a:pt x="252199" y="831272"/>
                    <a:pt x="233102" y="792012"/>
                  </a:cubicBezTo>
                  <a:cubicBezTo>
                    <a:pt x="214004" y="752752"/>
                    <a:pt x="184305" y="705275"/>
                    <a:pt x="143933" y="649651"/>
                  </a:cubicBezTo>
                  <a:cubicBezTo>
                    <a:pt x="97032" y="586371"/>
                    <a:pt x="61294" y="528851"/>
                    <a:pt x="36791" y="477019"/>
                  </a:cubicBezTo>
                  <a:cubicBezTo>
                    <a:pt x="12217" y="425188"/>
                    <a:pt x="0" y="364366"/>
                    <a:pt x="0" y="294555"/>
                  </a:cubicBezTo>
                  <a:cubicBezTo>
                    <a:pt x="0" y="204025"/>
                    <a:pt x="19870" y="132318"/>
                    <a:pt x="59680" y="79363"/>
                  </a:cubicBezTo>
                  <a:cubicBezTo>
                    <a:pt x="99489" y="26478"/>
                    <a:pt x="153201" y="0"/>
                    <a:pt x="220815" y="0"/>
                  </a:cubicBezTo>
                  <a:cubicBezTo>
                    <a:pt x="288428" y="0"/>
                    <a:pt x="339402" y="25143"/>
                    <a:pt x="380335" y="75289"/>
                  </a:cubicBezTo>
                  <a:cubicBezTo>
                    <a:pt x="421268" y="125505"/>
                    <a:pt x="441700" y="190400"/>
                    <a:pt x="441700" y="270044"/>
                  </a:cubicBezTo>
                  <a:cubicBezTo>
                    <a:pt x="441700" y="322437"/>
                    <a:pt x="436223" y="366052"/>
                    <a:pt x="425341" y="400957"/>
                  </a:cubicBezTo>
                  <a:lnTo>
                    <a:pt x="261748" y="400957"/>
                  </a:lnTo>
                  <a:cubicBezTo>
                    <a:pt x="267225" y="366052"/>
                    <a:pt x="269963" y="333323"/>
                    <a:pt x="269963" y="302772"/>
                  </a:cubicBezTo>
                  <a:cubicBezTo>
                    <a:pt x="269963" y="250379"/>
                    <a:pt x="266101" y="211400"/>
                    <a:pt x="258518" y="185765"/>
                  </a:cubicBezTo>
                  <a:cubicBezTo>
                    <a:pt x="250865" y="160130"/>
                    <a:pt x="238297" y="147278"/>
                    <a:pt x="220885" y="147278"/>
                  </a:cubicBezTo>
                  <a:cubicBezTo>
                    <a:pt x="205579" y="147278"/>
                    <a:pt x="194977" y="155073"/>
                    <a:pt x="189009" y="170665"/>
                  </a:cubicBezTo>
                  <a:cubicBezTo>
                    <a:pt x="182971" y="186257"/>
                    <a:pt x="180022" y="212734"/>
                    <a:pt x="180022" y="250168"/>
                  </a:cubicBezTo>
                  <a:cubicBezTo>
                    <a:pt x="180022" y="295890"/>
                    <a:pt x="189571" y="337467"/>
                    <a:pt x="208668" y="374901"/>
                  </a:cubicBezTo>
                  <a:cubicBezTo>
                    <a:pt x="227766" y="412335"/>
                    <a:pt x="257465" y="457565"/>
                    <a:pt x="297837" y="510520"/>
                  </a:cubicBezTo>
                  <a:cubicBezTo>
                    <a:pt x="344738" y="575555"/>
                    <a:pt x="380476" y="634691"/>
                    <a:pt x="404979" y="687927"/>
                  </a:cubicBezTo>
                  <a:cubicBezTo>
                    <a:pt x="429483" y="741164"/>
                    <a:pt x="441770" y="803741"/>
                    <a:pt x="441770" y="875448"/>
                  </a:cubicBezTo>
                  <a:cubicBezTo>
                    <a:pt x="441770" y="968506"/>
                    <a:pt x="421830" y="1042250"/>
                    <a:pt x="382090" y="1096610"/>
                  </a:cubicBezTo>
                  <a:cubicBezTo>
                    <a:pt x="342281" y="1150970"/>
                    <a:pt x="288569" y="1178150"/>
                    <a:pt x="220955" y="1178150"/>
                  </a:cubicBezTo>
                  <a:cubicBezTo>
                    <a:pt x="153341" y="1178150"/>
                    <a:pt x="102368" y="1153077"/>
                    <a:pt x="61435" y="1102861"/>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6" name="Google Shape;336;p49"/>
            <p:cNvSpPr/>
            <p:nvPr/>
          </p:nvSpPr>
          <p:spPr>
            <a:xfrm>
              <a:off x="6968630" y="2781066"/>
              <a:ext cx="474418" cy="1145562"/>
            </a:xfrm>
            <a:custGeom>
              <a:rect b="b" l="l" r="r" t="t"/>
              <a:pathLst>
                <a:path extrusionOk="0" h="1145562" w="474418">
                  <a:moveTo>
                    <a:pt x="327185" y="1145562"/>
                  </a:moveTo>
                  <a:lnTo>
                    <a:pt x="147233" y="1145562"/>
                  </a:lnTo>
                  <a:lnTo>
                    <a:pt x="147233" y="163642"/>
                  </a:lnTo>
                  <a:lnTo>
                    <a:pt x="0" y="163642"/>
                  </a:lnTo>
                  <a:lnTo>
                    <a:pt x="0" y="0"/>
                  </a:lnTo>
                  <a:lnTo>
                    <a:pt x="474418" y="0"/>
                  </a:lnTo>
                  <a:lnTo>
                    <a:pt x="474418" y="163642"/>
                  </a:lnTo>
                  <a:lnTo>
                    <a:pt x="327185" y="163642"/>
                  </a:lnTo>
                  <a:lnTo>
                    <a:pt x="327185" y="1145492"/>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7" name="Google Shape;337;p49"/>
            <p:cNvSpPr/>
            <p:nvPr/>
          </p:nvSpPr>
          <p:spPr>
            <a:xfrm>
              <a:off x="7676993" y="2781066"/>
              <a:ext cx="359903" cy="1145562"/>
            </a:xfrm>
            <a:custGeom>
              <a:rect b="b" l="l" r="r" t="t"/>
              <a:pathLst>
                <a:path extrusionOk="0" h="1145562" w="359903">
                  <a:moveTo>
                    <a:pt x="179951" y="1145562"/>
                  </a:moveTo>
                  <a:lnTo>
                    <a:pt x="0" y="1145562"/>
                  </a:lnTo>
                  <a:lnTo>
                    <a:pt x="0" y="0"/>
                  </a:lnTo>
                  <a:lnTo>
                    <a:pt x="359903" y="0"/>
                  </a:lnTo>
                  <a:lnTo>
                    <a:pt x="359903" y="163642"/>
                  </a:lnTo>
                  <a:lnTo>
                    <a:pt x="179951" y="163642"/>
                  </a:lnTo>
                  <a:lnTo>
                    <a:pt x="179951" y="507289"/>
                  </a:lnTo>
                  <a:lnTo>
                    <a:pt x="310826" y="507289"/>
                  </a:lnTo>
                  <a:lnTo>
                    <a:pt x="310826" y="670931"/>
                  </a:lnTo>
                  <a:lnTo>
                    <a:pt x="179951" y="670931"/>
                  </a:lnTo>
                  <a:lnTo>
                    <a:pt x="179951" y="1145492"/>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8" name="Google Shape;338;p49"/>
            <p:cNvSpPr/>
            <p:nvPr/>
          </p:nvSpPr>
          <p:spPr>
            <a:xfrm>
              <a:off x="8102333" y="2781066"/>
              <a:ext cx="368118" cy="1145562"/>
            </a:xfrm>
            <a:custGeom>
              <a:rect b="b" l="l" r="r" t="t"/>
              <a:pathLst>
                <a:path extrusionOk="0" h="1145562" w="368118">
                  <a:moveTo>
                    <a:pt x="368118" y="1145562"/>
                  </a:moveTo>
                  <a:lnTo>
                    <a:pt x="0" y="1145562"/>
                  </a:lnTo>
                  <a:lnTo>
                    <a:pt x="0" y="0"/>
                  </a:lnTo>
                  <a:lnTo>
                    <a:pt x="368118" y="0"/>
                  </a:lnTo>
                  <a:lnTo>
                    <a:pt x="368118" y="163642"/>
                  </a:lnTo>
                  <a:lnTo>
                    <a:pt x="179952" y="163642"/>
                  </a:lnTo>
                  <a:lnTo>
                    <a:pt x="179952" y="482778"/>
                  </a:lnTo>
                  <a:lnTo>
                    <a:pt x="319041" y="482778"/>
                  </a:lnTo>
                  <a:lnTo>
                    <a:pt x="319041" y="646420"/>
                  </a:lnTo>
                  <a:lnTo>
                    <a:pt x="179952" y="646420"/>
                  </a:lnTo>
                  <a:lnTo>
                    <a:pt x="179952" y="981921"/>
                  </a:lnTo>
                  <a:lnTo>
                    <a:pt x="368118" y="981921"/>
                  </a:lnTo>
                  <a:lnTo>
                    <a:pt x="368118" y="1145562"/>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9" name="Google Shape;339;p49"/>
            <p:cNvSpPr/>
            <p:nvPr/>
          </p:nvSpPr>
          <p:spPr>
            <a:xfrm>
              <a:off x="8535818" y="2781066"/>
              <a:ext cx="368118" cy="1145562"/>
            </a:xfrm>
            <a:custGeom>
              <a:rect b="b" l="l" r="r" t="t"/>
              <a:pathLst>
                <a:path extrusionOk="0" h="1145562" w="368118">
                  <a:moveTo>
                    <a:pt x="368119" y="1145562"/>
                  </a:moveTo>
                  <a:lnTo>
                    <a:pt x="0" y="1145562"/>
                  </a:lnTo>
                  <a:lnTo>
                    <a:pt x="0" y="0"/>
                  </a:lnTo>
                  <a:lnTo>
                    <a:pt x="368119" y="0"/>
                  </a:lnTo>
                  <a:lnTo>
                    <a:pt x="368119" y="163642"/>
                  </a:lnTo>
                  <a:lnTo>
                    <a:pt x="179952" y="163642"/>
                  </a:lnTo>
                  <a:lnTo>
                    <a:pt x="179952" y="482778"/>
                  </a:lnTo>
                  <a:lnTo>
                    <a:pt x="319041" y="482778"/>
                  </a:lnTo>
                  <a:lnTo>
                    <a:pt x="319041" y="646420"/>
                  </a:lnTo>
                  <a:lnTo>
                    <a:pt x="179952" y="646420"/>
                  </a:lnTo>
                  <a:lnTo>
                    <a:pt x="179952" y="981921"/>
                  </a:lnTo>
                  <a:lnTo>
                    <a:pt x="368119" y="981921"/>
                  </a:lnTo>
                  <a:lnTo>
                    <a:pt x="368119" y="1145562"/>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0" name="Google Shape;340;p49"/>
            <p:cNvSpPr/>
            <p:nvPr/>
          </p:nvSpPr>
          <p:spPr>
            <a:xfrm>
              <a:off x="8969374" y="2781066"/>
              <a:ext cx="368118" cy="1145562"/>
            </a:xfrm>
            <a:custGeom>
              <a:rect b="b" l="l" r="r" t="t"/>
              <a:pathLst>
                <a:path extrusionOk="0" h="1145562" w="368118">
                  <a:moveTo>
                    <a:pt x="368118" y="1145562"/>
                  </a:moveTo>
                  <a:lnTo>
                    <a:pt x="0" y="1145562"/>
                  </a:lnTo>
                  <a:lnTo>
                    <a:pt x="0" y="0"/>
                  </a:lnTo>
                  <a:lnTo>
                    <a:pt x="179952" y="0"/>
                  </a:lnTo>
                  <a:lnTo>
                    <a:pt x="179952" y="981850"/>
                  </a:lnTo>
                  <a:lnTo>
                    <a:pt x="368118" y="981850"/>
                  </a:lnTo>
                  <a:lnTo>
                    <a:pt x="368118" y="1145492"/>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1" name="Google Shape;341;p49"/>
            <p:cNvSpPr/>
            <p:nvPr/>
          </p:nvSpPr>
          <p:spPr>
            <a:xfrm>
              <a:off x="9361925" y="2764842"/>
              <a:ext cx="441770" cy="1178150"/>
            </a:xfrm>
            <a:custGeom>
              <a:rect b="b" l="l" r="r" t="t"/>
              <a:pathLst>
                <a:path extrusionOk="0" h="1178150" w="441770">
                  <a:moveTo>
                    <a:pt x="61435" y="1102861"/>
                  </a:moveTo>
                  <a:cubicBezTo>
                    <a:pt x="20502" y="1052715"/>
                    <a:pt x="70" y="987750"/>
                    <a:pt x="70" y="908106"/>
                  </a:cubicBezTo>
                  <a:cubicBezTo>
                    <a:pt x="70" y="855713"/>
                    <a:pt x="5547" y="812098"/>
                    <a:pt x="16430" y="777193"/>
                  </a:cubicBezTo>
                  <a:lnTo>
                    <a:pt x="180022" y="777193"/>
                  </a:lnTo>
                  <a:cubicBezTo>
                    <a:pt x="174546" y="812098"/>
                    <a:pt x="171808" y="844827"/>
                    <a:pt x="171808" y="875378"/>
                  </a:cubicBezTo>
                  <a:cubicBezTo>
                    <a:pt x="171808" y="927771"/>
                    <a:pt x="175599" y="966750"/>
                    <a:pt x="183252" y="992385"/>
                  </a:cubicBezTo>
                  <a:cubicBezTo>
                    <a:pt x="190905" y="1018020"/>
                    <a:pt x="203403" y="1030873"/>
                    <a:pt x="220886" y="1030873"/>
                  </a:cubicBezTo>
                  <a:cubicBezTo>
                    <a:pt x="236121" y="1030873"/>
                    <a:pt x="246793" y="1022726"/>
                    <a:pt x="252761" y="1006362"/>
                  </a:cubicBezTo>
                  <a:cubicBezTo>
                    <a:pt x="258730" y="989997"/>
                    <a:pt x="261748" y="962185"/>
                    <a:pt x="261748" y="922925"/>
                  </a:cubicBezTo>
                  <a:cubicBezTo>
                    <a:pt x="261748" y="874957"/>
                    <a:pt x="252200" y="831272"/>
                    <a:pt x="233102" y="792012"/>
                  </a:cubicBezTo>
                  <a:cubicBezTo>
                    <a:pt x="214005" y="752752"/>
                    <a:pt x="184305" y="705275"/>
                    <a:pt x="143933" y="649651"/>
                  </a:cubicBezTo>
                  <a:cubicBezTo>
                    <a:pt x="97033" y="586371"/>
                    <a:pt x="61295" y="528851"/>
                    <a:pt x="36792" y="477019"/>
                  </a:cubicBezTo>
                  <a:cubicBezTo>
                    <a:pt x="12218" y="425188"/>
                    <a:pt x="0" y="364366"/>
                    <a:pt x="0" y="294555"/>
                  </a:cubicBezTo>
                  <a:cubicBezTo>
                    <a:pt x="0" y="204025"/>
                    <a:pt x="19870" y="132318"/>
                    <a:pt x="59680" y="79363"/>
                  </a:cubicBezTo>
                  <a:cubicBezTo>
                    <a:pt x="99490" y="26478"/>
                    <a:pt x="153202" y="0"/>
                    <a:pt x="220815" y="0"/>
                  </a:cubicBezTo>
                  <a:cubicBezTo>
                    <a:pt x="288429" y="0"/>
                    <a:pt x="339402" y="25143"/>
                    <a:pt x="380335" y="75289"/>
                  </a:cubicBezTo>
                  <a:cubicBezTo>
                    <a:pt x="421268" y="125505"/>
                    <a:pt x="441700" y="190400"/>
                    <a:pt x="441700" y="270044"/>
                  </a:cubicBezTo>
                  <a:cubicBezTo>
                    <a:pt x="441700" y="322437"/>
                    <a:pt x="436223" y="366052"/>
                    <a:pt x="425341" y="400957"/>
                  </a:cubicBezTo>
                  <a:lnTo>
                    <a:pt x="261748" y="400957"/>
                  </a:lnTo>
                  <a:cubicBezTo>
                    <a:pt x="267225" y="366052"/>
                    <a:pt x="269963" y="333323"/>
                    <a:pt x="269963" y="302772"/>
                  </a:cubicBezTo>
                  <a:cubicBezTo>
                    <a:pt x="269963" y="250379"/>
                    <a:pt x="266101" y="211400"/>
                    <a:pt x="258519" y="185765"/>
                  </a:cubicBezTo>
                  <a:cubicBezTo>
                    <a:pt x="250866" y="160130"/>
                    <a:pt x="238298" y="147278"/>
                    <a:pt x="220886" y="147278"/>
                  </a:cubicBezTo>
                  <a:cubicBezTo>
                    <a:pt x="205579" y="147278"/>
                    <a:pt x="194977" y="155073"/>
                    <a:pt x="189009" y="170665"/>
                  </a:cubicBezTo>
                  <a:cubicBezTo>
                    <a:pt x="182971" y="186257"/>
                    <a:pt x="180022" y="212734"/>
                    <a:pt x="180022" y="250168"/>
                  </a:cubicBezTo>
                  <a:cubicBezTo>
                    <a:pt x="180022" y="295890"/>
                    <a:pt x="189571" y="337467"/>
                    <a:pt x="208669" y="374901"/>
                  </a:cubicBezTo>
                  <a:cubicBezTo>
                    <a:pt x="227766" y="412335"/>
                    <a:pt x="257465" y="457565"/>
                    <a:pt x="297837" y="510520"/>
                  </a:cubicBezTo>
                  <a:cubicBezTo>
                    <a:pt x="344739" y="575555"/>
                    <a:pt x="380476" y="634691"/>
                    <a:pt x="404980" y="687927"/>
                  </a:cubicBezTo>
                  <a:cubicBezTo>
                    <a:pt x="429483" y="741164"/>
                    <a:pt x="441770" y="803741"/>
                    <a:pt x="441770" y="875448"/>
                  </a:cubicBezTo>
                  <a:cubicBezTo>
                    <a:pt x="441770" y="968506"/>
                    <a:pt x="421831" y="1042250"/>
                    <a:pt x="382091" y="1096610"/>
                  </a:cubicBezTo>
                  <a:cubicBezTo>
                    <a:pt x="342281" y="1150970"/>
                    <a:pt x="288569" y="1178150"/>
                    <a:pt x="220956" y="1178150"/>
                  </a:cubicBezTo>
                  <a:cubicBezTo>
                    <a:pt x="153342" y="1178150"/>
                    <a:pt x="102369" y="1153077"/>
                    <a:pt x="61435" y="1102861"/>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342" name="Google Shape;342;p49"/>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rgbClr val="B9C2C6"/>
                </a:solidFill>
                <a:latin typeface="Space Grotesk"/>
                <a:ea typeface="Space Grotesk"/>
                <a:cs typeface="Space Grotesk"/>
                <a:sym typeface="Space Grotesk"/>
              </a:rPr>
              <a:t>ⓒ </a:t>
            </a:r>
            <a:r>
              <a:rPr i="0" lang="en" sz="500" u="none" cap="none" strike="noStrike">
                <a:solidFill>
                  <a:srgbClr val="B9C2C6"/>
                </a:solidFill>
                <a:latin typeface="Space Grotesk"/>
                <a:ea typeface="Space Grotesk"/>
                <a:cs typeface="Space Grotesk"/>
                <a:sym typeface="Space Grotesk"/>
              </a:rPr>
              <a:t>202</a:t>
            </a:r>
            <a:r>
              <a:rPr lang="en" sz="500">
                <a:solidFill>
                  <a:srgbClr val="B9C2C6"/>
                </a:solidFill>
                <a:latin typeface="Space Grotesk"/>
                <a:ea typeface="Space Grotesk"/>
                <a:cs typeface="Space Grotesk"/>
                <a:sym typeface="Space Grotesk"/>
              </a:rPr>
              <a:t>4</a:t>
            </a:r>
            <a:r>
              <a:rPr i="0" lang="en" sz="500" u="none" cap="none" strike="noStrike">
                <a:solidFill>
                  <a:srgbClr val="B9C2C6"/>
                </a:solidFill>
                <a:latin typeface="Space Grotesk"/>
                <a:ea typeface="Space Grotesk"/>
                <a:cs typeface="Space Grotesk"/>
                <a:sym typeface="Space Grotesk"/>
              </a:rPr>
              <a:t> </a:t>
            </a:r>
            <a:r>
              <a:rPr lang="en" sz="500">
                <a:solidFill>
                  <a:srgbClr val="B9C2C6"/>
                </a:solidFill>
                <a:latin typeface="Space Grotesk"/>
                <a:ea typeface="Space Grotesk"/>
                <a:cs typeface="Space Grotesk"/>
                <a:sym typeface="Space Grotesk"/>
              </a:rPr>
              <a:t>Redis Ltd.</a:t>
            </a:r>
            <a:r>
              <a:rPr i="0" lang="en" sz="500" u="none" cap="none" strike="noStrike">
                <a:solidFill>
                  <a:srgbClr val="B9C2C6"/>
                </a:solidFill>
                <a:latin typeface="Space Grotesk"/>
                <a:ea typeface="Space Grotesk"/>
                <a:cs typeface="Space Grotesk"/>
                <a:sym typeface="Space Grotesk"/>
              </a:rPr>
              <a:t> All rights reserved.</a:t>
            </a:r>
            <a:endParaRPr i="0" sz="1300" u="none" cap="none" strike="noStrike">
              <a:solidFill>
                <a:srgbClr val="B9C2C6"/>
              </a:solidFill>
              <a:latin typeface="Space Grotesk"/>
              <a:ea typeface="Space Grotesk"/>
              <a:cs typeface="Space Grotesk"/>
              <a:sym typeface="Space Grotesk"/>
            </a:endParaRPr>
          </a:p>
        </p:txBody>
      </p:sp>
      <p:sp>
        <p:nvSpPr>
          <p:cNvPr id="343" name="Google Shape;343;p49"/>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pic>
        <p:nvPicPr>
          <p:cNvPr id="344" name="Google Shape;344;p49"/>
          <p:cNvPicPr preferRelativeResize="0"/>
          <p:nvPr/>
        </p:nvPicPr>
        <p:blipFill rotWithShape="1">
          <a:blip r:embed="rId3">
            <a:alphaModFix/>
          </a:blip>
          <a:srcRect b="0" l="0" r="0" t="0"/>
          <a:stretch/>
        </p:blipFill>
        <p:spPr>
          <a:xfrm>
            <a:off x="298725" y="4880004"/>
            <a:ext cx="413251" cy="129343"/>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Dark">
  <p:cSld name="BLANK_1">
    <p:bg>
      <p:bgPr>
        <a:solidFill>
          <a:schemeClr val="dk2"/>
        </a:solidFill>
      </p:bgPr>
    </p:bg>
    <p:spTree>
      <p:nvGrpSpPr>
        <p:cNvPr id="345" name="Shape 345"/>
        <p:cNvGrpSpPr/>
        <p:nvPr/>
      </p:nvGrpSpPr>
      <p:grpSpPr>
        <a:xfrm>
          <a:off x="0" y="0"/>
          <a:ext cx="0" cy="0"/>
          <a:chOff x="0" y="0"/>
          <a:chExt cx="0" cy="0"/>
        </a:xfrm>
      </p:grpSpPr>
      <p:pic>
        <p:nvPicPr>
          <p:cNvPr id="346" name="Google Shape;346;p50"/>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347" name="Google Shape;347;p50"/>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348" name="Google Shape;348;p50"/>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Hyper ">
  <p:cSld name="BLANK_1_4">
    <p:bg>
      <p:bgPr>
        <a:solidFill>
          <a:schemeClr val="accent1"/>
        </a:solidFill>
      </p:bgPr>
    </p:bg>
    <p:spTree>
      <p:nvGrpSpPr>
        <p:cNvPr id="349" name="Shape 349"/>
        <p:cNvGrpSpPr/>
        <p:nvPr/>
      </p:nvGrpSpPr>
      <p:grpSpPr>
        <a:xfrm>
          <a:off x="0" y="0"/>
          <a:ext cx="0" cy="0"/>
          <a:chOff x="0" y="0"/>
          <a:chExt cx="0" cy="0"/>
        </a:xfrm>
      </p:grpSpPr>
      <p:pic>
        <p:nvPicPr>
          <p:cNvPr id="350" name="Google Shape;350;p51"/>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351" name="Google Shape;351;p51"/>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352" name="Google Shape;352;p51"/>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Grey">
  <p:cSld name="BLANK_1_4_1">
    <p:bg>
      <p:bgPr>
        <a:solidFill>
          <a:schemeClr val="accent6"/>
        </a:solidFill>
      </p:bgPr>
    </p:bg>
    <p:spTree>
      <p:nvGrpSpPr>
        <p:cNvPr id="353" name="Shape 353"/>
        <p:cNvGrpSpPr/>
        <p:nvPr/>
      </p:nvGrpSpPr>
      <p:grpSpPr>
        <a:xfrm>
          <a:off x="0" y="0"/>
          <a:ext cx="0" cy="0"/>
          <a:chOff x="0" y="0"/>
          <a:chExt cx="0" cy="0"/>
        </a:xfrm>
      </p:grpSpPr>
      <p:pic>
        <p:nvPicPr>
          <p:cNvPr id="354" name="Google Shape;354;p52"/>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355" name="Google Shape;355;p52"/>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356" name="Google Shape;356;p52"/>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Text - Grey">
  <p:cSld name="BLANK_1_3">
    <p:bg>
      <p:bgPr>
        <a:solidFill>
          <a:srgbClr val="B9C2C6"/>
        </a:solidFill>
      </p:bgPr>
    </p:bg>
    <p:spTree>
      <p:nvGrpSpPr>
        <p:cNvPr id="357" name="Shape 357"/>
        <p:cNvGrpSpPr/>
        <p:nvPr/>
      </p:nvGrpSpPr>
      <p:grpSpPr>
        <a:xfrm>
          <a:off x="0" y="0"/>
          <a:ext cx="0" cy="0"/>
          <a:chOff x="0" y="0"/>
          <a:chExt cx="0" cy="0"/>
        </a:xfrm>
      </p:grpSpPr>
      <p:sp>
        <p:nvSpPr>
          <p:cNvPr id="358" name="Google Shape;358;p53"/>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pic>
        <p:nvPicPr>
          <p:cNvPr id="359" name="Google Shape;359;p53"/>
          <p:cNvPicPr preferRelativeResize="0"/>
          <p:nvPr/>
        </p:nvPicPr>
        <p:blipFill rotWithShape="1">
          <a:blip r:embed="rId2">
            <a:alphaModFix/>
          </a:blip>
          <a:srcRect b="0" l="0" r="0" t="0"/>
          <a:stretch/>
        </p:blipFill>
        <p:spPr>
          <a:xfrm>
            <a:off x="963263" y="4152132"/>
            <a:ext cx="742323" cy="232343"/>
          </a:xfrm>
          <a:prstGeom prst="rect">
            <a:avLst/>
          </a:prstGeom>
          <a:noFill/>
          <a:ln>
            <a:noFill/>
          </a:ln>
        </p:spPr>
      </p:pic>
      <p:pic>
        <p:nvPicPr>
          <p:cNvPr id="360" name="Google Shape;360;p53"/>
          <p:cNvPicPr preferRelativeResize="0"/>
          <p:nvPr/>
        </p:nvPicPr>
        <p:blipFill rotWithShape="1">
          <a:blip r:embed="rId3">
            <a:alphaModFix/>
          </a:blip>
          <a:srcRect b="1305" l="0" r="0" t="1315"/>
          <a:stretch/>
        </p:blipFill>
        <p:spPr>
          <a:xfrm>
            <a:off x="0" y="0"/>
            <a:ext cx="9143992" cy="5143501"/>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Text - Hyper ">
  <p:cSld name="BLANK_1_3_1">
    <p:bg>
      <p:bgPr>
        <a:solidFill>
          <a:schemeClr val="accent1"/>
        </a:solidFill>
      </p:bgPr>
    </p:bg>
    <p:spTree>
      <p:nvGrpSpPr>
        <p:cNvPr id="361" name="Shape 361"/>
        <p:cNvGrpSpPr/>
        <p:nvPr/>
      </p:nvGrpSpPr>
      <p:grpSpPr>
        <a:xfrm>
          <a:off x="0" y="0"/>
          <a:ext cx="0" cy="0"/>
          <a:chOff x="0" y="0"/>
          <a:chExt cx="0" cy="0"/>
        </a:xfrm>
      </p:grpSpPr>
      <p:sp>
        <p:nvSpPr>
          <p:cNvPr id="362" name="Google Shape;362;p54"/>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pic>
        <p:nvPicPr>
          <p:cNvPr id="363" name="Google Shape;363;p54"/>
          <p:cNvPicPr preferRelativeResize="0"/>
          <p:nvPr/>
        </p:nvPicPr>
        <p:blipFill rotWithShape="1">
          <a:blip r:embed="rId2">
            <a:alphaModFix/>
          </a:blip>
          <a:srcRect b="1305" l="0" r="0" t="1315"/>
          <a:stretch/>
        </p:blipFill>
        <p:spPr>
          <a:xfrm>
            <a:off x="0" y="0"/>
            <a:ext cx="9143992" cy="5143501"/>
          </a:xfrm>
          <a:prstGeom prst="rect">
            <a:avLst/>
          </a:prstGeom>
          <a:noFill/>
          <a:ln>
            <a:noFill/>
          </a:ln>
        </p:spPr>
      </p:pic>
      <p:pic>
        <p:nvPicPr>
          <p:cNvPr id="364" name="Google Shape;364;p54"/>
          <p:cNvPicPr preferRelativeResize="0"/>
          <p:nvPr/>
        </p:nvPicPr>
        <p:blipFill rotWithShape="1">
          <a:blip r:embed="rId3">
            <a:alphaModFix/>
          </a:blip>
          <a:srcRect b="0" l="0" r="0" t="0"/>
          <a:stretch/>
        </p:blipFill>
        <p:spPr>
          <a:xfrm>
            <a:off x="963263" y="4152132"/>
            <a:ext cx="742323" cy="232343"/>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Text - Dark">
  <p:cSld name="BLANK_1_3_1_1">
    <p:bg>
      <p:bgPr>
        <a:solidFill>
          <a:schemeClr val="dk2"/>
        </a:solidFill>
      </p:bgPr>
    </p:bg>
    <p:spTree>
      <p:nvGrpSpPr>
        <p:cNvPr id="365" name="Shape 365"/>
        <p:cNvGrpSpPr/>
        <p:nvPr/>
      </p:nvGrpSpPr>
      <p:grpSpPr>
        <a:xfrm>
          <a:off x="0" y="0"/>
          <a:ext cx="0" cy="0"/>
          <a:chOff x="0" y="0"/>
          <a:chExt cx="0" cy="0"/>
        </a:xfrm>
      </p:grpSpPr>
      <p:sp>
        <p:nvSpPr>
          <p:cNvPr id="366" name="Google Shape;366;p55"/>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pic>
        <p:nvPicPr>
          <p:cNvPr id="367" name="Google Shape;367;p55"/>
          <p:cNvPicPr preferRelativeResize="0"/>
          <p:nvPr/>
        </p:nvPicPr>
        <p:blipFill rotWithShape="1">
          <a:blip r:embed="rId2">
            <a:alphaModFix/>
          </a:blip>
          <a:srcRect b="1305" l="0" r="0" t="1315"/>
          <a:stretch/>
        </p:blipFill>
        <p:spPr>
          <a:xfrm>
            <a:off x="0" y="0"/>
            <a:ext cx="9143992" cy="5143501"/>
          </a:xfrm>
          <a:prstGeom prst="rect">
            <a:avLst/>
          </a:prstGeom>
          <a:noFill/>
          <a:ln>
            <a:noFill/>
          </a:ln>
        </p:spPr>
      </p:pic>
      <p:pic>
        <p:nvPicPr>
          <p:cNvPr id="368" name="Google Shape;368;p55"/>
          <p:cNvPicPr preferRelativeResize="0"/>
          <p:nvPr/>
        </p:nvPicPr>
        <p:blipFill rotWithShape="1">
          <a:blip r:embed="rId3">
            <a:alphaModFix/>
          </a:blip>
          <a:srcRect b="0" l="0" r="0" t="0"/>
          <a:stretch/>
        </p:blipFill>
        <p:spPr>
          <a:xfrm>
            <a:off x="963263" y="4152132"/>
            <a:ext cx="742323" cy="232343"/>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Big Statement - Dark">
  <p:cSld name="BLANK_1_2">
    <p:bg>
      <p:bgPr>
        <a:solidFill>
          <a:schemeClr val="dk2"/>
        </a:solidFill>
      </p:bgPr>
    </p:bg>
    <p:spTree>
      <p:nvGrpSpPr>
        <p:cNvPr id="369" name="Shape 369"/>
        <p:cNvGrpSpPr/>
        <p:nvPr/>
      </p:nvGrpSpPr>
      <p:grpSpPr>
        <a:xfrm>
          <a:off x="0" y="0"/>
          <a:ext cx="0" cy="0"/>
          <a:chOff x="0" y="0"/>
          <a:chExt cx="0" cy="0"/>
        </a:xfrm>
      </p:grpSpPr>
      <p:pic>
        <p:nvPicPr>
          <p:cNvPr id="370" name="Google Shape;370;p56"/>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371" name="Google Shape;371;p56"/>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372" name="Google Shape;372;p56"/>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sp>
        <p:nvSpPr>
          <p:cNvPr id="373" name="Google Shape;373;p56"/>
          <p:cNvSpPr/>
          <p:nvPr/>
        </p:nvSpPr>
        <p:spPr>
          <a:xfrm>
            <a:off x="301752" y="647150"/>
            <a:ext cx="92400" cy="92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
        <p:nvSpPr>
          <p:cNvPr id="374" name="Google Shape;374;p56"/>
          <p:cNvSpPr txBox="1"/>
          <p:nvPr>
            <p:ph idx="1" type="subTitle"/>
          </p:nvPr>
        </p:nvSpPr>
        <p:spPr>
          <a:xfrm>
            <a:off x="298725" y="979998"/>
            <a:ext cx="8037000" cy="22164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1pPr>
            <a:lvl2pPr lvl="1">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2pPr>
            <a:lvl3pPr lvl="2">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3pPr>
            <a:lvl4pPr lvl="3">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4pPr>
            <a:lvl5pPr lvl="4">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5pPr>
            <a:lvl6pPr lvl="5">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6pPr>
            <a:lvl7pPr lvl="6">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7pPr>
            <a:lvl8pPr lvl="7">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8pPr>
            <a:lvl9pPr lvl="8">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9pPr>
          </a:lstStyle>
          <a:p/>
        </p:txBody>
      </p:sp>
      <p:sp>
        <p:nvSpPr>
          <p:cNvPr id="375" name="Google Shape;375;p56"/>
          <p:cNvSpPr txBox="1"/>
          <p:nvPr>
            <p:ph idx="2" type="subTitle"/>
          </p:nvPr>
        </p:nvSpPr>
        <p:spPr>
          <a:xfrm>
            <a:off x="501025" y="568550"/>
            <a:ext cx="3091800" cy="2496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900"/>
              <a:buNone/>
              <a:defRPr sz="900">
                <a:solidFill>
                  <a:schemeClr val="lt1"/>
                </a:solidFill>
              </a:defRPr>
            </a:lvl1pPr>
            <a:lvl2pPr lvl="1">
              <a:lnSpc>
                <a:spcPct val="100000"/>
              </a:lnSpc>
              <a:spcBef>
                <a:spcPts val="0"/>
              </a:spcBef>
              <a:spcAft>
                <a:spcPts val="0"/>
              </a:spcAft>
              <a:buClr>
                <a:schemeClr val="lt1"/>
              </a:buClr>
              <a:buSzPts val="900"/>
              <a:buNone/>
              <a:defRPr sz="900">
                <a:solidFill>
                  <a:schemeClr val="lt1"/>
                </a:solidFill>
              </a:defRPr>
            </a:lvl2pPr>
            <a:lvl3pPr lvl="2">
              <a:lnSpc>
                <a:spcPct val="100000"/>
              </a:lnSpc>
              <a:spcBef>
                <a:spcPts val="0"/>
              </a:spcBef>
              <a:spcAft>
                <a:spcPts val="0"/>
              </a:spcAft>
              <a:buClr>
                <a:schemeClr val="lt1"/>
              </a:buClr>
              <a:buSzPts val="900"/>
              <a:buNone/>
              <a:defRPr sz="900">
                <a:solidFill>
                  <a:schemeClr val="lt1"/>
                </a:solidFill>
              </a:defRPr>
            </a:lvl3pPr>
            <a:lvl4pPr lvl="3">
              <a:lnSpc>
                <a:spcPct val="100000"/>
              </a:lnSpc>
              <a:spcBef>
                <a:spcPts val="0"/>
              </a:spcBef>
              <a:spcAft>
                <a:spcPts val="0"/>
              </a:spcAft>
              <a:buClr>
                <a:schemeClr val="lt1"/>
              </a:buClr>
              <a:buSzPts val="900"/>
              <a:buNone/>
              <a:defRPr sz="900">
                <a:solidFill>
                  <a:schemeClr val="lt1"/>
                </a:solidFill>
              </a:defRPr>
            </a:lvl4pPr>
            <a:lvl5pPr lvl="4">
              <a:lnSpc>
                <a:spcPct val="100000"/>
              </a:lnSpc>
              <a:spcBef>
                <a:spcPts val="0"/>
              </a:spcBef>
              <a:spcAft>
                <a:spcPts val="0"/>
              </a:spcAft>
              <a:buClr>
                <a:schemeClr val="lt1"/>
              </a:buClr>
              <a:buSzPts val="900"/>
              <a:buNone/>
              <a:defRPr sz="900">
                <a:solidFill>
                  <a:schemeClr val="lt1"/>
                </a:solidFill>
              </a:defRPr>
            </a:lvl5pPr>
            <a:lvl6pPr lvl="5">
              <a:lnSpc>
                <a:spcPct val="100000"/>
              </a:lnSpc>
              <a:spcBef>
                <a:spcPts val="0"/>
              </a:spcBef>
              <a:spcAft>
                <a:spcPts val="0"/>
              </a:spcAft>
              <a:buClr>
                <a:schemeClr val="lt1"/>
              </a:buClr>
              <a:buSzPts val="900"/>
              <a:buNone/>
              <a:defRPr sz="900">
                <a:solidFill>
                  <a:schemeClr val="lt1"/>
                </a:solidFill>
              </a:defRPr>
            </a:lvl6pPr>
            <a:lvl7pPr lvl="6">
              <a:lnSpc>
                <a:spcPct val="100000"/>
              </a:lnSpc>
              <a:spcBef>
                <a:spcPts val="0"/>
              </a:spcBef>
              <a:spcAft>
                <a:spcPts val="0"/>
              </a:spcAft>
              <a:buClr>
                <a:schemeClr val="lt1"/>
              </a:buClr>
              <a:buSzPts val="900"/>
              <a:buNone/>
              <a:defRPr sz="900">
                <a:solidFill>
                  <a:schemeClr val="lt1"/>
                </a:solidFill>
              </a:defRPr>
            </a:lvl7pPr>
            <a:lvl8pPr lvl="7">
              <a:lnSpc>
                <a:spcPct val="100000"/>
              </a:lnSpc>
              <a:spcBef>
                <a:spcPts val="0"/>
              </a:spcBef>
              <a:spcAft>
                <a:spcPts val="0"/>
              </a:spcAft>
              <a:buClr>
                <a:schemeClr val="lt1"/>
              </a:buClr>
              <a:buSzPts val="900"/>
              <a:buNone/>
              <a:defRPr sz="900">
                <a:solidFill>
                  <a:schemeClr val="lt1"/>
                </a:solidFill>
              </a:defRPr>
            </a:lvl8pPr>
            <a:lvl9pPr lvl="8">
              <a:lnSpc>
                <a:spcPct val="100000"/>
              </a:lnSpc>
              <a:spcBef>
                <a:spcPts val="0"/>
              </a:spcBef>
              <a:spcAft>
                <a:spcPts val="0"/>
              </a:spcAft>
              <a:buClr>
                <a:schemeClr val="lt1"/>
              </a:buClr>
              <a:buSzPts val="900"/>
              <a:buNone/>
              <a:defRPr sz="9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Big Statement - Hyper ">
  <p:cSld name="BLANK_1_2_1">
    <p:bg>
      <p:bgPr>
        <a:solidFill>
          <a:schemeClr val="accent1"/>
        </a:solidFill>
      </p:bgPr>
    </p:bg>
    <p:spTree>
      <p:nvGrpSpPr>
        <p:cNvPr id="376" name="Shape 376"/>
        <p:cNvGrpSpPr/>
        <p:nvPr/>
      </p:nvGrpSpPr>
      <p:grpSpPr>
        <a:xfrm>
          <a:off x="0" y="0"/>
          <a:ext cx="0" cy="0"/>
          <a:chOff x="0" y="0"/>
          <a:chExt cx="0" cy="0"/>
        </a:xfrm>
      </p:grpSpPr>
      <p:pic>
        <p:nvPicPr>
          <p:cNvPr id="377" name="Google Shape;377;p57"/>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378" name="Google Shape;378;p57"/>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379" name="Google Shape;379;p57"/>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sp>
        <p:nvSpPr>
          <p:cNvPr id="380" name="Google Shape;380;p57"/>
          <p:cNvSpPr/>
          <p:nvPr/>
        </p:nvSpPr>
        <p:spPr>
          <a:xfrm>
            <a:off x="301752" y="647150"/>
            <a:ext cx="92400" cy="92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
        <p:nvSpPr>
          <p:cNvPr id="381" name="Google Shape;381;p57"/>
          <p:cNvSpPr txBox="1"/>
          <p:nvPr>
            <p:ph idx="1" type="subTitle"/>
          </p:nvPr>
        </p:nvSpPr>
        <p:spPr>
          <a:xfrm>
            <a:off x="298725" y="979998"/>
            <a:ext cx="8037000" cy="22164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1pPr>
            <a:lvl2pPr lvl="1">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2pPr>
            <a:lvl3pPr lvl="2">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3pPr>
            <a:lvl4pPr lvl="3">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4pPr>
            <a:lvl5pPr lvl="4">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5pPr>
            <a:lvl6pPr lvl="5">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6pPr>
            <a:lvl7pPr lvl="6">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7pPr>
            <a:lvl8pPr lvl="7">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8pPr>
            <a:lvl9pPr lvl="8">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9pPr>
          </a:lstStyle>
          <a:p/>
        </p:txBody>
      </p:sp>
      <p:sp>
        <p:nvSpPr>
          <p:cNvPr id="382" name="Google Shape;382;p57"/>
          <p:cNvSpPr txBox="1"/>
          <p:nvPr>
            <p:ph idx="2" type="subTitle"/>
          </p:nvPr>
        </p:nvSpPr>
        <p:spPr>
          <a:xfrm>
            <a:off x="501025" y="568550"/>
            <a:ext cx="3091800" cy="2496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900"/>
              <a:buNone/>
              <a:defRPr sz="900">
                <a:solidFill>
                  <a:schemeClr val="lt1"/>
                </a:solidFill>
              </a:defRPr>
            </a:lvl1pPr>
            <a:lvl2pPr lvl="1">
              <a:lnSpc>
                <a:spcPct val="100000"/>
              </a:lnSpc>
              <a:spcBef>
                <a:spcPts val="0"/>
              </a:spcBef>
              <a:spcAft>
                <a:spcPts val="0"/>
              </a:spcAft>
              <a:buClr>
                <a:schemeClr val="lt1"/>
              </a:buClr>
              <a:buSzPts val="900"/>
              <a:buNone/>
              <a:defRPr sz="900">
                <a:solidFill>
                  <a:schemeClr val="lt1"/>
                </a:solidFill>
              </a:defRPr>
            </a:lvl2pPr>
            <a:lvl3pPr lvl="2">
              <a:lnSpc>
                <a:spcPct val="100000"/>
              </a:lnSpc>
              <a:spcBef>
                <a:spcPts val="0"/>
              </a:spcBef>
              <a:spcAft>
                <a:spcPts val="0"/>
              </a:spcAft>
              <a:buClr>
                <a:schemeClr val="lt1"/>
              </a:buClr>
              <a:buSzPts val="900"/>
              <a:buNone/>
              <a:defRPr sz="900">
                <a:solidFill>
                  <a:schemeClr val="lt1"/>
                </a:solidFill>
              </a:defRPr>
            </a:lvl3pPr>
            <a:lvl4pPr lvl="3">
              <a:lnSpc>
                <a:spcPct val="100000"/>
              </a:lnSpc>
              <a:spcBef>
                <a:spcPts val="0"/>
              </a:spcBef>
              <a:spcAft>
                <a:spcPts val="0"/>
              </a:spcAft>
              <a:buClr>
                <a:schemeClr val="lt1"/>
              </a:buClr>
              <a:buSzPts val="900"/>
              <a:buNone/>
              <a:defRPr sz="900">
                <a:solidFill>
                  <a:schemeClr val="lt1"/>
                </a:solidFill>
              </a:defRPr>
            </a:lvl4pPr>
            <a:lvl5pPr lvl="4">
              <a:lnSpc>
                <a:spcPct val="100000"/>
              </a:lnSpc>
              <a:spcBef>
                <a:spcPts val="0"/>
              </a:spcBef>
              <a:spcAft>
                <a:spcPts val="0"/>
              </a:spcAft>
              <a:buClr>
                <a:schemeClr val="lt1"/>
              </a:buClr>
              <a:buSzPts val="900"/>
              <a:buNone/>
              <a:defRPr sz="900">
                <a:solidFill>
                  <a:schemeClr val="lt1"/>
                </a:solidFill>
              </a:defRPr>
            </a:lvl5pPr>
            <a:lvl6pPr lvl="5">
              <a:lnSpc>
                <a:spcPct val="100000"/>
              </a:lnSpc>
              <a:spcBef>
                <a:spcPts val="0"/>
              </a:spcBef>
              <a:spcAft>
                <a:spcPts val="0"/>
              </a:spcAft>
              <a:buClr>
                <a:schemeClr val="lt1"/>
              </a:buClr>
              <a:buSzPts val="900"/>
              <a:buNone/>
              <a:defRPr sz="900">
                <a:solidFill>
                  <a:schemeClr val="lt1"/>
                </a:solidFill>
              </a:defRPr>
            </a:lvl6pPr>
            <a:lvl7pPr lvl="6">
              <a:lnSpc>
                <a:spcPct val="100000"/>
              </a:lnSpc>
              <a:spcBef>
                <a:spcPts val="0"/>
              </a:spcBef>
              <a:spcAft>
                <a:spcPts val="0"/>
              </a:spcAft>
              <a:buClr>
                <a:schemeClr val="lt1"/>
              </a:buClr>
              <a:buSzPts val="900"/>
              <a:buNone/>
              <a:defRPr sz="900">
                <a:solidFill>
                  <a:schemeClr val="lt1"/>
                </a:solidFill>
              </a:defRPr>
            </a:lvl7pPr>
            <a:lvl8pPr lvl="7">
              <a:lnSpc>
                <a:spcPct val="100000"/>
              </a:lnSpc>
              <a:spcBef>
                <a:spcPts val="0"/>
              </a:spcBef>
              <a:spcAft>
                <a:spcPts val="0"/>
              </a:spcAft>
              <a:buClr>
                <a:schemeClr val="lt1"/>
              </a:buClr>
              <a:buSzPts val="900"/>
              <a:buNone/>
              <a:defRPr sz="900">
                <a:solidFill>
                  <a:schemeClr val="lt1"/>
                </a:solidFill>
              </a:defRPr>
            </a:lvl8pPr>
            <a:lvl9pPr lvl="8">
              <a:lnSpc>
                <a:spcPct val="100000"/>
              </a:lnSpc>
              <a:spcBef>
                <a:spcPts val="0"/>
              </a:spcBef>
              <a:spcAft>
                <a:spcPts val="0"/>
              </a:spcAft>
              <a:buClr>
                <a:schemeClr val="lt1"/>
              </a:buClr>
              <a:buSzPts val="900"/>
              <a:buNone/>
              <a:defRPr sz="900">
                <a:solidFill>
                  <a:schemeClr val="lt1"/>
                </a:solidFill>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Big Statement - Red 1">
  <p:cSld name="BLANK_1_2_1_1">
    <p:bg>
      <p:bgPr>
        <a:solidFill>
          <a:schemeClr val="lt1"/>
        </a:solidFill>
      </p:bgPr>
    </p:bg>
    <p:spTree>
      <p:nvGrpSpPr>
        <p:cNvPr id="383" name="Shape 383"/>
        <p:cNvGrpSpPr/>
        <p:nvPr/>
      </p:nvGrpSpPr>
      <p:grpSpPr>
        <a:xfrm>
          <a:off x="0" y="0"/>
          <a:ext cx="0" cy="0"/>
          <a:chOff x="0" y="0"/>
          <a:chExt cx="0" cy="0"/>
        </a:xfrm>
      </p:grpSpPr>
      <p:sp>
        <p:nvSpPr>
          <p:cNvPr id="384" name="Google Shape;384;p58"/>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sp>
        <p:nvSpPr>
          <p:cNvPr id="385" name="Google Shape;385;p58"/>
          <p:cNvSpPr/>
          <p:nvPr/>
        </p:nvSpPr>
        <p:spPr>
          <a:xfrm>
            <a:off x="301752" y="647150"/>
            <a:ext cx="92400" cy="92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Mono"/>
              <a:ea typeface="Space Mono"/>
              <a:cs typeface="Space Mono"/>
              <a:sym typeface="Space Mono"/>
            </a:endParaRPr>
          </a:p>
        </p:txBody>
      </p:sp>
      <p:sp>
        <p:nvSpPr>
          <p:cNvPr id="386" name="Google Shape;386;p58"/>
          <p:cNvSpPr txBox="1"/>
          <p:nvPr>
            <p:ph idx="1" type="subTitle"/>
          </p:nvPr>
        </p:nvSpPr>
        <p:spPr>
          <a:xfrm>
            <a:off x="298725" y="979998"/>
            <a:ext cx="8037000" cy="2216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4400"/>
              <a:buFont typeface="Space Grotesk"/>
              <a:buNone/>
              <a:defRPr sz="4400">
                <a:latin typeface="Space Grotesk"/>
                <a:ea typeface="Space Grotesk"/>
                <a:cs typeface="Space Grotesk"/>
                <a:sym typeface="Space Grotesk"/>
              </a:defRPr>
            </a:lvl1pPr>
            <a:lvl2pPr lvl="1">
              <a:lnSpc>
                <a:spcPct val="100000"/>
              </a:lnSpc>
              <a:spcBef>
                <a:spcPts val="0"/>
              </a:spcBef>
              <a:spcAft>
                <a:spcPts val="0"/>
              </a:spcAft>
              <a:buSzPts val="4400"/>
              <a:buFont typeface="Space Grotesk"/>
              <a:buNone/>
              <a:defRPr sz="4400">
                <a:latin typeface="Space Grotesk"/>
                <a:ea typeface="Space Grotesk"/>
                <a:cs typeface="Space Grotesk"/>
                <a:sym typeface="Space Grotesk"/>
              </a:defRPr>
            </a:lvl2pPr>
            <a:lvl3pPr lvl="2">
              <a:lnSpc>
                <a:spcPct val="100000"/>
              </a:lnSpc>
              <a:spcBef>
                <a:spcPts val="0"/>
              </a:spcBef>
              <a:spcAft>
                <a:spcPts val="0"/>
              </a:spcAft>
              <a:buSzPts val="4400"/>
              <a:buFont typeface="Space Grotesk"/>
              <a:buNone/>
              <a:defRPr sz="4400">
                <a:latin typeface="Space Grotesk"/>
                <a:ea typeface="Space Grotesk"/>
                <a:cs typeface="Space Grotesk"/>
                <a:sym typeface="Space Grotesk"/>
              </a:defRPr>
            </a:lvl3pPr>
            <a:lvl4pPr lvl="3">
              <a:lnSpc>
                <a:spcPct val="100000"/>
              </a:lnSpc>
              <a:spcBef>
                <a:spcPts val="0"/>
              </a:spcBef>
              <a:spcAft>
                <a:spcPts val="0"/>
              </a:spcAft>
              <a:buSzPts val="4400"/>
              <a:buFont typeface="Space Grotesk"/>
              <a:buNone/>
              <a:defRPr sz="4400">
                <a:latin typeface="Space Grotesk"/>
                <a:ea typeface="Space Grotesk"/>
                <a:cs typeface="Space Grotesk"/>
                <a:sym typeface="Space Grotesk"/>
              </a:defRPr>
            </a:lvl4pPr>
            <a:lvl5pPr lvl="4">
              <a:lnSpc>
                <a:spcPct val="100000"/>
              </a:lnSpc>
              <a:spcBef>
                <a:spcPts val="0"/>
              </a:spcBef>
              <a:spcAft>
                <a:spcPts val="0"/>
              </a:spcAft>
              <a:buSzPts val="4400"/>
              <a:buFont typeface="Space Grotesk"/>
              <a:buNone/>
              <a:defRPr sz="4400">
                <a:latin typeface="Space Grotesk"/>
                <a:ea typeface="Space Grotesk"/>
                <a:cs typeface="Space Grotesk"/>
                <a:sym typeface="Space Grotesk"/>
              </a:defRPr>
            </a:lvl5pPr>
            <a:lvl6pPr lvl="5">
              <a:lnSpc>
                <a:spcPct val="100000"/>
              </a:lnSpc>
              <a:spcBef>
                <a:spcPts val="0"/>
              </a:spcBef>
              <a:spcAft>
                <a:spcPts val="0"/>
              </a:spcAft>
              <a:buSzPts val="4400"/>
              <a:buFont typeface="Space Grotesk"/>
              <a:buNone/>
              <a:defRPr sz="4400">
                <a:latin typeface="Space Grotesk"/>
                <a:ea typeface="Space Grotesk"/>
                <a:cs typeface="Space Grotesk"/>
                <a:sym typeface="Space Grotesk"/>
              </a:defRPr>
            </a:lvl6pPr>
            <a:lvl7pPr lvl="6">
              <a:lnSpc>
                <a:spcPct val="100000"/>
              </a:lnSpc>
              <a:spcBef>
                <a:spcPts val="0"/>
              </a:spcBef>
              <a:spcAft>
                <a:spcPts val="0"/>
              </a:spcAft>
              <a:buSzPts val="4400"/>
              <a:buFont typeface="Space Grotesk"/>
              <a:buNone/>
              <a:defRPr sz="4400">
                <a:latin typeface="Space Grotesk"/>
                <a:ea typeface="Space Grotesk"/>
                <a:cs typeface="Space Grotesk"/>
                <a:sym typeface="Space Grotesk"/>
              </a:defRPr>
            </a:lvl7pPr>
            <a:lvl8pPr lvl="7">
              <a:lnSpc>
                <a:spcPct val="100000"/>
              </a:lnSpc>
              <a:spcBef>
                <a:spcPts val="0"/>
              </a:spcBef>
              <a:spcAft>
                <a:spcPts val="0"/>
              </a:spcAft>
              <a:buSzPts val="4400"/>
              <a:buFont typeface="Space Grotesk"/>
              <a:buNone/>
              <a:defRPr sz="4400">
                <a:latin typeface="Space Grotesk"/>
                <a:ea typeface="Space Grotesk"/>
                <a:cs typeface="Space Grotesk"/>
                <a:sym typeface="Space Grotesk"/>
              </a:defRPr>
            </a:lvl8pPr>
            <a:lvl9pPr lvl="8">
              <a:lnSpc>
                <a:spcPct val="100000"/>
              </a:lnSpc>
              <a:spcBef>
                <a:spcPts val="0"/>
              </a:spcBef>
              <a:spcAft>
                <a:spcPts val="0"/>
              </a:spcAft>
              <a:buSzPts val="4400"/>
              <a:buFont typeface="Space Grotesk"/>
              <a:buNone/>
              <a:defRPr sz="4400">
                <a:latin typeface="Space Grotesk"/>
                <a:ea typeface="Space Grotesk"/>
                <a:cs typeface="Space Grotesk"/>
                <a:sym typeface="Space Grotesk"/>
              </a:defRPr>
            </a:lvl9pPr>
          </a:lstStyle>
          <a:p/>
        </p:txBody>
      </p:sp>
      <p:sp>
        <p:nvSpPr>
          <p:cNvPr id="387" name="Google Shape;387;p58"/>
          <p:cNvSpPr txBox="1"/>
          <p:nvPr>
            <p:ph idx="2" type="subTitle"/>
          </p:nvPr>
        </p:nvSpPr>
        <p:spPr>
          <a:xfrm>
            <a:off x="501025" y="568550"/>
            <a:ext cx="3091800" cy="2496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388" name="Google Shape;388;p58"/>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rgbClr val="B9C2C6"/>
                </a:solidFill>
                <a:latin typeface="Space Grotesk"/>
                <a:ea typeface="Space Grotesk"/>
                <a:cs typeface="Space Grotesk"/>
                <a:sym typeface="Space Grotesk"/>
              </a:rPr>
              <a:t>ⓒ </a:t>
            </a:r>
            <a:r>
              <a:rPr i="0" lang="en" sz="500" u="none" cap="none" strike="noStrike">
                <a:solidFill>
                  <a:srgbClr val="B9C2C6"/>
                </a:solidFill>
                <a:latin typeface="Space Grotesk"/>
                <a:ea typeface="Space Grotesk"/>
                <a:cs typeface="Space Grotesk"/>
                <a:sym typeface="Space Grotesk"/>
              </a:rPr>
              <a:t>202</a:t>
            </a:r>
            <a:r>
              <a:rPr lang="en" sz="500">
                <a:solidFill>
                  <a:srgbClr val="B9C2C6"/>
                </a:solidFill>
                <a:latin typeface="Space Grotesk"/>
                <a:ea typeface="Space Grotesk"/>
                <a:cs typeface="Space Grotesk"/>
                <a:sym typeface="Space Grotesk"/>
              </a:rPr>
              <a:t>4</a:t>
            </a:r>
            <a:r>
              <a:rPr i="0" lang="en" sz="500" u="none" cap="none" strike="noStrike">
                <a:solidFill>
                  <a:srgbClr val="B9C2C6"/>
                </a:solidFill>
                <a:latin typeface="Space Grotesk"/>
                <a:ea typeface="Space Grotesk"/>
                <a:cs typeface="Space Grotesk"/>
                <a:sym typeface="Space Grotesk"/>
              </a:rPr>
              <a:t> </a:t>
            </a:r>
            <a:r>
              <a:rPr lang="en" sz="500">
                <a:solidFill>
                  <a:srgbClr val="B9C2C6"/>
                </a:solidFill>
                <a:latin typeface="Space Grotesk"/>
                <a:ea typeface="Space Grotesk"/>
                <a:cs typeface="Space Grotesk"/>
                <a:sym typeface="Space Grotesk"/>
              </a:rPr>
              <a:t>Redis Ltd.</a:t>
            </a:r>
            <a:r>
              <a:rPr i="0" lang="en" sz="500" u="none" cap="none" strike="noStrike">
                <a:solidFill>
                  <a:srgbClr val="B9C2C6"/>
                </a:solidFill>
                <a:latin typeface="Space Grotesk"/>
                <a:ea typeface="Space Grotesk"/>
                <a:cs typeface="Space Grotesk"/>
                <a:sym typeface="Space Grotesk"/>
              </a:rPr>
              <a:t> All rights reserved.</a:t>
            </a:r>
            <a:endParaRPr i="0" sz="1300" u="none" cap="none" strike="noStrike">
              <a:solidFill>
                <a:srgbClr val="B9C2C6"/>
              </a:solidFill>
              <a:latin typeface="Space Grotesk"/>
              <a:ea typeface="Space Grotesk"/>
              <a:cs typeface="Space Grotesk"/>
              <a:sym typeface="Space Grotesk"/>
            </a:endParaRPr>
          </a:p>
        </p:txBody>
      </p:sp>
      <p:pic>
        <p:nvPicPr>
          <p:cNvPr id="389" name="Google Shape;389;p58"/>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Texture Tagline - Dark">
  <p:cSld name="BLANK_1_1">
    <p:bg>
      <p:bgPr>
        <a:solidFill>
          <a:schemeClr val="dk2"/>
        </a:solidFill>
      </p:bgPr>
    </p:bg>
    <p:spTree>
      <p:nvGrpSpPr>
        <p:cNvPr id="390" name="Shape 390"/>
        <p:cNvGrpSpPr/>
        <p:nvPr/>
      </p:nvGrpSpPr>
      <p:grpSpPr>
        <a:xfrm>
          <a:off x="0" y="0"/>
          <a:ext cx="0" cy="0"/>
          <a:chOff x="0" y="0"/>
          <a:chExt cx="0" cy="0"/>
        </a:xfrm>
      </p:grpSpPr>
      <p:pic>
        <p:nvPicPr>
          <p:cNvPr id="391" name="Google Shape;391;p59"/>
          <p:cNvPicPr preferRelativeResize="0"/>
          <p:nvPr/>
        </p:nvPicPr>
        <p:blipFill>
          <a:blip r:embed="rId2">
            <a:alphaModFix/>
          </a:blip>
          <a:stretch>
            <a:fillRect/>
          </a:stretch>
        </p:blipFill>
        <p:spPr>
          <a:xfrm>
            <a:off x="0" y="-5175"/>
            <a:ext cx="9144000" cy="5143506"/>
          </a:xfrm>
          <a:prstGeom prst="rect">
            <a:avLst/>
          </a:prstGeom>
          <a:noFill/>
          <a:ln>
            <a:noFill/>
          </a:ln>
        </p:spPr>
      </p:pic>
      <p:grpSp>
        <p:nvGrpSpPr>
          <p:cNvPr id="392" name="Google Shape;392;p59"/>
          <p:cNvGrpSpPr/>
          <p:nvPr/>
        </p:nvGrpSpPr>
        <p:grpSpPr>
          <a:xfrm>
            <a:off x="1942026" y="2177798"/>
            <a:ext cx="5259945" cy="797231"/>
            <a:chOff x="2029611" y="2764702"/>
            <a:chExt cx="7774084" cy="1178290"/>
          </a:xfrm>
        </p:grpSpPr>
        <p:sp>
          <p:nvSpPr>
            <p:cNvPr id="393" name="Google Shape;393;p59"/>
            <p:cNvSpPr/>
            <p:nvPr/>
          </p:nvSpPr>
          <p:spPr>
            <a:xfrm>
              <a:off x="2029611" y="2764702"/>
              <a:ext cx="441770" cy="1178150"/>
            </a:xfrm>
            <a:custGeom>
              <a:rect b="b" l="l" r="r" t="t"/>
              <a:pathLst>
                <a:path extrusionOk="0" h="1178150" w="441770">
                  <a:moveTo>
                    <a:pt x="61365" y="1103001"/>
                  </a:moveTo>
                  <a:cubicBezTo>
                    <a:pt x="20432" y="1052855"/>
                    <a:pt x="0" y="987890"/>
                    <a:pt x="0" y="908247"/>
                  </a:cubicBezTo>
                  <a:cubicBezTo>
                    <a:pt x="0" y="855853"/>
                    <a:pt x="5476" y="812239"/>
                    <a:pt x="16359" y="777333"/>
                  </a:cubicBezTo>
                  <a:lnTo>
                    <a:pt x="179952" y="777333"/>
                  </a:lnTo>
                  <a:cubicBezTo>
                    <a:pt x="174475" y="812239"/>
                    <a:pt x="171737" y="844967"/>
                    <a:pt x="171737" y="875518"/>
                  </a:cubicBezTo>
                  <a:cubicBezTo>
                    <a:pt x="171737" y="927912"/>
                    <a:pt x="175528" y="966891"/>
                    <a:pt x="183182" y="992526"/>
                  </a:cubicBezTo>
                  <a:cubicBezTo>
                    <a:pt x="190764" y="1018161"/>
                    <a:pt x="203332" y="1031013"/>
                    <a:pt x="220815" y="1031013"/>
                  </a:cubicBezTo>
                  <a:cubicBezTo>
                    <a:pt x="236051" y="1031013"/>
                    <a:pt x="246723" y="1022866"/>
                    <a:pt x="252691" y="1006502"/>
                  </a:cubicBezTo>
                  <a:cubicBezTo>
                    <a:pt x="258659" y="990138"/>
                    <a:pt x="261678" y="962326"/>
                    <a:pt x="261678" y="923066"/>
                  </a:cubicBezTo>
                  <a:cubicBezTo>
                    <a:pt x="261678" y="875097"/>
                    <a:pt x="252129" y="831412"/>
                    <a:pt x="233032" y="792152"/>
                  </a:cubicBezTo>
                  <a:cubicBezTo>
                    <a:pt x="213934" y="752892"/>
                    <a:pt x="184235" y="705415"/>
                    <a:pt x="143863" y="649791"/>
                  </a:cubicBezTo>
                  <a:cubicBezTo>
                    <a:pt x="96962" y="586512"/>
                    <a:pt x="61224" y="528991"/>
                    <a:pt x="36721" y="477160"/>
                  </a:cubicBezTo>
                  <a:cubicBezTo>
                    <a:pt x="12287" y="425258"/>
                    <a:pt x="0" y="364366"/>
                    <a:pt x="0" y="294555"/>
                  </a:cubicBezTo>
                  <a:cubicBezTo>
                    <a:pt x="0" y="204025"/>
                    <a:pt x="19870" y="132318"/>
                    <a:pt x="59750" y="79363"/>
                  </a:cubicBezTo>
                  <a:cubicBezTo>
                    <a:pt x="99490" y="26478"/>
                    <a:pt x="153201" y="0"/>
                    <a:pt x="220885" y="0"/>
                  </a:cubicBezTo>
                  <a:cubicBezTo>
                    <a:pt x="288569" y="0"/>
                    <a:pt x="339472" y="25143"/>
                    <a:pt x="380405" y="75289"/>
                  </a:cubicBezTo>
                  <a:cubicBezTo>
                    <a:pt x="421339" y="125505"/>
                    <a:pt x="441770" y="190400"/>
                    <a:pt x="441770" y="270044"/>
                  </a:cubicBezTo>
                  <a:cubicBezTo>
                    <a:pt x="441770" y="322437"/>
                    <a:pt x="436294" y="366052"/>
                    <a:pt x="425411" y="400957"/>
                  </a:cubicBezTo>
                  <a:lnTo>
                    <a:pt x="261818" y="400957"/>
                  </a:lnTo>
                  <a:cubicBezTo>
                    <a:pt x="267295" y="366052"/>
                    <a:pt x="269963" y="333323"/>
                    <a:pt x="269963" y="302772"/>
                  </a:cubicBezTo>
                  <a:cubicBezTo>
                    <a:pt x="269963" y="250379"/>
                    <a:pt x="266101" y="211400"/>
                    <a:pt x="258518" y="185765"/>
                  </a:cubicBezTo>
                  <a:cubicBezTo>
                    <a:pt x="250865" y="160130"/>
                    <a:pt x="238297" y="147278"/>
                    <a:pt x="220885" y="147278"/>
                  </a:cubicBezTo>
                  <a:cubicBezTo>
                    <a:pt x="205579" y="147278"/>
                    <a:pt x="194977" y="155073"/>
                    <a:pt x="189009" y="170665"/>
                  </a:cubicBezTo>
                  <a:cubicBezTo>
                    <a:pt x="182971" y="186257"/>
                    <a:pt x="180022" y="212734"/>
                    <a:pt x="180022" y="250168"/>
                  </a:cubicBezTo>
                  <a:cubicBezTo>
                    <a:pt x="180022" y="295890"/>
                    <a:pt x="189571" y="337467"/>
                    <a:pt x="208668" y="374901"/>
                  </a:cubicBezTo>
                  <a:cubicBezTo>
                    <a:pt x="227766" y="412335"/>
                    <a:pt x="257465" y="457565"/>
                    <a:pt x="297837" y="510520"/>
                  </a:cubicBezTo>
                  <a:cubicBezTo>
                    <a:pt x="344738" y="575555"/>
                    <a:pt x="380475" y="634691"/>
                    <a:pt x="404979" y="687927"/>
                  </a:cubicBezTo>
                  <a:cubicBezTo>
                    <a:pt x="429483" y="741164"/>
                    <a:pt x="441770" y="803741"/>
                    <a:pt x="441770" y="875448"/>
                  </a:cubicBezTo>
                  <a:cubicBezTo>
                    <a:pt x="441770" y="968506"/>
                    <a:pt x="421830" y="1042250"/>
                    <a:pt x="382020" y="1096610"/>
                  </a:cubicBezTo>
                  <a:cubicBezTo>
                    <a:pt x="342210" y="1150970"/>
                    <a:pt x="288499" y="1178150"/>
                    <a:pt x="220885" y="1178150"/>
                  </a:cubicBezTo>
                  <a:cubicBezTo>
                    <a:pt x="153271" y="1178150"/>
                    <a:pt x="102298" y="1153077"/>
                    <a:pt x="61365" y="110286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4" name="Google Shape;394;p59"/>
            <p:cNvSpPr/>
            <p:nvPr/>
          </p:nvSpPr>
          <p:spPr>
            <a:xfrm>
              <a:off x="2544892" y="2781066"/>
              <a:ext cx="368118" cy="1145562"/>
            </a:xfrm>
            <a:custGeom>
              <a:rect b="b" l="l" r="r" t="t"/>
              <a:pathLst>
                <a:path extrusionOk="0" h="1145562" w="368118">
                  <a:moveTo>
                    <a:pt x="368118" y="1145562"/>
                  </a:moveTo>
                  <a:lnTo>
                    <a:pt x="0" y="1145562"/>
                  </a:lnTo>
                  <a:lnTo>
                    <a:pt x="0" y="0"/>
                  </a:lnTo>
                  <a:lnTo>
                    <a:pt x="368118" y="0"/>
                  </a:lnTo>
                  <a:lnTo>
                    <a:pt x="368118" y="163642"/>
                  </a:lnTo>
                  <a:lnTo>
                    <a:pt x="179952" y="163642"/>
                  </a:lnTo>
                  <a:lnTo>
                    <a:pt x="179952" y="482778"/>
                  </a:lnTo>
                  <a:lnTo>
                    <a:pt x="319041" y="482778"/>
                  </a:lnTo>
                  <a:lnTo>
                    <a:pt x="319041" y="646420"/>
                  </a:lnTo>
                  <a:lnTo>
                    <a:pt x="179952" y="646420"/>
                  </a:lnTo>
                  <a:lnTo>
                    <a:pt x="179952" y="981921"/>
                  </a:lnTo>
                  <a:lnTo>
                    <a:pt x="368118" y="981921"/>
                  </a:lnTo>
                  <a:lnTo>
                    <a:pt x="368118"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5" name="Google Shape;395;p59"/>
            <p:cNvSpPr/>
            <p:nvPr/>
          </p:nvSpPr>
          <p:spPr>
            <a:xfrm>
              <a:off x="2978447" y="2781066"/>
              <a:ext cx="368118" cy="1145562"/>
            </a:xfrm>
            <a:custGeom>
              <a:rect b="b" l="l" r="r" t="t"/>
              <a:pathLst>
                <a:path extrusionOk="0" h="1145562" w="368118">
                  <a:moveTo>
                    <a:pt x="368118" y="1145562"/>
                  </a:moveTo>
                  <a:lnTo>
                    <a:pt x="0" y="1145562"/>
                  </a:lnTo>
                  <a:lnTo>
                    <a:pt x="0" y="0"/>
                  </a:lnTo>
                  <a:lnTo>
                    <a:pt x="368118" y="0"/>
                  </a:lnTo>
                  <a:lnTo>
                    <a:pt x="368118" y="163642"/>
                  </a:lnTo>
                  <a:lnTo>
                    <a:pt x="179952" y="163642"/>
                  </a:lnTo>
                  <a:lnTo>
                    <a:pt x="179952" y="482778"/>
                  </a:lnTo>
                  <a:lnTo>
                    <a:pt x="319041" y="482778"/>
                  </a:lnTo>
                  <a:lnTo>
                    <a:pt x="319041" y="646420"/>
                  </a:lnTo>
                  <a:lnTo>
                    <a:pt x="179952" y="646420"/>
                  </a:lnTo>
                  <a:lnTo>
                    <a:pt x="179952" y="981921"/>
                  </a:lnTo>
                  <a:lnTo>
                    <a:pt x="368118" y="981921"/>
                  </a:lnTo>
                  <a:lnTo>
                    <a:pt x="368118"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6" name="Google Shape;396;p59"/>
            <p:cNvSpPr/>
            <p:nvPr/>
          </p:nvSpPr>
          <p:spPr>
            <a:xfrm>
              <a:off x="3614913" y="2781066"/>
              <a:ext cx="441699" cy="1145562"/>
            </a:xfrm>
            <a:custGeom>
              <a:rect b="b" l="l" r="r" t="t"/>
              <a:pathLst>
                <a:path extrusionOk="0" h="1145562" w="441699">
                  <a:moveTo>
                    <a:pt x="179952" y="1145562"/>
                  </a:moveTo>
                  <a:lnTo>
                    <a:pt x="0" y="1145562"/>
                  </a:lnTo>
                  <a:lnTo>
                    <a:pt x="0" y="0"/>
                  </a:lnTo>
                  <a:lnTo>
                    <a:pt x="179952" y="0"/>
                  </a:lnTo>
                  <a:lnTo>
                    <a:pt x="179952" y="490925"/>
                  </a:lnTo>
                  <a:lnTo>
                    <a:pt x="261748" y="490925"/>
                  </a:lnTo>
                  <a:lnTo>
                    <a:pt x="261748" y="0"/>
                  </a:lnTo>
                  <a:lnTo>
                    <a:pt x="441700" y="0"/>
                  </a:lnTo>
                  <a:lnTo>
                    <a:pt x="441700" y="1145562"/>
                  </a:lnTo>
                  <a:lnTo>
                    <a:pt x="261748" y="1145562"/>
                  </a:lnTo>
                  <a:lnTo>
                    <a:pt x="261748" y="654637"/>
                  </a:lnTo>
                  <a:lnTo>
                    <a:pt x="179952" y="654637"/>
                  </a:lnTo>
                  <a:lnTo>
                    <a:pt x="179952"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7" name="Google Shape;397;p59"/>
            <p:cNvSpPr/>
            <p:nvPr/>
          </p:nvSpPr>
          <p:spPr>
            <a:xfrm>
              <a:off x="4138409" y="2764702"/>
              <a:ext cx="490777" cy="1178220"/>
            </a:xfrm>
            <a:custGeom>
              <a:rect b="b" l="l" r="r" t="t"/>
              <a:pathLst>
                <a:path extrusionOk="0" h="1178220" w="490777">
                  <a:moveTo>
                    <a:pt x="60522" y="1033401"/>
                  </a:moveTo>
                  <a:cubicBezTo>
                    <a:pt x="20151" y="936831"/>
                    <a:pt x="0" y="788711"/>
                    <a:pt x="0" y="589110"/>
                  </a:cubicBezTo>
                  <a:cubicBezTo>
                    <a:pt x="0" y="389509"/>
                    <a:pt x="20151" y="241389"/>
                    <a:pt x="60522" y="144819"/>
                  </a:cubicBezTo>
                  <a:cubicBezTo>
                    <a:pt x="100894" y="48250"/>
                    <a:pt x="162469" y="0"/>
                    <a:pt x="245389" y="0"/>
                  </a:cubicBezTo>
                  <a:cubicBezTo>
                    <a:pt x="328308" y="0"/>
                    <a:pt x="389884" y="48250"/>
                    <a:pt x="430255" y="144819"/>
                  </a:cubicBezTo>
                  <a:cubicBezTo>
                    <a:pt x="470627" y="241389"/>
                    <a:pt x="490778" y="389509"/>
                    <a:pt x="490778" y="589110"/>
                  </a:cubicBezTo>
                  <a:cubicBezTo>
                    <a:pt x="490778" y="788711"/>
                    <a:pt x="470557" y="936831"/>
                    <a:pt x="430255" y="1033401"/>
                  </a:cubicBezTo>
                  <a:cubicBezTo>
                    <a:pt x="389884" y="1129971"/>
                    <a:pt x="328238" y="1178220"/>
                    <a:pt x="245389" y="1178220"/>
                  </a:cubicBezTo>
                  <a:cubicBezTo>
                    <a:pt x="162539" y="1178220"/>
                    <a:pt x="100894" y="1129971"/>
                    <a:pt x="60522" y="1033401"/>
                  </a:cubicBezTo>
                  <a:close/>
                  <a:moveTo>
                    <a:pt x="283794" y="931985"/>
                  </a:moveTo>
                  <a:cubicBezTo>
                    <a:pt x="290886" y="865967"/>
                    <a:pt x="294396" y="751698"/>
                    <a:pt x="294396" y="589110"/>
                  </a:cubicBezTo>
                  <a:cubicBezTo>
                    <a:pt x="294396" y="426522"/>
                    <a:pt x="290815" y="312324"/>
                    <a:pt x="283794" y="246235"/>
                  </a:cubicBezTo>
                  <a:cubicBezTo>
                    <a:pt x="276703" y="180217"/>
                    <a:pt x="263854" y="147207"/>
                    <a:pt x="245319" y="147207"/>
                  </a:cubicBezTo>
                  <a:cubicBezTo>
                    <a:pt x="226783" y="147207"/>
                    <a:pt x="213934" y="180217"/>
                    <a:pt x="206843" y="246235"/>
                  </a:cubicBezTo>
                  <a:cubicBezTo>
                    <a:pt x="199751" y="312254"/>
                    <a:pt x="196241" y="426522"/>
                    <a:pt x="196241" y="589110"/>
                  </a:cubicBezTo>
                  <a:cubicBezTo>
                    <a:pt x="196241" y="751698"/>
                    <a:pt x="199751" y="865967"/>
                    <a:pt x="206843" y="931985"/>
                  </a:cubicBezTo>
                  <a:cubicBezTo>
                    <a:pt x="213934" y="998004"/>
                    <a:pt x="226713" y="1031013"/>
                    <a:pt x="245319" y="1031013"/>
                  </a:cubicBezTo>
                  <a:cubicBezTo>
                    <a:pt x="263925" y="1031013"/>
                    <a:pt x="276633" y="998004"/>
                    <a:pt x="283794" y="93198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8" name="Google Shape;398;p59"/>
            <p:cNvSpPr/>
            <p:nvPr/>
          </p:nvSpPr>
          <p:spPr>
            <a:xfrm>
              <a:off x="4694554" y="2781066"/>
              <a:ext cx="670869" cy="1145562"/>
            </a:xfrm>
            <a:custGeom>
              <a:rect b="b" l="l" r="r" t="t"/>
              <a:pathLst>
                <a:path extrusionOk="0" h="1145562" w="670869">
                  <a:moveTo>
                    <a:pt x="269963" y="1145562"/>
                  </a:moveTo>
                  <a:lnTo>
                    <a:pt x="40933" y="1145562"/>
                  </a:lnTo>
                  <a:lnTo>
                    <a:pt x="0" y="0"/>
                  </a:lnTo>
                  <a:lnTo>
                    <a:pt x="188166" y="0"/>
                  </a:lnTo>
                  <a:lnTo>
                    <a:pt x="163592" y="957339"/>
                  </a:lnTo>
                  <a:lnTo>
                    <a:pt x="188166" y="957339"/>
                  </a:lnTo>
                  <a:lnTo>
                    <a:pt x="261818" y="327283"/>
                  </a:lnTo>
                  <a:lnTo>
                    <a:pt x="409052" y="327283"/>
                  </a:lnTo>
                  <a:lnTo>
                    <a:pt x="482703" y="957339"/>
                  </a:lnTo>
                  <a:lnTo>
                    <a:pt x="507277" y="957339"/>
                  </a:lnTo>
                  <a:lnTo>
                    <a:pt x="482703" y="0"/>
                  </a:lnTo>
                  <a:lnTo>
                    <a:pt x="670870" y="0"/>
                  </a:lnTo>
                  <a:lnTo>
                    <a:pt x="629937" y="1145562"/>
                  </a:lnTo>
                  <a:lnTo>
                    <a:pt x="400907" y="1145562"/>
                  </a:lnTo>
                  <a:lnTo>
                    <a:pt x="343615" y="621909"/>
                  </a:lnTo>
                  <a:lnTo>
                    <a:pt x="327255" y="621909"/>
                  </a:lnTo>
                  <a:lnTo>
                    <a:pt x="269963"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9" name="Google Shape;399;p59"/>
            <p:cNvSpPr/>
            <p:nvPr/>
          </p:nvSpPr>
          <p:spPr>
            <a:xfrm>
              <a:off x="5649990" y="2781066"/>
              <a:ext cx="359903" cy="1145562"/>
            </a:xfrm>
            <a:custGeom>
              <a:rect b="b" l="l" r="r" t="t"/>
              <a:pathLst>
                <a:path extrusionOk="0" h="1145562" w="359903">
                  <a:moveTo>
                    <a:pt x="179952" y="1145562"/>
                  </a:moveTo>
                  <a:lnTo>
                    <a:pt x="0" y="1145562"/>
                  </a:lnTo>
                  <a:lnTo>
                    <a:pt x="0" y="0"/>
                  </a:lnTo>
                  <a:lnTo>
                    <a:pt x="359904" y="0"/>
                  </a:lnTo>
                  <a:lnTo>
                    <a:pt x="359904" y="163642"/>
                  </a:lnTo>
                  <a:lnTo>
                    <a:pt x="179952" y="163642"/>
                  </a:lnTo>
                  <a:lnTo>
                    <a:pt x="179952" y="507289"/>
                  </a:lnTo>
                  <a:lnTo>
                    <a:pt x="310826" y="507289"/>
                  </a:lnTo>
                  <a:lnTo>
                    <a:pt x="310826" y="670931"/>
                  </a:lnTo>
                  <a:lnTo>
                    <a:pt x="179952" y="670931"/>
                  </a:lnTo>
                  <a:lnTo>
                    <a:pt x="179952" y="114549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0" name="Google Shape;400;p59"/>
            <p:cNvSpPr/>
            <p:nvPr/>
          </p:nvSpPr>
          <p:spPr>
            <a:xfrm>
              <a:off x="5995290" y="2781066"/>
              <a:ext cx="490777" cy="1145562"/>
            </a:xfrm>
            <a:custGeom>
              <a:rect b="b" l="l" r="r" t="t"/>
              <a:pathLst>
                <a:path extrusionOk="0" h="1145562" w="490777">
                  <a:moveTo>
                    <a:pt x="490707" y="1145562"/>
                  </a:moveTo>
                  <a:lnTo>
                    <a:pt x="310756" y="1145562"/>
                  </a:lnTo>
                  <a:lnTo>
                    <a:pt x="297696" y="932828"/>
                  </a:lnTo>
                  <a:lnTo>
                    <a:pt x="193011" y="932828"/>
                  </a:lnTo>
                  <a:lnTo>
                    <a:pt x="179952" y="1145562"/>
                  </a:lnTo>
                  <a:lnTo>
                    <a:pt x="0" y="1145562"/>
                  </a:lnTo>
                  <a:lnTo>
                    <a:pt x="98155" y="0"/>
                  </a:lnTo>
                  <a:lnTo>
                    <a:pt x="392622" y="0"/>
                  </a:lnTo>
                  <a:lnTo>
                    <a:pt x="490777" y="1145562"/>
                  </a:lnTo>
                  <a:close/>
                  <a:moveTo>
                    <a:pt x="287867" y="769116"/>
                  </a:moveTo>
                  <a:lnTo>
                    <a:pt x="253533" y="188153"/>
                  </a:lnTo>
                  <a:lnTo>
                    <a:pt x="237174" y="188153"/>
                  </a:lnTo>
                  <a:lnTo>
                    <a:pt x="202841" y="769116"/>
                  </a:lnTo>
                  <a:lnTo>
                    <a:pt x="287937" y="769116"/>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1" name="Google Shape;401;p59"/>
            <p:cNvSpPr/>
            <p:nvPr/>
          </p:nvSpPr>
          <p:spPr>
            <a:xfrm>
              <a:off x="6510501" y="2764842"/>
              <a:ext cx="441769" cy="1178150"/>
            </a:xfrm>
            <a:custGeom>
              <a:rect b="b" l="l" r="r" t="t"/>
              <a:pathLst>
                <a:path extrusionOk="0" h="1178150" w="441769">
                  <a:moveTo>
                    <a:pt x="61435" y="1102861"/>
                  </a:moveTo>
                  <a:cubicBezTo>
                    <a:pt x="20502" y="1052715"/>
                    <a:pt x="70" y="987750"/>
                    <a:pt x="70" y="908106"/>
                  </a:cubicBezTo>
                  <a:cubicBezTo>
                    <a:pt x="70" y="855713"/>
                    <a:pt x="5547" y="812098"/>
                    <a:pt x="16429" y="777193"/>
                  </a:cubicBezTo>
                  <a:lnTo>
                    <a:pt x="180022" y="777193"/>
                  </a:lnTo>
                  <a:cubicBezTo>
                    <a:pt x="174545" y="812098"/>
                    <a:pt x="171807" y="844827"/>
                    <a:pt x="171807" y="875378"/>
                  </a:cubicBezTo>
                  <a:cubicBezTo>
                    <a:pt x="171807" y="927771"/>
                    <a:pt x="175599" y="966750"/>
                    <a:pt x="183252" y="992385"/>
                  </a:cubicBezTo>
                  <a:cubicBezTo>
                    <a:pt x="190905" y="1018020"/>
                    <a:pt x="203402" y="1030873"/>
                    <a:pt x="220885" y="1030873"/>
                  </a:cubicBezTo>
                  <a:cubicBezTo>
                    <a:pt x="236121" y="1030873"/>
                    <a:pt x="246793" y="1022726"/>
                    <a:pt x="252761" y="1006362"/>
                  </a:cubicBezTo>
                  <a:cubicBezTo>
                    <a:pt x="258729" y="989997"/>
                    <a:pt x="261748" y="962185"/>
                    <a:pt x="261748" y="922925"/>
                  </a:cubicBezTo>
                  <a:cubicBezTo>
                    <a:pt x="261748" y="874957"/>
                    <a:pt x="252199" y="831272"/>
                    <a:pt x="233102" y="792012"/>
                  </a:cubicBezTo>
                  <a:cubicBezTo>
                    <a:pt x="214004" y="752752"/>
                    <a:pt x="184305" y="705275"/>
                    <a:pt x="143933" y="649651"/>
                  </a:cubicBezTo>
                  <a:cubicBezTo>
                    <a:pt x="97032" y="586371"/>
                    <a:pt x="61294" y="528851"/>
                    <a:pt x="36791" y="477019"/>
                  </a:cubicBezTo>
                  <a:cubicBezTo>
                    <a:pt x="12217" y="425188"/>
                    <a:pt x="0" y="364366"/>
                    <a:pt x="0" y="294555"/>
                  </a:cubicBezTo>
                  <a:cubicBezTo>
                    <a:pt x="0" y="204025"/>
                    <a:pt x="19870" y="132318"/>
                    <a:pt x="59680" y="79363"/>
                  </a:cubicBezTo>
                  <a:cubicBezTo>
                    <a:pt x="99489" y="26478"/>
                    <a:pt x="153201" y="0"/>
                    <a:pt x="220815" y="0"/>
                  </a:cubicBezTo>
                  <a:cubicBezTo>
                    <a:pt x="288428" y="0"/>
                    <a:pt x="339402" y="25143"/>
                    <a:pt x="380335" y="75289"/>
                  </a:cubicBezTo>
                  <a:cubicBezTo>
                    <a:pt x="421268" y="125505"/>
                    <a:pt x="441700" y="190400"/>
                    <a:pt x="441700" y="270044"/>
                  </a:cubicBezTo>
                  <a:cubicBezTo>
                    <a:pt x="441700" y="322437"/>
                    <a:pt x="436223" y="366052"/>
                    <a:pt x="425341" y="400957"/>
                  </a:cubicBezTo>
                  <a:lnTo>
                    <a:pt x="261748" y="400957"/>
                  </a:lnTo>
                  <a:cubicBezTo>
                    <a:pt x="267225" y="366052"/>
                    <a:pt x="269963" y="333323"/>
                    <a:pt x="269963" y="302772"/>
                  </a:cubicBezTo>
                  <a:cubicBezTo>
                    <a:pt x="269963" y="250379"/>
                    <a:pt x="266101" y="211400"/>
                    <a:pt x="258518" y="185765"/>
                  </a:cubicBezTo>
                  <a:cubicBezTo>
                    <a:pt x="250865" y="160130"/>
                    <a:pt x="238297" y="147278"/>
                    <a:pt x="220885" y="147278"/>
                  </a:cubicBezTo>
                  <a:cubicBezTo>
                    <a:pt x="205579" y="147278"/>
                    <a:pt x="194977" y="155073"/>
                    <a:pt x="189009" y="170665"/>
                  </a:cubicBezTo>
                  <a:cubicBezTo>
                    <a:pt x="182971" y="186257"/>
                    <a:pt x="180022" y="212734"/>
                    <a:pt x="180022" y="250168"/>
                  </a:cubicBezTo>
                  <a:cubicBezTo>
                    <a:pt x="180022" y="295890"/>
                    <a:pt x="189571" y="337467"/>
                    <a:pt x="208668" y="374901"/>
                  </a:cubicBezTo>
                  <a:cubicBezTo>
                    <a:pt x="227766" y="412335"/>
                    <a:pt x="257465" y="457565"/>
                    <a:pt x="297837" y="510520"/>
                  </a:cubicBezTo>
                  <a:cubicBezTo>
                    <a:pt x="344738" y="575555"/>
                    <a:pt x="380476" y="634691"/>
                    <a:pt x="404979" y="687927"/>
                  </a:cubicBezTo>
                  <a:cubicBezTo>
                    <a:pt x="429483" y="741164"/>
                    <a:pt x="441770" y="803741"/>
                    <a:pt x="441770" y="875448"/>
                  </a:cubicBezTo>
                  <a:cubicBezTo>
                    <a:pt x="441770" y="968506"/>
                    <a:pt x="421830" y="1042250"/>
                    <a:pt x="382090" y="1096610"/>
                  </a:cubicBezTo>
                  <a:cubicBezTo>
                    <a:pt x="342281" y="1150970"/>
                    <a:pt x="288569" y="1178150"/>
                    <a:pt x="220955" y="1178150"/>
                  </a:cubicBezTo>
                  <a:cubicBezTo>
                    <a:pt x="153341" y="1178150"/>
                    <a:pt x="102368" y="1153077"/>
                    <a:pt x="61435" y="110286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2" name="Google Shape;402;p59"/>
            <p:cNvSpPr/>
            <p:nvPr/>
          </p:nvSpPr>
          <p:spPr>
            <a:xfrm>
              <a:off x="6968630" y="2781066"/>
              <a:ext cx="474418" cy="1145562"/>
            </a:xfrm>
            <a:custGeom>
              <a:rect b="b" l="l" r="r" t="t"/>
              <a:pathLst>
                <a:path extrusionOk="0" h="1145562" w="474418">
                  <a:moveTo>
                    <a:pt x="327185" y="1145562"/>
                  </a:moveTo>
                  <a:lnTo>
                    <a:pt x="147233" y="1145562"/>
                  </a:lnTo>
                  <a:lnTo>
                    <a:pt x="147233" y="163642"/>
                  </a:lnTo>
                  <a:lnTo>
                    <a:pt x="0" y="163642"/>
                  </a:lnTo>
                  <a:lnTo>
                    <a:pt x="0" y="0"/>
                  </a:lnTo>
                  <a:lnTo>
                    <a:pt x="474418" y="0"/>
                  </a:lnTo>
                  <a:lnTo>
                    <a:pt x="474418" y="163642"/>
                  </a:lnTo>
                  <a:lnTo>
                    <a:pt x="327185" y="163642"/>
                  </a:lnTo>
                  <a:lnTo>
                    <a:pt x="327185" y="114549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3" name="Google Shape;403;p59"/>
            <p:cNvSpPr/>
            <p:nvPr/>
          </p:nvSpPr>
          <p:spPr>
            <a:xfrm>
              <a:off x="7676993" y="2781066"/>
              <a:ext cx="359903" cy="1145562"/>
            </a:xfrm>
            <a:custGeom>
              <a:rect b="b" l="l" r="r" t="t"/>
              <a:pathLst>
                <a:path extrusionOk="0" h="1145562" w="359903">
                  <a:moveTo>
                    <a:pt x="179951" y="1145562"/>
                  </a:moveTo>
                  <a:lnTo>
                    <a:pt x="0" y="1145562"/>
                  </a:lnTo>
                  <a:lnTo>
                    <a:pt x="0" y="0"/>
                  </a:lnTo>
                  <a:lnTo>
                    <a:pt x="359903" y="0"/>
                  </a:lnTo>
                  <a:lnTo>
                    <a:pt x="359903" y="163642"/>
                  </a:lnTo>
                  <a:lnTo>
                    <a:pt x="179951" y="163642"/>
                  </a:lnTo>
                  <a:lnTo>
                    <a:pt x="179951" y="507289"/>
                  </a:lnTo>
                  <a:lnTo>
                    <a:pt x="310826" y="507289"/>
                  </a:lnTo>
                  <a:lnTo>
                    <a:pt x="310826" y="670931"/>
                  </a:lnTo>
                  <a:lnTo>
                    <a:pt x="179951" y="670931"/>
                  </a:lnTo>
                  <a:lnTo>
                    <a:pt x="179951" y="114549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4" name="Google Shape;404;p59"/>
            <p:cNvSpPr/>
            <p:nvPr/>
          </p:nvSpPr>
          <p:spPr>
            <a:xfrm>
              <a:off x="8102333" y="2781066"/>
              <a:ext cx="368118" cy="1145562"/>
            </a:xfrm>
            <a:custGeom>
              <a:rect b="b" l="l" r="r" t="t"/>
              <a:pathLst>
                <a:path extrusionOk="0" h="1145562" w="368118">
                  <a:moveTo>
                    <a:pt x="368118" y="1145562"/>
                  </a:moveTo>
                  <a:lnTo>
                    <a:pt x="0" y="1145562"/>
                  </a:lnTo>
                  <a:lnTo>
                    <a:pt x="0" y="0"/>
                  </a:lnTo>
                  <a:lnTo>
                    <a:pt x="368118" y="0"/>
                  </a:lnTo>
                  <a:lnTo>
                    <a:pt x="368118" y="163642"/>
                  </a:lnTo>
                  <a:lnTo>
                    <a:pt x="179952" y="163642"/>
                  </a:lnTo>
                  <a:lnTo>
                    <a:pt x="179952" y="482778"/>
                  </a:lnTo>
                  <a:lnTo>
                    <a:pt x="319041" y="482778"/>
                  </a:lnTo>
                  <a:lnTo>
                    <a:pt x="319041" y="646420"/>
                  </a:lnTo>
                  <a:lnTo>
                    <a:pt x="179952" y="646420"/>
                  </a:lnTo>
                  <a:lnTo>
                    <a:pt x="179952" y="981921"/>
                  </a:lnTo>
                  <a:lnTo>
                    <a:pt x="368118" y="981921"/>
                  </a:lnTo>
                  <a:lnTo>
                    <a:pt x="368118"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5" name="Google Shape;405;p59"/>
            <p:cNvSpPr/>
            <p:nvPr/>
          </p:nvSpPr>
          <p:spPr>
            <a:xfrm>
              <a:off x="8535818" y="2781066"/>
              <a:ext cx="368118" cy="1145562"/>
            </a:xfrm>
            <a:custGeom>
              <a:rect b="b" l="l" r="r" t="t"/>
              <a:pathLst>
                <a:path extrusionOk="0" h="1145562" w="368118">
                  <a:moveTo>
                    <a:pt x="368119" y="1145562"/>
                  </a:moveTo>
                  <a:lnTo>
                    <a:pt x="0" y="1145562"/>
                  </a:lnTo>
                  <a:lnTo>
                    <a:pt x="0" y="0"/>
                  </a:lnTo>
                  <a:lnTo>
                    <a:pt x="368119" y="0"/>
                  </a:lnTo>
                  <a:lnTo>
                    <a:pt x="368119" y="163642"/>
                  </a:lnTo>
                  <a:lnTo>
                    <a:pt x="179952" y="163642"/>
                  </a:lnTo>
                  <a:lnTo>
                    <a:pt x="179952" y="482778"/>
                  </a:lnTo>
                  <a:lnTo>
                    <a:pt x="319041" y="482778"/>
                  </a:lnTo>
                  <a:lnTo>
                    <a:pt x="319041" y="646420"/>
                  </a:lnTo>
                  <a:lnTo>
                    <a:pt x="179952" y="646420"/>
                  </a:lnTo>
                  <a:lnTo>
                    <a:pt x="179952" y="981921"/>
                  </a:lnTo>
                  <a:lnTo>
                    <a:pt x="368119" y="981921"/>
                  </a:lnTo>
                  <a:lnTo>
                    <a:pt x="368119"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6" name="Google Shape;406;p59"/>
            <p:cNvSpPr/>
            <p:nvPr/>
          </p:nvSpPr>
          <p:spPr>
            <a:xfrm>
              <a:off x="8969374" y="2781066"/>
              <a:ext cx="368118" cy="1145562"/>
            </a:xfrm>
            <a:custGeom>
              <a:rect b="b" l="l" r="r" t="t"/>
              <a:pathLst>
                <a:path extrusionOk="0" h="1145562" w="368118">
                  <a:moveTo>
                    <a:pt x="368118" y="1145562"/>
                  </a:moveTo>
                  <a:lnTo>
                    <a:pt x="0" y="1145562"/>
                  </a:lnTo>
                  <a:lnTo>
                    <a:pt x="0" y="0"/>
                  </a:lnTo>
                  <a:lnTo>
                    <a:pt x="179952" y="0"/>
                  </a:lnTo>
                  <a:lnTo>
                    <a:pt x="179952" y="981850"/>
                  </a:lnTo>
                  <a:lnTo>
                    <a:pt x="368118" y="981850"/>
                  </a:lnTo>
                  <a:lnTo>
                    <a:pt x="368118" y="114549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7" name="Google Shape;407;p59"/>
            <p:cNvSpPr/>
            <p:nvPr/>
          </p:nvSpPr>
          <p:spPr>
            <a:xfrm>
              <a:off x="9361925" y="2764842"/>
              <a:ext cx="441770" cy="1178150"/>
            </a:xfrm>
            <a:custGeom>
              <a:rect b="b" l="l" r="r" t="t"/>
              <a:pathLst>
                <a:path extrusionOk="0" h="1178150" w="441770">
                  <a:moveTo>
                    <a:pt x="61435" y="1102861"/>
                  </a:moveTo>
                  <a:cubicBezTo>
                    <a:pt x="20502" y="1052715"/>
                    <a:pt x="70" y="987750"/>
                    <a:pt x="70" y="908106"/>
                  </a:cubicBezTo>
                  <a:cubicBezTo>
                    <a:pt x="70" y="855713"/>
                    <a:pt x="5547" y="812098"/>
                    <a:pt x="16430" y="777193"/>
                  </a:cubicBezTo>
                  <a:lnTo>
                    <a:pt x="180022" y="777193"/>
                  </a:lnTo>
                  <a:cubicBezTo>
                    <a:pt x="174546" y="812098"/>
                    <a:pt x="171808" y="844827"/>
                    <a:pt x="171808" y="875378"/>
                  </a:cubicBezTo>
                  <a:cubicBezTo>
                    <a:pt x="171808" y="927771"/>
                    <a:pt x="175599" y="966750"/>
                    <a:pt x="183252" y="992385"/>
                  </a:cubicBezTo>
                  <a:cubicBezTo>
                    <a:pt x="190905" y="1018020"/>
                    <a:pt x="203403" y="1030873"/>
                    <a:pt x="220886" y="1030873"/>
                  </a:cubicBezTo>
                  <a:cubicBezTo>
                    <a:pt x="236121" y="1030873"/>
                    <a:pt x="246793" y="1022726"/>
                    <a:pt x="252761" y="1006362"/>
                  </a:cubicBezTo>
                  <a:cubicBezTo>
                    <a:pt x="258730" y="989997"/>
                    <a:pt x="261748" y="962185"/>
                    <a:pt x="261748" y="922925"/>
                  </a:cubicBezTo>
                  <a:cubicBezTo>
                    <a:pt x="261748" y="874957"/>
                    <a:pt x="252200" y="831272"/>
                    <a:pt x="233102" y="792012"/>
                  </a:cubicBezTo>
                  <a:cubicBezTo>
                    <a:pt x="214005" y="752752"/>
                    <a:pt x="184305" y="705275"/>
                    <a:pt x="143933" y="649651"/>
                  </a:cubicBezTo>
                  <a:cubicBezTo>
                    <a:pt x="97033" y="586371"/>
                    <a:pt x="61295" y="528851"/>
                    <a:pt x="36792" y="477019"/>
                  </a:cubicBezTo>
                  <a:cubicBezTo>
                    <a:pt x="12218" y="425188"/>
                    <a:pt x="0" y="364366"/>
                    <a:pt x="0" y="294555"/>
                  </a:cubicBezTo>
                  <a:cubicBezTo>
                    <a:pt x="0" y="204025"/>
                    <a:pt x="19870" y="132318"/>
                    <a:pt x="59680" y="79363"/>
                  </a:cubicBezTo>
                  <a:cubicBezTo>
                    <a:pt x="99490" y="26478"/>
                    <a:pt x="153202" y="0"/>
                    <a:pt x="220815" y="0"/>
                  </a:cubicBezTo>
                  <a:cubicBezTo>
                    <a:pt x="288429" y="0"/>
                    <a:pt x="339402" y="25143"/>
                    <a:pt x="380335" y="75289"/>
                  </a:cubicBezTo>
                  <a:cubicBezTo>
                    <a:pt x="421268" y="125505"/>
                    <a:pt x="441700" y="190400"/>
                    <a:pt x="441700" y="270044"/>
                  </a:cubicBezTo>
                  <a:cubicBezTo>
                    <a:pt x="441700" y="322437"/>
                    <a:pt x="436223" y="366052"/>
                    <a:pt x="425341" y="400957"/>
                  </a:cubicBezTo>
                  <a:lnTo>
                    <a:pt x="261748" y="400957"/>
                  </a:lnTo>
                  <a:cubicBezTo>
                    <a:pt x="267225" y="366052"/>
                    <a:pt x="269963" y="333323"/>
                    <a:pt x="269963" y="302772"/>
                  </a:cubicBezTo>
                  <a:cubicBezTo>
                    <a:pt x="269963" y="250379"/>
                    <a:pt x="266101" y="211400"/>
                    <a:pt x="258519" y="185765"/>
                  </a:cubicBezTo>
                  <a:cubicBezTo>
                    <a:pt x="250866" y="160130"/>
                    <a:pt x="238298" y="147278"/>
                    <a:pt x="220886" y="147278"/>
                  </a:cubicBezTo>
                  <a:cubicBezTo>
                    <a:pt x="205579" y="147278"/>
                    <a:pt x="194977" y="155073"/>
                    <a:pt x="189009" y="170665"/>
                  </a:cubicBezTo>
                  <a:cubicBezTo>
                    <a:pt x="182971" y="186257"/>
                    <a:pt x="180022" y="212734"/>
                    <a:pt x="180022" y="250168"/>
                  </a:cubicBezTo>
                  <a:cubicBezTo>
                    <a:pt x="180022" y="295890"/>
                    <a:pt x="189571" y="337467"/>
                    <a:pt x="208669" y="374901"/>
                  </a:cubicBezTo>
                  <a:cubicBezTo>
                    <a:pt x="227766" y="412335"/>
                    <a:pt x="257465" y="457565"/>
                    <a:pt x="297837" y="510520"/>
                  </a:cubicBezTo>
                  <a:cubicBezTo>
                    <a:pt x="344739" y="575555"/>
                    <a:pt x="380476" y="634691"/>
                    <a:pt x="404980" y="687927"/>
                  </a:cubicBezTo>
                  <a:cubicBezTo>
                    <a:pt x="429483" y="741164"/>
                    <a:pt x="441770" y="803741"/>
                    <a:pt x="441770" y="875448"/>
                  </a:cubicBezTo>
                  <a:cubicBezTo>
                    <a:pt x="441770" y="968506"/>
                    <a:pt x="421831" y="1042250"/>
                    <a:pt x="382091" y="1096610"/>
                  </a:cubicBezTo>
                  <a:cubicBezTo>
                    <a:pt x="342281" y="1150970"/>
                    <a:pt x="288569" y="1178150"/>
                    <a:pt x="220956" y="1178150"/>
                  </a:cubicBezTo>
                  <a:cubicBezTo>
                    <a:pt x="153342" y="1178150"/>
                    <a:pt x="102369" y="1153077"/>
                    <a:pt x="61435" y="110286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pic>
        <p:nvPicPr>
          <p:cNvPr id="408" name="Google Shape;408;p59"/>
          <p:cNvPicPr preferRelativeResize="0"/>
          <p:nvPr/>
        </p:nvPicPr>
        <p:blipFill rotWithShape="1">
          <a:blip r:embed="rId3">
            <a:alphaModFix/>
          </a:blip>
          <a:srcRect b="0" l="0" r="0" t="0"/>
          <a:stretch/>
        </p:blipFill>
        <p:spPr>
          <a:xfrm>
            <a:off x="298725" y="4880004"/>
            <a:ext cx="413251" cy="129343"/>
          </a:xfrm>
          <a:prstGeom prst="rect">
            <a:avLst/>
          </a:prstGeom>
          <a:noFill/>
          <a:ln>
            <a:noFill/>
          </a:ln>
        </p:spPr>
      </p:pic>
      <p:sp>
        <p:nvSpPr>
          <p:cNvPr id="409" name="Google Shape;409;p59"/>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410" name="Google Shape;410;p59"/>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Texture Tagline - Hyper ">
  <p:cSld name="BLANK_1_1_1">
    <p:bg>
      <p:bgPr>
        <a:solidFill>
          <a:schemeClr val="accent1"/>
        </a:solidFill>
      </p:bgPr>
    </p:bg>
    <p:spTree>
      <p:nvGrpSpPr>
        <p:cNvPr id="411" name="Shape 411"/>
        <p:cNvGrpSpPr/>
        <p:nvPr/>
      </p:nvGrpSpPr>
      <p:grpSpPr>
        <a:xfrm>
          <a:off x="0" y="0"/>
          <a:ext cx="0" cy="0"/>
          <a:chOff x="0" y="0"/>
          <a:chExt cx="0" cy="0"/>
        </a:xfrm>
      </p:grpSpPr>
      <p:pic>
        <p:nvPicPr>
          <p:cNvPr id="412" name="Google Shape;412;p60"/>
          <p:cNvPicPr preferRelativeResize="0"/>
          <p:nvPr/>
        </p:nvPicPr>
        <p:blipFill>
          <a:blip r:embed="rId2">
            <a:alphaModFix/>
          </a:blip>
          <a:stretch>
            <a:fillRect/>
          </a:stretch>
        </p:blipFill>
        <p:spPr>
          <a:xfrm>
            <a:off x="0" y="0"/>
            <a:ext cx="9144003" cy="5143501"/>
          </a:xfrm>
          <a:prstGeom prst="rect">
            <a:avLst/>
          </a:prstGeom>
          <a:noFill/>
          <a:ln>
            <a:noFill/>
          </a:ln>
        </p:spPr>
      </p:pic>
      <p:grpSp>
        <p:nvGrpSpPr>
          <p:cNvPr id="413" name="Google Shape;413;p60"/>
          <p:cNvGrpSpPr/>
          <p:nvPr/>
        </p:nvGrpSpPr>
        <p:grpSpPr>
          <a:xfrm>
            <a:off x="1942026" y="2177798"/>
            <a:ext cx="5259945" cy="797231"/>
            <a:chOff x="2029611" y="2764702"/>
            <a:chExt cx="7774084" cy="1178290"/>
          </a:xfrm>
        </p:grpSpPr>
        <p:sp>
          <p:nvSpPr>
            <p:cNvPr id="414" name="Google Shape;414;p60"/>
            <p:cNvSpPr/>
            <p:nvPr/>
          </p:nvSpPr>
          <p:spPr>
            <a:xfrm>
              <a:off x="2029611" y="2764702"/>
              <a:ext cx="441770" cy="1178150"/>
            </a:xfrm>
            <a:custGeom>
              <a:rect b="b" l="l" r="r" t="t"/>
              <a:pathLst>
                <a:path extrusionOk="0" h="1178150" w="441770">
                  <a:moveTo>
                    <a:pt x="61365" y="1103001"/>
                  </a:moveTo>
                  <a:cubicBezTo>
                    <a:pt x="20432" y="1052855"/>
                    <a:pt x="0" y="987890"/>
                    <a:pt x="0" y="908247"/>
                  </a:cubicBezTo>
                  <a:cubicBezTo>
                    <a:pt x="0" y="855853"/>
                    <a:pt x="5476" y="812239"/>
                    <a:pt x="16359" y="777333"/>
                  </a:cubicBezTo>
                  <a:lnTo>
                    <a:pt x="179952" y="777333"/>
                  </a:lnTo>
                  <a:cubicBezTo>
                    <a:pt x="174475" y="812239"/>
                    <a:pt x="171737" y="844967"/>
                    <a:pt x="171737" y="875518"/>
                  </a:cubicBezTo>
                  <a:cubicBezTo>
                    <a:pt x="171737" y="927912"/>
                    <a:pt x="175528" y="966891"/>
                    <a:pt x="183182" y="992526"/>
                  </a:cubicBezTo>
                  <a:cubicBezTo>
                    <a:pt x="190764" y="1018161"/>
                    <a:pt x="203332" y="1031013"/>
                    <a:pt x="220815" y="1031013"/>
                  </a:cubicBezTo>
                  <a:cubicBezTo>
                    <a:pt x="236051" y="1031013"/>
                    <a:pt x="246723" y="1022866"/>
                    <a:pt x="252691" y="1006502"/>
                  </a:cubicBezTo>
                  <a:cubicBezTo>
                    <a:pt x="258659" y="990138"/>
                    <a:pt x="261678" y="962326"/>
                    <a:pt x="261678" y="923066"/>
                  </a:cubicBezTo>
                  <a:cubicBezTo>
                    <a:pt x="261678" y="875097"/>
                    <a:pt x="252129" y="831412"/>
                    <a:pt x="233032" y="792152"/>
                  </a:cubicBezTo>
                  <a:cubicBezTo>
                    <a:pt x="213934" y="752892"/>
                    <a:pt x="184235" y="705415"/>
                    <a:pt x="143863" y="649791"/>
                  </a:cubicBezTo>
                  <a:cubicBezTo>
                    <a:pt x="96962" y="586512"/>
                    <a:pt x="61224" y="528991"/>
                    <a:pt x="36721" y="477160"/>
                  </a:cubicBezTo>
                  <a:cubicBezTo>
                    <a:pt x="12287" y="425258"/>
                    <a:pt x="0" y="364366"/>
                    <a:pt x="0" y="294555"/>
                  </a:cubicBezTo>
                  <a:cubicBezTo>
                    <a:pt x="0" y="204025"/>
                    <a:pt x="19870" y="132318"/>
                    <a:pt x="59750" y="79363"/>
                  </a:cubicBezTo>
                  <a:cubicBezTo>
                    <a:pt x="99490" y="26478"/>
                    <a:pt x="153201" y="0"/>
                    <a:pt x="220885" y="0"/>
                  </a:cubicBezTo>
                  <a:cubicBezTo>
                    <a:pt x="288569" y="0"/>
                    <a:pt x="339472" y="25143"/>
                    <a:pt x="380405" y="75289"/>
                  </a:cubicBezTo>
                  <a:cubicBezTo>
                    <a:pt x="421339" y="125505"/>
                    <a:pt x="441770" y="190400"/>
                    <a:pt x="441770" y="270044"/>
                  </a:cubicBezTo>
                  <a:cubicBezTo>
                    <a:pt x="441770" y="322437"/>
                    <a:pt x="436294" y="366052"/>
                    <a:pt x="425411" y="400957"/>
                  </a:cubicBezTo>
                  <a:lnTo>
                    <a:pt x="261818" y="400957"/>
                  </a:lnTo>
                  <a:cubicBezTo>
                    <a:pt x="267295" y="366052"/>
                    <a:pt x="269963" y="333323"/>
                    <a:pt x="269963" y="302772"/>
                  </a:cubicBezTo>
                  <a:cubicBezTo>
                    <a:pt x="269963" y="250379"/>
                    <a:pt x="266101" y="211400"/>
                    <a:pt x="258518" y="185765"/>
                  </a:cubicBezTo>
                  <a:cubicBezTo>
                    <a:pt x="250865" y="160130"/>
                    <a:pt x="238297" y="147278"/>
                    <a:pt x="220885" y="147278"/>
                  </a:cubicBezTo>
                  <a:cubicBezTo>
                    <a:pt x="205579" y="147278"/>
                    <a:pt x="194977" y="155073"/>
                    <a:pt x="189009" y="170665"/>
                  </a:cubicBezTo>
                  <a:cubicBezTo>
                    <a:pt x="182971" y="186257"/>
                    <a:pt x="180022" y="212734"/>
                    <a:pt x="180022" y="250168"/>
                  </a:cubicBezTo>
                  <a:cubicBezTo>
                    <a:pt x="180022" y="295890"/>
                    <a:pt x="189571" y="337467"/>
                    <a:pt x="208668" y="374901"/>
                  </a:cubicBezTo>
                  <a:cubicBezTo>
                    <a:pt x="227766" y="412335"/>
                    <a:pt x="257465" y="457565"/>
                    <a:pt x="297837" y="510520"/>
                  </a:cubicBezTo>
                  <a:cubicBezTo>
                    <a:pt x="344738" y="575555"/>
                    <a:pt x="380475" y="634691"/>
                    <a:pt x="404979" y="687927"/>
                  </a:cubicBezTo>
                  <a:cubicBezTo>
                    <a:pt x="429483" y="741164"/>
                    <a:pt x="441770" y="803741"/>
                    <a:pt x="441770" y="875448"/>
                  </a:cubicBezTo>
                  <a:cubicBezTo>
                    <a:pt x="441770" y="968506"/>
                    <a:pt x="421830" y="1042250"/>
                    <a:pt x="382020" y="1096610"/>
                  </a:cubicBezTo>
                  <a:cubicBezTo>
                    <a:pt x="342210" y="1150970"/>
                    <a:pt x="288499" y="1178150"/>
                    <a:pt x="220885" y="1178150"/>
                  </a:cubicBezTo>
                  <a:cubicBezTo>
                    <a:pt x="153271" y="1178150"/>
                    <a:pt x="102298" y="1153077"/>
                    <a:pt x="61365" y="110286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5" name="Google Shape;415;p60"/>
            <p:cNvSpPr/>
            <p:nvPr/>
          </p:nvSpPr>
          <p:spPr>
            <a:xfrm>
              <a:off x="2544892" y="2781066"/>
              <a:ext cx="368118" cy="1145562"/>
            </a:xfrm>
            <a:custGeom>
              <a:rect b="b" l="l" r="r" t="t"/>
              <a:pathLst>
                <a:path extrusionOk="0" h="1145562" w="368118">
                  <a:moveTo>
                    <a:pt x="368118" y="1145562"/>
                  </a:moveTo>
                  <a:lnTo>
                    <a:pt x="0" y="1145562"/>
                  </a:lnTo>
                  <a:lnTo>
                    <a:pt x="0" y="0"/>
                  </a:lnTo>
                  <a:lnTo>
                    <a:pt x="368118" y="0"/>
                  </a:lnTo>
                  <a:lnTo>
                    <a:pt x="368118" y="163642"/>
                  </a:lnTo>
                  <a:lnTo>
                    <a:pt x="179952" y="163642"/>
                  </a:lnTo>
                  <a:lnTo>
                    <a:pt x="179952" y="482778"/>
                  </a:lnTo>
                  <a:lnTo>
                    <a:pt x="319041" y="482778"/>
                  </a:lnTo>
                  <a:lnTo>
                    <a:pt x="319041" y="646420"/>
                  </a:lnTo>
                  <a:lnTo>
                    <a:pt x="179952" y="646420"/>
                  </a:lnTo>
                  <a:lnTo>
                    <a:pt x="179952" y="981921"/>
                  </a:lnTo>
                  <a:lnTo>
                    <a:pt x="368118" y="981921"/>
                  </a:lnTo>
                  <a:lnTo>
                    <a:pt x="368118"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6" name="Google Shape;416;p60"/>
            <p:cNvSpPr/>
            <p:nvPr/>
          </p:nvSpPr>
          <p:spPr>
            <a:xfrm>
              <a:off x="2978447" y="2781066"/>
              <a:ext cx="368118" cy="1145562"/>
            </a:xfrm>
            <a:custGeom>
              <a:rect b="b" l="l" r="r" t="t"/>
              <a:pathLst>
                <a:path extrusionOk="0" h="1145562" w="368118">
                  <a:moveTo>
                    <a:pt x="368118" y="1145562"/>
                  </a:moveTo>
                  <a:lnTo>
                    <a:pt x="0" y="1145562"/>
                  </a:lnTo>
                  <a:lnTo>
                    <a:pt x="0" y="0"/>
                  </a:lnTo>
                  <a:lnTo>
                    <a:pt x="368118" y="0"/>
                  </a:lnTo>
                  <a:lnTo>
                    <a:pt x="368118" y="163642"/>
                  </a:lnTo>
                  <a:lnTo>
                    <a:pt x="179952" y="163642"/>
                  </a:lnTo>
                  <a:lnTo>
                    <a:pt x="179952" y="482778"/>
                  </a:lnTo>
                  <a:lnTo>
                    <a:pt x="319041" y="482778"/>
                  </a:lnTo>
                  <a:lnTo>
                    <a:pt x="319041" y="646420"/>
                  </a:lnTo>
                  <a:lnTo>
                    <a:pt x="179952" y="646420"/>
                  </a:lnTo>
                  <a:lnTo>
                    <a:pt x="179952" y="981921"/>
                  </a:lnTo>
                  <a:lnTo>
                    <a:pt x="368118" y="981921"/>
                  </a:lnTo>
                  <a:lnTo>
                    <a:pt x="368118"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7" name="Google Shape;417;p60"/>
            <p:cNvSpPr/>
            <p:nvPr/>
          </p:nvSpPr>
          <p:spPr>
            <a:xfrm>
              <a:off x="3614913" y="2781066"/>
              <a:ext cx="441699" cy="1145562"/>
            </a:xfrm>
            <a:custGeom>
              <a:rect b="b" l="l" r="r" t="t"/>
              <a:pathLst>
                <a:path extrusionOk="0" h="1145562" w="441699">
                  <a:moveTo>
                    <a:pt x="179952" y="1145562"/>
                  </a:moveTo>
                  <a:lnTo>
                    <a:pt x="0" y="1145562"/>
                  </a:lnTo>
                  <a:lnTo>
                    <a:pt x="0" y="0"/>
                  </a:lnTo>
                  <a:lnTo>
                    <a:pt x="179952" y="0"/>
                  </a:lnTo>
                  <a:lnTo>
                    <a:pt x="179952" y="490925"/>
                  </a:lnTo>
                  <a:lnTo>
                    <a:pt x="261748" y="490925"/>
                  </a:lnTo>
                  <a:lnTo>
                    <a:pt x="261748" y="0"/>
                  </a:lnTo>
                  <a:lnTo>
                    <a:pt x="441700" y="0"/>
                  </a:lnTo>
                  <a:lnTo>
                    <a:pt x="441700" y="1145562"/>
                  </a:lnTo>
                  <a:lnTo>
                    <a:pt x="261748" y="1145562"/>
                  </a:lnTo>
                  <a:lnTo>
                    <a:pt x="261748" y="654637"/>
                  </a:lnTo>
                  <a:lnTo>
                    <a:pt x="179952" y="654637"/>
                  </a:lnTo>
                  <a:lnTo>
                    <a:pt x="179952"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8" name="Google Shape;418;p60"/>
            <p:cNvSpPr/>
            <p:nvPr/>
          </p:nvSpPr>
          <p:spPr>
            <a:xfrm>
              <a:off x="4138409" y="2764702"/>
              <a:ext cx="490777" cy="1178220"/>
            </a:xfrm>
            <a:custGeom>
              <a:rect b="b" l="l" r="r" t="t"/>
              <a:pathLst>
                <a:path extrusionOk="0" h="1178220" w="490777">
                  <a:moveTo>
                    <a:pt x="60522" y="1033401"/>
                  </a:moveTo>
                  <a:cubicBezTo>
                    <a:pt x="20151" y="936831"/>
                    <a:pt x="0" y="788711"/>
                    <a:pt x="0" y="589110"/>
                  </a:cubicBezTo>
                  <a:cubicBezTo>
                    <a:pt x="0" y="389509"/>
                    <a:pt x="20151" y="241389"/>
                    <a:pt x="60522" y="144819"/>
                  </a:cubicBezTo>
                  <a:cubicBezTo>
                    <a:pt x="100894" y="48250"/>
                    <a:pt x="162469" y="0"/>
                    <a:pt x="245389" y="0"/>
                  </a:cubicBezTo>
                  <a:cubicBezTo>
                    <a:pt x="328308" y="0"/>
                    <a:pt x="389884" y="48250"/>
                    <a:pt x="430255" y="144819"/>
                  </a:cubicBezTo>
                  <a:cubicBezTo>
                    <a:pt x="470627" y="241389"/>
                    <a:pt x="490778" y="389509"/>
                    <a:pt x="490778" y="589110"/>
                  </a:cubicBezTo>
                  <a:cubicBezTo>
                    <a:pt x="490778" y="788711"/>
                    <a:pt x="470557" y="936831"/>
                    <a:pt x="430255" y="1033401"/>
                  </a:cubicBezTo>
                  <a:cubicBezTo>
                    <a:pt x="389884" y="1129971"/>
                    <a:pt x="328238" y="1178220"/>
                    <a:pt x="245389" y="1178220"/>
                  </a:cubicBezTo>
                  <a:cubicBezTo>
                    <a:pt x="162539" y="1178220"/>
                    <a:pt x="100894" y="1129971"/>
                    <a:pt x="60522" y="1033401"/>
                  </a:cubicBezTo>
                  <a:close/>
                  <a:moveTo>
                    <a:pt x="283794" y="931985"/>
                  </a:moveTo>
                  <a:cubicBezTo>
                    <a:pt x="290886" y="865967"/>
                    <a:pt x="294396" y="751698"/>
                    <a:pt x="294396" y="589110"/>
                  </a:cubicBezTo>
                  <a:cubicBezTo>
                    <a:pt x="294396" y="426522"/>
                    <a:pt x="290815" y="312324"/>
                    <a:pt x="283794" y="246235"/>
                  </a:cubicBezTo>
                  <a:cubicBezTo>
                    <a:pt x="276703" y="180217"/>
                    <a:pt x="263854" y="147207"/>
                    <a:pt x="245319" y="147207"/>
                  </a:cubicBezTo>
                  <a:cubicBezTo>
                    <a:pt x="226783" y="147207"/>
                    <a:pt x="213934" y="180217"/>
                    <a:pt x="206843" y="246235"/>
                  </a:cubicBezTo>
                  <a:cubicBezTo>
                    <a:pt x="199751" y="312254"/>
                    <a:pt x="196241" y="426522"/>
                    <a:pt x="196241" y="589110"/>
                  </a:cubicBezTo>
                  <a:cubicBezTo>
                    <a:pt x="196241" y="751698"/>
                    <a:pt x="199751" y="865967"/>
                    <a:pt x="206843" y="931985"/>
                  </a:cubicBezTo>
                  <a:cubicBezTo>
                    <a:pt x="213934" y="998004"/>
                    <a:pt x="226713" y="1031013"/>
                    <a:pt x="245319" y="1031013"/>
                  </a:cubicBezTo>
                  <a:cubicBezTo>
                    <a:pt x="263925" y="1031013"/>
                    <a:pt x="276633" y="998004"/>
                    <a:pt x="283794" y="93198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9" name="Google Shape;419;p60"/>
            <p:cNvSpPr/>
            <p:nvPr/>
          </p:nvSpPr>
          <p:spPr>
            <a:xfrm>
              <a:off x="4694554" y="2781066"/>
              <a:ext cx="670869" cy="1145562"/>
            </a:xfrm>
            <a:custGeom>
              <a:rect b="b" l="l" r="r" t="t"/>
              <a:pathLst>
                <a:path extrusionOk="0" h="1145562" w="670869">
                  <a:moveTo>
                    <a:pt x="269963" y="1145562"/>
                  </a:moveTo>
                  <a:lnTo>
                    <a:pt x="40933" y="1145562"/>
                  </a:lnTo>
                  <a:lnTo>
                    <a:pt x="0" y="0"/>
                  </a:lnTo>
                  <a:lnTo>
                    <a:pt x="188166" y="0"/>
                  </a:lnTo>
                  <a:lnTo>
                    <a:pt x="163592" y="957339"/>
                  </a:lnTo>
                  <a:lnTo>
                    <a:pt x="188166" y="957339"/>
                  </a:lnTo>
                  <a:lnTo>
                    <a:pt x="261818" y="327283"/>
                  </a:lnTo>
                  <a:lnTo>
                    <a:pt x="409052" y="327283"/>
                  </a:lnTo>
                  <a:lnTo>
                    <a:pt x="482703" y="957339"/>
                  </a:lnTo>
                  <a:lnTo>
                    <a:pt x="507277" y="957339"/>
                  </a:lnTo>
                  <a:lnTo>
                    <a:pt x="482703" y="0"/>
                  </a:lnTo>
                  <a:lnTo>
                    <a:pt x="670870" y="0"/>
                  </a:lnTo>
                  <a:lnTo>
                    <a:pt x="629937" y="1145562"/>
                  </a:lnTo>
                  <a:lnTo>
                    <a:pt x="400907" y="1145562"/>
                  </a:lnTo>
                  <a:lnTo>
                    <a:pt x="343615" y="621909"/>
                  </a:lnTo>
                  <a:lnTo>
                    <a:pt x="327255" y="621909"/>
                  </a:lnTo>
                  <a:lnTo>
                    <a:pt x="269963"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0" name="Google Shape;420;p60"/>
            <p:cNvSpPr/>
            <p:nvPr/>
          </p:nvSpPr>
          <p:spPr>
            <a:xfrm>
              <a:off x="5649990" y="2781066"/>
              <a:ext cx="359903" cy="1145562"/>
            </a:xfrm>
            <a:custGeom>
              <a:rect b="b" l="l" r="r" t="t"/>
              <a:pathLst>
                <a:path extrusionOk="0" h="1145562" w="359903">
                  <a:moveTo>
                    <a:pt x="179952" y="1145562"/>
                  </a:moveTo>
                  <a:lnTo>
                    <a:pt x="0" y="1145562"/>
                  </a:lnTo>
                  <a:lnTo>
                    <a:pt x="0" y="0"/>
                  </a:lnTo>
                  <a:lnTo>
                    <a:pt x="359904" y="0"/>
                  </a:lnTo>
                  <a:lnTo>
                    <a:pt x="359904" y="163642"/>
                  </a:lnTo>
                  <a:lnTo>
                    <a:pt x="179952" y="163642"/>
                  </a:lnTo>
                  <a:lnTo>
                    <a:pt x="179952" y="507289"/>
                  </a:lnTo>
                  <a:lnTo>
                    <a:pt x="310826" y="507289"/>
                  </a:lnTo>
                  <a:lnTo>
                    <a:pt x="310826" y="670931"/>
                  </a:lnTo>
                  <a:lnTo>
                    <a:pt x="179952" y="670931"/>
                  </a:lnTo>
                  <a:lnTo>
                    <a:pt x="179952" y="114549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1" name="Google Shape;421;p60"/>
            <p:cNvSpPr/>
            <p:nvPr/>
          </p:nvSpPr>
          <p:spPr>
            <a:xfrm>
              <a:off x="5995290" y="2781066"/>
              <a:ext cx="490777" cy="1145562"/>
            </a:xfrm>
            <a:custGeom>
              <a:rect b="b" l="l" r="r" t="t"/>
              <a:pathLst>
                <a:path extrusionOk="0" h="1145562" w="490777">
                  <a:moveTo>
                    <a:pt x="490707" y="1145562"/>
                  </a:moveTo>
                  <a:lnTo>
                    <a:pt x="310756" y="1145562"/>
                  </a:lnTo>
                  <a:lnTo>
                    <a:pt x="297696" y="932828"/>
                  </a:lnTo>
                  <a:lnTo>
                    <a:pt x="193011" y="932828"/>
                  </a:lnTo>
                  <a:lnTo>
                    <a:pt x="179952" y="1145562"/>
                  </a:lnTo>
                  <a:lnTo>
                    <a:pt x="0" y="1145562"/>
                  </a:lnTo>
                  <a:lnTo>
                    <a:pt x="98155" y="0"/>
                  </a:lnTo>
                  <a:lnTo>
                    <a:pt x="392622" y="0"/>
                  </a:lnTo>
                  <a:lnTo>
                    <a:pt x="490777" y="1145562"/>
                  </a:lnTo>
                  <a:close/>
                  <a:moveTo>
                    <a:pt x="287867" y="769116"/>
                  </a:moveTo>
                  <a:lnTo>
                    <a:pt x="253533" y="188153"/>
                  </a:lnTo>
                  <a:lnTo>
                    <a:pt x="237174" y="188153"/>
                  </a:lnTo>
                  <a:lnTo>
                    <a:pt x="202841" y="769116"/>
                  </a:lnTo>
                  <a:lnTo>
                    <a:pt x="287937" y="769116"/>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2" name="Google Shape;422;p60"/>
            <p:cNvSpPr/>
            <p:nvPr/>
          </p:nvSpPr>
          <p:spPr>
            <a:xfrm>
              <a:off x="6510501" y="2764842"/>
              <a:ext cx="441769" cy="1178150"/>
            </a:xfrm>
            <a:custGeom>
              <a:rect b="b" l="l" r="r" t="t"/>
              <a:pathLst>
                <a:path extrusionOk="0" h="1178150" w="441769">
                  <a:moveTo>
                    <a:pt x="61435" y="1102861"/>
                  </a:moveTo>
                  <a:cubicBezTo>
                    <a:pt x="20502" y="1052715"/>
                    <a:pt x="70" y="987750"/>
                    <a:pt x="70" y="908106"/>
                  </a:cubicBezTo>
                  <a:cubicBezTo>
                    <a:pt x="70" y="855713"/>
                    <a:pt x="5547" y="812098"/>
                    <a:pt x="16429" y="777193"/>
                  </a:cubicBezTo>
                  <a:lnTo>
                    <a:pt x="180022" y="777193"/>
                  </a:lnTo>
                  <a:cubicBezTo>
                    <a:pt x="174545" y="812098"/>
                    <a:pt x="171807" y="844827"/>
                    <a:pt x="171807" y="875378"/>
                  </a:cubicBezTo>
                  <a:cubicBezTo>
                    <a:pt x="171807" y="927771"/>
                    <a:pt x="175599" y="966750"/>
                    <a:pt x="183252" y="992385"/>
                  </a:cubicBezTo>
                  <a:cubicBezTo>
                    <a:pt x="190905" y="1018020"/>
                    <a:pt x="203402" y="1030873"/>
                    <a:pt x="220885" y="1030873"/>
                  </a:cubicBezTo>
                  <a:cubicBezTo>
                    <a:pt x="236121" y="1030873"/>
                    <a:pt x="246793" y="1022726"/>
                    <a:pt x="252761" y="1006362"/>
                  </a:cubicBezTo>
                  <a:cubicBezTo>
                    <a:pt x="258729" y="989997"/>
                    <a:pt x="261748" y="962185"/>
                    <a:pt x="261748" y="922925"/>
                  </a:cubicBezTo>
                  <a:cubicBezTo>
                    <a:pt x="261748" y="874957"/>
                    <a:pt x="252199" y="831272"/>
                    <a:pt x="233102" y="792012"/>
                  </a:cubicBezTo>
                  <a:cubicBezTo>
                    <a:pt x="214004" y="752752"/>
                    <a:pt x="184305" y="705275"/>
                    <a:pt x="143933" y="649651"/>
                  </a:cubicBezTo>
                  <a:cubicBezTo>
                    <a:pt x="97032" y="586371"/>
                    <a:pt x="61294" y="528851"/>
                    <a:pt x="36791" y="477019"/>
                  </a:cubicBezTo>
                  <a:cubicBezTo>
                    <a:pt x="12217" y="425188"/>
                    <a:pt x="0" y="364366"/>
                    <a:pt x="0" y="294555"/>
                  </a:cubicBezTo>
                  <a:cubicBezTo>
                    <a:pt x="0" y="204025"/>
                    <a:pt x="19870" y="132318"/>
                    <a:pt x="59680" y="79363"/>
                  </a:cubicBezTo>
                  <a:cubicBezTo>
                    <a:pt x="99489" y="26478"/>
                    <a:pt x="153201" y="0"/>
                    <a:pt x="220815" y="0"/>
                  </a:cubicBezTo>
                  <a:cubicBezTo>
                    <a:pt x="288428" y="0"/>
                    <a:pt x="339402" y="25143"/>
                    <a:pt x="380335" y="75289"/>
                  </a:cubicBezTo>
                  <a:cubicBezTo>
                    <a:pt x="421268" y="125505"/>
                    <a:pt x="441700" y="190400"/>
                    <a:pt x="441700" y="270044"/>
                  </a:cubicBezTo>
                  <a:cubicBezTo>
                    <a:pt x="441700" y="322437"/>
                    <a:pt x="436223" y="366052"/>
                    <a:pt x="425341" y="400957"/>
                  </a:cubicBezTo>
                  <a:lnTo>
                    <a:pt x="261748" y="400957"/>
                  </a:lnTo>
                  <a:cubicBezTo>
                    <a:pt x="267225" y="366052"/>
                    <a:pt x="269963" y="333323"/>
                    <a:pt x="269963" y="302772"/>
                  </a:cubicBezTo>
                  <a:cubicBezTo>
                    <a:pt x="269963" y="250379"/>
                    <a:pt x="266101" y="211400"/>
                    <a:pt x="258518" y="185765"/>
                  </a:cubicBezTo>
                  <a:cubicBezTo>
                    <a:pt x="250865" y="160130"/>
                    <a:pt x="238297" y="147278"/>
                    <a:pt x="220885" y="147278"/>
                  </a:cubicBezTo>
                  <a:cubicBezTo>
                    <a:pt x="205579" y="147278"/>
                    <a:pt x="194977" y="155073"/>
                    <a:pt x="189009" y="170665"/>
                  </a:cubicBezTo>
                  <a:cubicBezTo>
                    <a:pt x="182971" y="186257"/>
                    <a:pt x="180022" y="212734"/>
                    <a:pt x="180022" y="250168"/>
                  </a:cubicBezTo>
                  <a:cubicBezTo>
                    <a:pt x="180022" y="295890"/>
                    <a:pt x="189571" y="337467"/>
                    <a:pt x="208668" y="374901"/>
                  </a:cubicBezTo>
                  <a:cubicBezTo>
                    <a:pt x="227766" y="412335"/>
                    <a:pt x="257465" y="457565"/>
                    <a:pt x="297837" y="510520"/>
                  </a:cubicBezTo>
                  <a:cubicBezTo>
                    <a:pt x="344738" y="575555"/>
                    <a:pt x="380476" y="634691"/>
                    <a:pt x="404979" y="687927"/>
                  </a:cubicBezTo>
                  <a:cubicBezTo>
                    <a:pt x="429483" y="741164"/>
                    <a:pt x="441770" y="803741"/>
                    <a:pt x="441770" y="875448"/>
                  </a:cubicBezTo>
                  <a:cubicBezTo>
                    <a:pt x="441770" y="968506"/>
                    <a:pt x="421830" y="1042250"/>
                    <a:pt x="382090" y="1096610"/>
                  </a:cubicBezTo>
                  <a:cubicBezTo>
                    <a:pt x="342281" y="1150970"/>
                    <a:pt x="288569" y="1178150"/>
                    <a:pt x="220955" y="1178150"/>
                  </a:cubicBezTo>
                  <a:cubicBezTo>
                    <a:pt x="153341" y="1178150"/>
                    <a:pt x="102368" y="1153077"/>
                    <a:pt x="61435" y="110286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3" name="Google Shape;423;p60"/>
            <p:cNvSpPr/>
            <p:nvPr/>
          </p:nvSpPr>
          <p:spPr>
            <a:xfrm>
              <a:off x="6968630" y="2781066"/>
              <a:ext cx="474418" cy="1145562"/>
            </a:xfrm>
            <a:custGeom>
              <a:rect b="b" l="l" r="r" t="t"/>
              <a:pathLst>
                <a:path extrusionOk="0" h="1145562" w="474418">
                  <a:moveTo>
                    <a:pt x="327185" y="1145562"/>
                  </a:moveTo>
                  <a:lnTo>
                    <a:pt x="147233" y="1145562"/>
                  </a:lnTo>
                  <a:lnTo>
                    <a:pt x="147233" y="163642"/>
                  </a:lnTo>
                  <a:lnTo>
                    <a:pt x="0" y="163642"/>
                  </a:lnTo>
                  <a:lnTo>
                    <a:pt x="0" y="0"/>
                  </a:lnTo>
                  <a:lnTo>
                    <a:pt x="474418" y="0"/>
                  </a:lnTo>
                  <a:lnTo>
                    <a:pt x="474418" y="163642"/>
                  </a:lnTo>
                  <a:lnTo>
                    <a:pt x="327185" y="163642"/>
                  </a:lnTo>
                  <a:lnTo>
                    <a:pt x="327185" y="114549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4" name="Google Shape;424;p60"/>
            <p:cNvSpPr/>
            <p:nvPr/>
          </p:nvSpPr>
          <p:spPr>
            <a:xfrm>
              <a:off x="7676993" y="2781066"/>
              <a:ext cx="359903" cy="1145562"/>
            </a:xfrm>
            <a:custGeom>
              <a:rect b="b" l="l" r="r" t="t"/>
              <a:pathLst>
                <a:path extrusionOk="0" h="1145562" w="359903">
                  <a:moveTo>
                    <a:pt x="179951" y="1145562"/>
                  </a:moveTo>
                  <a:lnTo>
                    <a:pt x="0" y="1145562"/>
                  </a:lnTo>
                  <a:lnTo>
                    <a:pt x="0" y="0"/>
                  </a:lnTo>
                  <a:lnTo>
                    <a:pt x="359903" y="0"/>
                  </a:lnTo>
                  <a:lnTo>
                    <a:pt x="359903" y="163642"/>
                  </a:lnTo>
                  <a:lnTo>
                    <a:pt x="179951" y="163642"/>
                  </a:lnTo>
                  <a:lnTo>
                    <a:pt x="179951" y="507289"/>
                  </a:lnTo>
                  <a:lnTo>
                    <a:pt x="310826" y="507289"/>
                  </a:lnTo>
                  <a:lnTo>
                    <a:pt x="310826" y="670931"/>
                  </a:lnTo>
                  <a:lnTo>
                    <a:pt x="179951" y="670931"/>
                  </a:lnTo>
                  <a:lnTo>
                    <a:pt x="179951" y="114549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5" name="Google Shape;425;p60"/>
            <p:cNvSpPr/>
            <p:nvPr/>
          </p:nvSpPr>
          <p:spPr>
            <a:xfrm>
              <a:off x="8102333" y="2781066"/>
              <a:ext cx="368118" cy="1145562"/>
            </a:xfrm>
            <a:custGeom>
              <a:rect b="b" l="l" r="r" t="t"/>
              <a:pathLst>
                <a:path extrusionOk="0" h="1145562" w="368118">
                  <a:moveTo>
                    <a:pt x="368118" y="1145562"/>
                  </a:moveTo>
                  <a:lnTo>
                    <a:pt x="0" y="1145562"/>
                  </a:lnTo>
                  <a:lnTo>
                    <a:pt x="0" y="0"/>
                  </a:lnTo>
                  <a:lnTo>
                    <a:pt x="368118" y="0"/>
                  </a:lnTo>
                  <a:lnTo>
                    <a:pt x="368118" y="163642"/>
                  </a:lnTo>
                  <a:lnTo>
                    <a:pt x="179952" y="163642"/>
                  </a:lnTo>
                  <a:lnTo>
                    <a:pt x="179952" y="482778"/>
                  </a:lnTo>
                  <a:lnTo>
                    <a:pt x="319041" y="482778"/>
                  </a:lnTo>
                  <a:lnTo>
                    <a:pt x="319041" y="646420"/>
                  </a:lnTo>
                  <a:lnTo>
                    <a:pt x="179952" y="646420"/>
                  </a:lnTo>
                  <a:lnTo>
                    <a:pt x="179952" y="981921"/>
                  </a:lnTo>
                  <a:lnTo>
                    <a:pt x="368118" y="981921"/>
                  </a:lnTo>
                  <a:lnTo>
                    <a:pt x="368118"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6" name="Google Shape;426;p60"/>
            <p:cNvSpPr/>
            <p:nvPr/>
          </p:nvSpPr>
          <p:spPr>
            <a:xfrm>
              <a:off x="8535818" y="2781066"/>
              <a:ext cx="368118" cy="1145562"/>
            </a:xfrm>
            <a:custGeom>
              <a:rect b="b" l="l" r="r" t="t"/>
              <a:pathLst>
                <a:path extrusionOk="0" h="1145562" w="368118">
                  <a:moveTo>
                    <a:pt x="368119" y="1145562"/>
                  </a:moveTo>
                  <a:lnTo>
                    <a:pt x="0" y="1145562"/>
                  </a:lnTo>
                  <a:lnTo>
                    <a:pt x="0" y="0"/>
                  </a:lnTo>
                  <a:lnTo>
                    <a:pt x="368119" y="0"/>
                  </a:lnTo>
                  <a:lnTo>
                    <a:pt x="368119" y="163642"/>
                  </a:lnTo>
                  <a:lnTo>
                    <a:pt x="179952" y="163642"/>
                  </a:lnTo>
                  <a:lnTo>
                    <a:pt x="179952" y="482778"/>
                  </a:lnTo>
                  <a:lnTo>
                    <a:pt x="319041" y="482778"/>
                  </a:lnTo>
                  <a:lnTo>
                    <a:pt x="319041" y="646420"/>
                  </a:lnTo>
                  <a:lnTo>
                    <a:pt x="179952" y="646420"/>
                  </a:lnTo>
                  <a:lnTo>
                    <a:pt x="179952" y="981921"/>
                  </a:lnTo>
                  <a:lnTo>
                    <a:pt x="368119" y="981921"/>
                  </a:lnTo>
                  <a:lnTo>
                    <a:pt x="368119"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7" name="Google Shape;427;p60"/>
            <p:cNvSpPr/>
            <p:nvPr/>
          </p:nvSpPr>
          <p:spPr>
            <a:xfrm>
              <a:off x="8969374" y="2781066"/>
              <a:ext cx="368118" cy="1145562"/>
            </a:xfrm>
            <a:custGeom>
              <a:rect b="b" l="l" r="r" t="t"/>
              <a:pathLst>
                <a:path extrusionOk="0" h="1145562" w="368118">
                  <a:moveTo>
                    <a:pt x="368118" y="1145562"/>
                  </a:moveTo>
                  <a:lnTo>
                    <a:pt x="0" y="1145562"/>
                  </a:lnTo>
                  <a:lnTo>
                    <a:pt x="0" y="0"/>
                  </a:lnTo>
                  <a:lnTo>
                    <a:pt x="179952" y="0"/>
                  </a:lnTo>
                  <a:lnTo>
                    <a:pt x="179952" y="981850"/>
                  </a:lnTo>
                  <a:lnTo>
                    <a:pt x="368118" y="981850"/>
                  </a:lnTo>
                  <a:lnTo>
                    <a:pt x="368118" y="114549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8" name="Google Shape;428;p60"/>
            <p:cNvSpPr/>
            <p:nvPr/>
          </p:nvSpPr>
          <p:spPr>
            <a:xfrm>
              <a:off x="9361925" y="2764842"/>
              <a:ext cx="441770" cy="1178150"/>
            </a:xfrm>
            <a:custGeom>
              <a:rect b="b" l="l" r="r" t="t"/>
              <a:pathLst>
                <a:path extrusionOk="0" h="1178150" w="441770">
                  <a:moveTo>
                    <a:pt x="61435" y="1102861"/>
                  </a:moveTo>
                  <a:cubicBezTo>
                    <a:pt x="20502" y="1052715"/>
                    <a:pt x="70" y="987750"/>
                    <a:pt x="70" y="908106"/>
                  </a:cubicBezTo>
                  <a:cubicBezTo>
                    <a:pt x="70" y="855713"/>
                    <a:pt x="5547" y="812098"/>
                    <a:pt x="16430" y="777193"/>
                  </a:cubicBezTo>
                  <a:lnTo>
                    <a:pt x="180022" y="777193"/>
                  </a:lnTo>
                  <a:cubicBezTo>
                    <a:pt x="174546" y="812098"/>
                    <a:pt x="171808" y="844827"/>
                    <a:pt x="171808" y="875378"/>
                  </a:cubicBezTo>
                  <a:cubicBezTo>
                    <a:pt x="171808" y="927771"/>
                    <a:pt x="175599" y="966750"/>
                    <a:pt x="183252" y="992385"/>
                  </a:cubicBezTo>
                  <a:cubicBezTo>
                    <a:pt x="190905" y="1018020"/>
                    <a:pt x="203403" y="1030873"/>
                    <a:pt x="220886" y="1030873"/>
                  </a:cubicBezTo>
                  <a:cubicBezTo>
                    <a:pt x="236121" y="1030873"/>
                    <a:pt x="246793" y="1022726"/>
                    <a:pt x="252761" y="1006362"/>
                  </a:cubicBezTo>
                  <a:cubicBezTo>
                    <a:pt x="258730" y="989997"/>
                    <a:pt x="261748" y="962185"/>
                    <a:pt x="261748" y="922925"/>
                  </a:cubicBezTo>
                  <a:cubicBezTo>
                    <a:pt x="261748" y="874957"/>
                    <a:pt x="252200" y="831272"/>
                    <a:pt x="233102" y="792012"/>
                  </a:cubicBezTo>
                  <a:cubicBezTo>
                    <a:pt x="214005" y="752752"/>
                    <a:pt x="184305" y="705275"/>
                    <a:pt x="143933" y="649651"/>
                  </a:cubicBezTo>
                  <a:cubicBezTo>
                    <a:pt x="97033" y="586371"/>
                    <a:pt x="61295" y="528851"/>
                    <a:pt x="36792" y="477019"/>
                  </a:cubicBezTo>
                  <a:cubicBezTo>
                    <a:pt x="12218" y="425188"/>
                    <a:pt x="0" y="364366"/>
                    <a:pt x="0" y="294555"/>
                  </a:cubicBezTo>
                  <a:cubicBezTo>
                    <a:pt x="0" y="204025"/>
                    <a:pt x="19870" y="132318"/>
                    <a:pt x="59680" y="79363"/>
                  </a:cubicBezTo>
                  <a:cubicBezTo>
                    <a:pt x="99490" y="26478"/>
                    <a:pt x="153202" y="0"/>
                    <a:pt x="220815" y="0"/>
                  </a:cubicBezTo>
                  <a:cubicBezTo>
                    <a:pt x="288429" y="0"/>
                    <a:pt x="339402" y="25143"/>
                    <a:pt x="380335" y="75289"/>
                  </a:cubicBezTo>
                  <a:cubicBezTo>
                    <a:pt x="421268" y="125505"/>
                    <a:pt x="441700" y="190400"/>
                    <a:pt x="441700" y="270044"/>
                  </a:cubicBezTo>
                  <a:cubicBezTo>
                    <a:pt x="441700" y="322437"/>
                    <a:pt x="436223" y="366052"/>
                    <a:pt x="425341" y="400957"/>
                  </a:cubicBezTo>
                  <a:lnTo>
                    <a:pt x="261748" y="400957"/>
                  </a:lnTo>
                  <a:cubicBezTo>
                    <a:pt x="267225" y="366052"/>
                    <a:pt x="269963" y="333323"/>
                    <a:pt x="269963" y="302772"/>
                  </a:cubicBezTo>
                  <a:cubicBezTo>
                    <a:pt x="269963" y="250379"/>
                    <a:pt x="266101" y="211400"/>
                    <a:pt x="258519" y="185765"/>
                  </a:cubicBezTo>
                  <a:cubicBezTo>
                    <a:pt x="250866" y="160130"/>
                    <a:pt x="238298" y="147278"/>
                    <a:pt x="220886" y="147278"/>
                  </a:cubicBezTo>
                  <a:cubicBezTo>
                    <a:pt x="205579" y="147278"/>
                    <a:pt x="194977" y="155073"/>
                    <a:pt x="189009" y="170665"/>
                  </a:cubicBezTo>
                  <a:cubicBezTo>
                    <a:pt x="182971" y="186257"/>
                    <a:pt x="180022" y="212734"/>
                    <a:pt x="180022" y="250168"/>
                  </a:cubicBezTo>
                  <a:cubicBezTo>
                    <a:pt x="180022" y="295890"/>
                    <a:pt x="189571" y="337467"/>
                    <a:pt x="208669" y="374901"/>
                  </a:cubicBezTo>
                  <a:cubicBezTo>
                    <a:pt x="227766" y="412335"/>
                    <a:pt x="257465" y="457565"/>
                    <a:pt x="297837" y="510520"/>
                  </a:cubicBezTo>
                  <a:cubicBezTo>
                    <a:pt x="344739" y="575555"/>
                    <a:pt x="380476" y="634691"/>
                    <a:pt x="404980" y="687927"/>
                  </a:cubicBezTo>
                  <a:cubicBezTo>
                    <a:pt x="429483" y="741164"/>
                    <a:pt x="441770" y="803741"/>
                    <a:pt x="441770" y="875448"/>
                  </a:cubicBezTo>
                  <a:cubicBezTo>
                    <a:pt x="441770" y="968506"/>
                    <a:pt x="421831" y="1042250"/>
                    <a:pt x="382091" y="1096610"/>
                  </a:cubicBezTo>
                  <a:cubicBezTo>
                    <a:pt x="342281" y="1150970"/>
                    <a:pt x="288569" y="1178150"/>
                    <a:pt x="220956" y="1178150"/>
                  </a:cubicBezTo>
                  <a:cubicBezTo>
                    <a:pt x="153342" y="1178150"/>
                    <a:pt x="102369" y="1153077"/>
                    <a:pt x="61435" y="110286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pic>
        <p:nvPicPr>
          <p:cNvPr id="429" name="Google Shape;429;p60"/>
          <p:cNvPicPr preferRelativeResize="0"/>
          <p:nvPr/>
        </p:nvPicPr>
        <p:blipFill rotWithShape="1">
          <a:blip r:embed="rId3">
            <a:alphaModFix/>
          </a:blip>
          <a:srcRect b="0" l="0" r="0" t="0"/>
          <a:stretch/>
        </p:blipFill>
        <p:spPr>
          <a:xfrm>
            <a:off x="298725" y="4880004"/>
            <a:ext cx="413251" cy="129343"/>
          </a:xfrm>
          <a:prstGeom prst="rect">
            <a:avLst/>
          </a:prstGeom>
          <a:noFill/>
          <a:ln>
            <a:noFill/>
          </a:ln>
        </p:spPr>
      </p:pic>
      <p:sp>
        <p:nvSpPr>
          <p:cNvPr id="430" name="Google Shape;430;p60"/>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chemeClr val="lt1"/>
                </a:solidFill>
                <a:latin typeface="Space Grotesk"/>
                <a:ea typeface="Space Grotesk"/>
                <a:cs typeface="Space Grotesk"/>
                <a:sym typeface="Space Grotesk"/>
              </a:rPr>
              <a:t>ⓒ </a:t>
            </a:r>
            <a:r>
              <a:rPr i="0" lang="en" sz="500" u="none" cap="none" strike="noStrike">
                <a:solidFill>
                  <a:schemeClr val="lt1"/>
                </a:solidFill>
                <a:latin typeface="Space Grotesk"/>
                <a:ea typeface="Space Grotesk"/>
                <a:cs typeface="Space Grotesk"/>
                <a:sym typeface="Space Grotesk"/>
              </a:rPr>
              <a:t>202</a:t>
            </a:r>
            <a:r>
              <a:rPr lang="en" sz="500">
                <a:solidFill>
                  <a:schemeClr val="lt1"/>
                </a:solidFill>
                <a:latin typeface="Space Grotesk"/>
                <a:ea typeface="Space Grotesk"/>
                <a:cs typeface="Space Grotesk"/>
                <a:sym typeface="Space Grotesk"/>
              </a:rPr>
              <a:t>4</a:t>
            </a:r>
            <a:r>
              <a:rPr i="0" lang="en" sz="500" u="none" cap="none" strike="noStrike">
                <a:solidFill>
                  <a:schemeClr val="lt1"/>
                </a:solidFill>
                <a:latin typeface="Space Grotesk"/>
                <a:ea typeface="Space Grotesk"/>
                <a:cs typeface="Space Grotesk"/>
                <a:sym typeface="Space Grotesk"/>
              </a:rPr>
              <a:t> </a:t>
            </a:r>
            <a:r>
              <a:rPr lang="en" sz="500">
                <a:solidFill>
                  <a:schemeClr val="lt1"/>
                </a:solidFill>
                <a:latin typeface="Space Grotesk"/>
                <a:ea typeface="Space Grotesk"/>
                <a:cs typeface="Space Grotesk"/>
                <a:sym typeface="Space Grotesk"/>
              </a:rPr>
              <a:t>Redis Ltd.</a:t>
            </a:r>
            <a:r>
              <a:rPr i="0" lang="en" sz="500" u="none" cap="none" strike="noStrike">
                <a:solidFill>
                  <a:schemeClr val="lt1"/>
                </a:solidFill>
                <a:latin typeface="Space Grotesk"/>
                <a:ea typeface="Space Grotesk"/>
                <a:cs typeface="Space Grotesk"/>
                <a:sym typeface="Space Grotesk"/>
              </a:rPr>
              <a:t> All rights reserved.</a:t>
            </a:r>
            <a:endParaRPr i="0" sz="1300" u="none" cap="none" strike="noStrike">
              <a:solidFill>
                <a:schemeClr val="lt1"/>
              </a:solidFill>
              <a:latin typeface="Space Grotesk"/>
              <a:ea typeface="Space Grotesk"/>
              <a:cs typeface="Space Grotesk"/>
              <a:sym typeface="Space Grotesk"/>
            </a:endParaRPr>
          </a:p>
        </p:txBody>
      </p:sp>
      <p:sp>
        <p:nvSpPr>
          <p:cNvPr id="431" name="Google Shape;431;p60"/>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6">
  <p:cSld name="TITLE_6">
    <p:spTree>
      <p:nvGrpSpPr>
        <p:cNvPr id="432" name="Shape 432"/>
        <p:cNvGrpSpPr/>
        <p:nvPr/>
      </p:nvGrpSpPr>
      <p:grpSpPr>
        <a:xfrm>
          <a:off x="0" y="0"/>
          <a:ext cx="0" cy="0"/>
          <a:chOff x="0" y="0"/>
          <a:chExt cx="0" cy="0"/>
        </a:xfrm>
      </p:grpSpPr>
      <p:sp>
        <p:nvSpPr>
          <p:cNvPr id="433" name="Google Shape;433;p61"/>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61"/>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61"/>
          <p:cNvSpPr txBox="1"/>
          <p:nvPr>
            <p:ph type="ctrTitle"/>
          </p:nvPr>
        </p:nvSpPr>
        <p:spPr>
          <a:xfrm>
            <a:off x="390525" y="1819275"/>
            <a:ext cx="8222100" cy="933600"/>
          </a:xfrm>
          <a:prstGeom prst="rect">
            <a:avLst/>
          </a:prstGeom>
        </p:spPr>
        <p:txBody>
          <a:bodyPr anchorCtr="0" anchor="t"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36" name="Google Shape;436;p61"/>
          <p:cNvSpPr txBox="1"/>
          <p:nvPr>
            <p:ph idx="1" type="subTitle"/>
          </p:nvPr>
        </p:nvSpPr>
        <p:spPr>
          <a:xfrm>
            <a:off x="390525" y="2789130"/>
            <a:ext cx="8222100" cy="4329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1"/>
              </a:buClr>
              <a:buSzPts val="12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437" name="Google Shape;437;p6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8" name="Shape 438"/>
        <p:cNvGrpSpPr/>
        <p:nvPr/>
      </p:nvGrpSpPr>
      <p:grpSpPr>
        <a:xfrm>
          <a:off x="0" y="0"/>
          <a:ext cx="0" cy="0"/>
          <a:chOff x="0" y="0"/>
          <a:chExt cx="0" cy="0"/>
        </a:xfrm>
      </p:grpSpPr>
      <p:sp>
        <p:nvSpPr>
          <p:cNvPr id="439" name="Google Shape;439;p62"/>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6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62"/>
          <p:cNvSpPr txBox="1"/>
          <p:nvPr>
            <p:ph type="title"/>
          </p:nvPr>
        </p:nvSpPr>
        <p:spPr>
          <a:xfrm>
            <a:off x="98250" y="16350"/>
            <a:ext cx="8826600" cy="602700"/>
          </a:xfrm>
          <a:prstGeom prst="rect">
            <a:avLst/>
          </a:prstGeom>
        </p:spPr>
        <p:txBody>
          <a:bodyPr anchorCtr="0" anchor="ctr" bIns="0" lIns="0" spcFirstLastPara="1" rIns="0" wrap="square" tIns="0">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42" name="Google Shape;442;p62"/>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7">
  <p:cSld name="TITLE_7">
    <p:spTree>
      <p:nvGrpSpPr>
        <p:cNvPr id="443" name="Shape 443"/>
        <p:cNvGrpSpPr/>
        <p:nvPr/>
      </p:nvGrpSpPr>
      <p:grpSpPr>
        <a:xfrm>
          <a:off x="0" y="0"/>
          <a:ext cx="0" cy="0"/>
          <a:chOff x="0" y="0"/>
          <a:chExt cx="0" cy="0"/>
        </a:xfrm>
      </p:grpSpPr>
      <p:sp>
        <p:nvSpPr>
          <p:cNvPr id="444" name="Google Shape;444;p63"/>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45" name="Google Shape;445;p63"/>
          <p:cNvSpPr txBox="1"/>
          <p:nvPr>
            <p:ph idx="1" type="subTitle"/>
          </p:nvPr>
        </p:nvSpPr>
        <p:spPr>
          <a:xfrm>
            <a:off x="311700" y="2834125"/>
            <a:ext cx="8520600" cy="7926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46" name="Google Shape;446;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Light 1">
  <p:cSld name="TITLE_AND_TWO_COLUMNS_1_2">
    <p:spTree>
      <p:nvGrpSpPr>
        <p:cNvPr id="447" name="Shape 447"/>
        <p:cNvGrpSpPr/>
        <p:nvPr/>
      </p:nvGrpSpPr>
      <p:grpSpPr>
        <a:xfrm>
          <a:off x="0" y="0"/>
          <a:ext cx="0" cy="0"/>
          <a:chOff x="0" y="0"/>
          <a:chExt cx="0" cy="0"/>
        </a:xfrm>
      </p:grpSpPr>
      <p:sp>
        <p:nvSpPr>
          <p:cNvPr id="448" name="Google Shape;448;p64"/>
          <p:cNvSpPr txBox="1"/>
          <p:nvPr>
            <p:ph type="title"/>
          </p:nvPr>
        </p:nvSpPr>
        <p:spPr>
          <a:xfrm>
            <a:off x="298725" y="445025"/>
            <a:ext cx="8349900" cy="405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2400"/>
              <a:buNone/>
              <a:defRPr/>
            </a:lvl4pPr>
            <a:lvl5pPr lvl="4" algn="l">
              <a:lnSpc>
                <a:spcPct val="100000"/>
              </a:lnSpc>
              <a:spcBef>
                <a:spcPts val="0"/>
              </a:spcBef>
              <a:spcAft>
                <a:spcPts val="0"/>
              </a:spcAft>
              <a:buSzPts val="2400"/>
              <a:buNone/>
              <a:defRPr/>
            </a:lvl5pPr>
            <a:lvl6pPr lvl="5" algn="l">
              <a:lnSpc>
                <a:spcPct val="100000"/>
              </a:lnSpc>
              <a:spcBef>
                <a:spcPts val="0"/>
              </a:spcBef>
              <a:spcAft>
                <a:spcPts val="0"/>
              </a:spcAft>
              <a:buSzPts val="2400"/>
              <a:buNone/>
              <a:defRPr/>
            </a:lvl6pPr>
            <a:lvl7pPr lvl="6" algn="l">
              <a:lnSpc>
                <a:spcPct val="100000"/>
              </a:lnSpc>
              <a:spcBef>
                <a:spcPts val="0"/>
              </a:spcBef>
              <a:spcAft>
                <a:spcPts val="0"/>
              </a:spcAft>
              <a:buSzPts val="2400"/>
              <a:buNone/>
              <a:defRPr/>
            </a:lvl7pPr>
            <a:lvl8pPr lvl="7" algn="l">
              <a:lnSpc>
                <a:spcPct val="100000"/>
              </a:lnSpc>
              <a:spcBef>
                <a:spcPts val="0"/>
              </a:spcBef>
              <a:spcAft>
                <a:spcPts val="0"/>
              </a:spcAft>
              <a:buSzPts val="2400"/>
              <a:buNone/>
              <a:defRPr/>
            </a:lvl8pPr>
            <a:lvl9pPr lvl="8" algn="l">
              <a:lnSpc>
                <a:spcPct val="100000"/>
              </a:lnSpc>
              <a:spcBef>
                <a:spcPts val="0"/>
              </a:spcBef>
              <a:spcAft>
                <a:spcPts val="0"/>
              </a:spcAft>
              <a:buSzPts val="2400"/>
              <a:buNone/>
              <a:defRPr/>
            </a:lvl9pPr>
          </a:lstStyle>
          <a:p/>
        </p:txBody>
      </p:sp>
      <p:sp>
        <p:nvSpPr>
          <p:cNvPr id="449" name="Google Shape;449;p64"/>
          <p:cNvSpPr txBox="1"/>
          <p:nvPr>
            <p:ph idx="2" type="title"/>
          </p:nvPr>
        </p:nvSpPr>
        <p:spPr>
          <a:xfrm>
            <a:off x="298725" y="898175"/>
            <a:ext cx="8349900" cy="209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1pPr>
            <a:lvl2pPr lvl="1"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2pPr>
            <a:lvl3pPr lvl="2"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3pPr>
            <a:lvl4pPr lvl="3"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4pPr>
            <a:lvl5pPr lvl="4"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5pPr>
            <a:lvl6pPr lvl="5"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6pPr>
            <a:lvl7pPr lvl="6"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7pPr>
            <a:lvl8pPr lvl="7"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8pPr>
            <a:lvl9pPr lvl="8"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9pPr>
          </a:lstStyle>
          <a:p/>
        </p:txBody>
      </p:sp>
      <p:sp>
        <p:nvSpPr>
          <p:cNvPr id="450" name="Google Shape;450;p64"/>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rgbClr val="B9C2C6"/>
                </a:solidFill>
                <a:latin typeface="Space Grotesk"/>
                <a:ea typeface="Space Grotesk"/>
                <a:cs typeface="Space Grotesk"/>
                <a:sym typeface="Space Grotesk"/>
              </a:rPr>
              <a:t>ⓒ 2024 Redis Ltd. All rights reserved.</a:t>
            </a:r>
            <a:endParaRPr b="0" i="0" sz="1300" u="none" cap="none" strike="noStrike">
              <a:solidFill>
                <a:srgbClr val="B9C2C6"/>
              </a:solidFill>
              <a:latin typeface="Space Grotesk"/>
              <a:ea typeface="Space Grotesk"/>
              <a:cs typeface="Space Grotesk"/>
              <a:sym typeface="Space Grotesk"/>
            </a:endParaRPr>
          </a:p>
        </p:txBody>
      </p:sp>
      <p:sp>
        <p:nvSpPr>
          <p:cNvPr id="451" name="Google Shape;451;p64"/>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pic>
        <p:nvPicPr>
          <p:cNvPr id="452" name="Google Shape;452;p64"/>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Light 1">
  <p:cSld name="TITLE_AND_TWO_COLUMNS_3">
    <p:spTree>
      <p:nvGrpSpPr>
        <p:cNvPr id="453" name="Shape 453"/>
        <p:cNvGrpSpPr/>
        <p:nvPr/>
      </p:nvGrpSpPr>
      <p:grpSpPr>
        <a:xfrm>
          <a:off x="0" y="0"/>
          <a:ext cx="0" cy="0"/>
          <a:chOff x="0" y="0"/>
          <a:chExt cx="0" cy="0"/>
        </a:xfrm>
      </p:grpSpPr>
      <p:sp>
        <p:nvSpPr>
          <p:cNvPr id="454" name="Google Shape;454;p65"/>
          <p:cNvSpPr txBox="1"/>
          <p:nvPr>
            <p:ph idx="1" type="body"/>
          </p:nvPr>
        </p:nvSpPr>
        <p:spPr>
          <a:xfrm>
            <a:off x="4774200" y="1482775"/>
            <a:ext cx="4058100" cy="31623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Font typeface="Space Grotesk"/>
              <a:buChar char="●"/>
              <a:defRPr>
                <a:latin typeface="Space Grotesk"/>
                <a:ea typeface="Space Grotesk"/>
                <a:cs typeface="Space Grotesk"/>
                <a:sym typeface="Space Grotesk"/>
              </a:defRPr>
            </a:lvl1pPr>
            <a:lvl2pPr indent="-304800" lvl="1" marL="914400">
              <a:spcBef>
                <a:spcPts val="0"/>
              </a:spcBef>
              <a:spcAft>
                <a:spcPts val="0"/>
              </a:spcAft>
              <a:buSzPts val="1200"/>
              <a:buFont typeface="Space Grotesk"/>
              <a:buChar char="○"/>
              <a:defRPr>
                <a:latin typeface="Space Grotesk"/>
                <a:ea typeface="Space Grotesk"/>
                <a:cs typeface="Space Grotesk"/>
                <a:sym typeface="Space Grotesk"/>
              </a:defRPr>
            </a:lvl2pPr>
            <a:lvl3pPr indent="-304800" lvl="2" marL="1371600">
              <a:spcBef>
                <a:spcPts val="0"/>
              </a:spcBef>
              <a:spcAft>
                <a:spcPts val="0"/>
              </a:spcAft>
              <a:buSzPts val="1200"/>
              <a:buFont typeface="Space Grotesk"/>
              <a:buChar char="■"/>
              <a:defRPr>
                <a:latin typeface="Space Grotesk"/>
                <a:ea typeface="Space Grotesk"/>
                <a:cs typeface="Space Grotesk"/>
                <a:sym typeface="Space Grotesk"/>
              </a:defRPr>
            </a:lvl3pPr>
            <a:lvl4pPr indent="-304800" lvl="3" marL="1828800">
              <a:spcBef>
                <a:spcPts val="0"/>
              </a:spcBef>
              <a:spcAft>
                <a:spcPts val="0"/>
              </a:spcAft>
              <a:buSzPts val="1200"/>
              <a:buFont typeface="Space Grotesk"/>
              <a:buChar char="●"/>
              <a:defRPr>
                <a:latin typeface="Space Grotesk"/>
                <a:ea typeface="Space Grotesk"/>
                <a:cs typeface="Space Grotesk"/>
                <a:sym typeface="Space Grotesk"/>
              </a:defRPr>
            </a:lvl4pPr>
            <a:lvl5pPr indent="-304800" lvl="4" marL="2286000">
              <a:spcBef>
                <a:spcPts val="0"/>
              </a:spcBef>
              <a:spcAft>
                <a:spcPts val="0"/>
              </a:spcAft>
              <a:buSzPts val="1200"/>
              <a:buFont typeface="Space Grotesk"/>
              <a:buChar char="○"/>
              <a:defRPr>
                <a:latin typeface="Space Grotesk"/>
                <a:ea typeface="Space Grotesk"/>
                <a:cs typeface="Space Grotesk"/>
                <a:sym typeface="Space Grotesk"/>
              </a:defRPr>
            </a:lvl5pPr>
            <a:lvl6pPr indent="-304800" lvl="5" marL="2743200">
              <a:spcBef>
                <a:spcPts val="0"/>
              </a:spcBef>
              <a:spcAft>
                <a:spcPts val="0"/>
              </a:spcAft>
              <a:buSzPts val="1200"/>
              <a:buFont typeface="Space Grotesk"/>
              <a:buChar char="■"/>
              <a:defRPr>
                <a:latin typeface="Space Grotesk"/>
                <a:ea typeface="Space Grotesk"/>
                <a:cs typeface="Space Grotesk"/>
                <a:sym typeface="Space Grotesk"/>
              </a:defRPr>
            </a:lvl6pPr>
            <a:lvl7pPr indent="-304800" lvl="6" marL="3200400">
              <a:spcBef>
                <a:spcPts val="0"/>
              </a:spcBef>
              <a:spcAft>
                <a:spcPts val="0"/>
              </a:spcAft>
              <a:buSzPts val="1200"/>
              <a:buFont typeface="Space Grotesk"/>
              <a:buChar char="●"/>
              <a:defRPr>
                <a:latin typeface="Space Grotesk"/>
                <a:ea typeface="Space Grotesk"/>
                <a:cs typeface="Space Grotesk"/>
                <a:sym typeface="Space Grotesk"/>
              </a:defRPr>
            </a:lvl7pPr>
            <a:lvl8pPr indent="-304800" lvl="7" marL="3657600">
              <a:spcBef>
                <a:spcPts val="0"/>
              </a:spcBef>
              <a:spcAft>
                <a:spcPts val="0"/>
              </a:spcAft>
              <a:buSzPts val="1200"/>
              <a:buFont typeface="Space Grotesk"/>
              <a:buChar char="○"/>
              <a:defRPr>
                <a:latin typeface="Space Grotesk"/>
                <a:ea typeface="Space Grotesk"/>
                <a:cs typeface="Space Grotesk"/>
                <a:sym typeface="Space Grotesk"/>
              </a:defRPr>
            </a:lvl8pPr>
            <a:lvl9pPr indent="-304800" lvl="8" marL="4114800">
              <a:spcBef>
                <a:spcPts val="0"/>
              </a:spcBef>
              <a:spcAft>
                <a:spcPts val="0"/>
              </a:spcAft>
              <a:buSzPts val="1200"/>
              <a:buFont typeface="Space Grotesk"/>
              <a:buChar char="■"/>
              <a:defRPr>
                <a:latin typeface="Space Grotesk"/>
                <a:ea typeface="Space Grotesk"/>
                <a:cs typeface="Space Grotesk"/>
                <a:sym typeface="Space Grotesk"/>
              </a:defRPr>
            </a:lvl9pPr>
          </a:lstStyle>
          <a:p/>
        </p:txBody>
      </p:sp>
      <p:sp>
        <p:nvSpPr>
          <p:cNvPr id="455" name="Google Shape;455;p65"/>
          <p:cNvSpPr txBox="1"/>
          <p:nvPr>
            <p:ph type="title"/>
          </p:nvPr>
        </p:nvSpPr>
        <p:spPr>
          <a:xfrm>
            <a:off x="298725" y="445025"/>
            <a:ext cx="8349900" cy="4053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56" name="Google Shape;456;p65"/>
          <p:cNvSpPr txBox="1"/>
          <p:nvPr>
            <p:ph idx="2" type="body"/>
          </p:nvPr>
        </p:nvSpPr>
        <p:spPr>
          <a:xfrm>
            <a:off x="298725" y="1482775"/>
            <a:ext cx="4058100" cy="31623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Font typeface="Space Grotesk"/>
              <a:buChar char="●"/>
              <a:defRPr>
                <a:latin typeface="Space Grotesk"/>
                <a:ea typeface="Space Grotesk"/>
                <a:cs typeface="Space Grotesk"/>
                <a:sym typeface="Space Grotesk"/>
              </a:defRPr>
            </a:lvl1pPr>
            <a:lvl2pPr indent="-304800" lvl="1" marL="914400">
              <a:spcBef>
                <a:spcPts val="0"/>
              </a:spcBef>
              <a:spcAft>
                <a:spcPts val="0"/>
              </a:spcAft>
              <a:buSzPts val="1200"/>
              <a:buFont typeface="Space Grotesk"/>
              <a:buChar char="○"/>
              <a:defRPr>
                <a:latin typeface="Space Grotesk"/>
                <a:ea typeface="Space Grotesk"/>
                <a:cs typeface="Space Grotesk"/>
                <a:sym typeface="Space Grotesk"/>
              </a:defRPr>
            </a:lvl2pPr>
            <a:lvl3pPr indent="-304800" lvl="2" marL="1371600">
              <a:spcBef>
                <a:spcPts val="0"/>
              </a:spcBef>
              <a:spcAft>
                <a:spcPts val="0"/>
              </a:spcAft>
              <a:buSzPts val="1200"/>
              <a:buFont typeface="Space Grotesk"/>
              <a:buChar char="■"/>
              <a:defRPr>
                <a:latin typeface="Space Grotesk"/>
                <a:ea typeface="Space Grotesk"/>
                <a:cs typeface="Space Grotesk"/>
                <a:sym typeface="Space Grotesk"/>
              </a:defRPr>
            </a:lvl3pPr>
            <a:lvl4pPr indent="-304800" lvl="3" marL="1828800">
              <a:spcBef>
                <a:spcPts val="0"/>
              </a:spcBef>
              <a:spcAft>
                <a:spcPts val="0"/>
              </a:spcAft>
              <a:buSzPts val="1200"/>
              <a:buFont typeface="Space Grotesk"/>
              <a:buChar char="●"/>
              <a:defRPr>
                <a:latin typeface="Space Grotesk"/>
                <a:ea typeface="Space Grotesk"/>
                <a:cs typeface="Space Grotesk"/>
                <a:sym typeface="Space Grotesk"/>
              </a:defRPr>
            </a:lvl4pPr>
            <a:lvl5pPr indent="-304800" lvl="4" marL="2286000">
              <a:spcBef>
                <a:spcPts val="0"/>
              </a:spcBef>
              <a:spcAft>
                <a:spcPts val="0"/>
              </a:spcAft>
              <a:buSzPts val="1200"/>
              <a:buFont typeface="Space Grotesk"/>
              <a:buChar char="○"/>
              <a:defRPr>
                <a:latin typeface="Space Grotesk"/>
                <a:ea typeface="Space Grotesk"/>
                <a:cs typeface="Space Grotesk"/>
                <a:sym typeface="Space Grotesk"/>
              </a:defRPr>
            </a:lvl5pPr>
            <a:lvl6pPr indent="-304800" lvl="5" marL="2743200">
              <a:spcBef>
                <a:spcPts val="0"/>
              </a:spcBef>
              <a:spcAft>
                <a:spcPts val="0"/>
              </a:spcAft>
              <a:buSzPts val="1200"/>
              <a:buFont typeface="Space Grotesk"/>
              <a:buChar char="■"/>
              <a:defRPr>
                <a:latin typeface="Space Grotesk"/>
                <a:ea typeface="Space Grotesk"/>
                <a:cs typeface="Space Grotesk"/>
                <a:sym typeface="Space Grotesk"/>
              </a:defRPr>
            </a:lvl6pPr>
            <a:lvl7pPr indent="-304800" lvl="6" marL="3200400">
              <a:spcBef>
                <a:spcPts val="0"/>
              </a:spcBef>
              <a:spcAft>
                <a:spcPts val="0"/>
              </a:spcAft>
              <a:buSzPts val="1200"/>
              <a:buFont typeface="Space Grotesk"/>
              <a:buChar char="●"/>
              <a:defRPr>
                <a:latin typeface="Space Grotesk"/>
                <a:ea typeface="Space Grotesk"/>
                <a:cs typeface="Space Grotesk"/>
                <a:sym typeface="Space Grotesk"/>
              </a:defRPr>
            </a:lvl7pPr>
            <a:lvl8pPr indent="-304800" lvl="7" marL="3657600">
              <a:spcBef>
                <a:spcPts val="0"/>
              </a:spcBef>
              <a:spcAft>
                <a:spcPts val="0"/>
              </a:spcAft>
              <a:buSzPts val="1200"/>
              <a:buFont typeface="Space Grotesk"/>
              <a:buChar char="○"/>
              <a:defRPr>
                <a:latin typeface="Space Grotesk"/>
                <a:ea typeface="Space Grotesk"/>
                <a:cs typeface="Space Grotesk"/>
                <a:sym typeface="Space Grotesk"/>
              </a:defRPr>
            </a:lvl8pPr>
            <a:lvl9pPr indent="-304800" lvl="8" marL="4114800">
              <a:spcBef>
                <a:spcPts val="0"/>
              </a:spcBef>
              <a:spcAft>
                <a:spcPts val="0"/>
              </a:spcAft>
              <a:buSzPts val="1200"/>
              <a:buFont typeface="Space Grotesk"/>
              <a:buChar char="■"/>
              <a:defRPr>
                <a:latin typeface="Space Grotesk"/>
                <a:ea typeface="Space Grotesk"/>
                <a:cs typeface="Space Grotesk"/>
                <a:sym typeface="Space Grotesk"/>
              </a:defRPr>
            </a:lvl9pPr>
          </a:lstStyle>
          <a:p/>
        </p:txBody>
      </p:sp>
      <p:sp>
        <p:nvSpPr>
          <p:cNvPr id="457" name="Google Shape;457;p65"/>
          <p:cNvSpPr txBox="1"/>
          <p:nvPr>
            <p:ph idx="3" type="title"/>
          </p:nvPr>
        </p:nvSpPr>
        <p:spPr>
          <a:xfrm>
            <a:off x="298725" y="898175"/>
            <a:ext cx="8349900" cy="209700"/>
          </a:xfrm>
          <a:prstGeom prst="rect">
            <a:avLst/>
          </a:prstGeom>
        </p:spPr>
        <p:txBody>
          <a:bodyPr anchorCtr="0" anchor="ctr" bIns="0" lIns="0" spcFirstLastPara="1" rIns="0" wrap="square" tIns="0">
            <a:noAutofit/>
          </a:bodyPr>
          <a:lstStyle>
            <a:lvl1pPr lvl="0">
              <a:spcBef>
                <a:spcPts val="0"/>
              </a:spcBef>
              <a:spcAft>
                <a:spcPts val="0"/>
              </a:spcAft>
              <a:buSzPts val="1400"/>
              <a:buFont typeface="Space Grotesk"/>
              <a:buNone/>
              <a:defRPr sz="1400">
                <a:latin typeface="Space Grotesk"/>
                <a:ea typeface="Space Grotesk"/>
                <a:cs typeface="Space Grotesk"/>
                <a:sym typeface="Space Grotesk"/>
              </a:defRPr>
            </a:lvl1pPr>
            <a:lvl2pPr lvl="1">
              <a:spcBef>
                <a:spcPts val="0"/>
              </a:spcBef>
              <a:spcAft>
                <a:spcPts val="0"/>
              </a:spcAft>
              <a:buSzPts val="1400"/>
              <a:buFont typeface="Space Grotesk"/>
              <a:buNone/>
              <a:defRPr sz="1400">
                <a:latin typeface="Space Grotesk"/>
                <a:ea typeface="Space Grotesk"/>
                <a:cs typeface="Space Grotesk"/>
                <a:sym typeface="Space Grotesk"/>
              </a:defRPr>
            </a:lvl2pPr>
            <a:lvl3pPr lvl="2">
              <a:spcBef>
                <a:spcPts val="0"/>
              </a:spcBef>
              <a:spcAft>
                <a:spcPts val="0"/>
              </a:spcAft>
              <a:buSzPts val="1400"/>
              <a:buFont typeface="Space Grotesk"/>
              <a:buNone/>
              <a:defRPr sz="1400">
                <a:latin typeface="Space Grotesk"/>
                <a:ea typeface="Space Grotesk"/>
                <a:cs typeface="Space Grotesk"/>
                <a:sym typeface="Space Grotesk"/>
              </a:defRPr>
            </a:lvl3pPr>
            <a:lvl4pPr lvl="3">
              <a:spcBef>
                <a:spcPts val="0"/>
              </a:spcBef>
              <a:spcAft>
                <a:spcPts val="0"/>
              </a:spcAft>
              <a:buSzPts val="1400"/>
              <a:buFont typeface="Space Grotesk"/>
              <a:buNone/>
              <a:defRPr sz="1400">
                <a:latin typeface="Space Grotesk"/>
                <a:ea typeface="Space Grotesk"/>
                <a:cs typeface="Space Grotesk"/>
                <a:sym typeface="Space Grotesk"/>
              </a:defRPr>
            </a:lvl4pPr>
            <a:lvl5pPr lvl="4">
              <a:spcBef>
                <a:spcPts val="0"/>
              </a:spcBef>
              <a:spcAft>
                <a:spcPts val="0"/>
              </a:spcAft>
              <a:buSzPts val="1400"/>
              <a:buFont typeface="Space Grotesk"/>
              <a:buNone/>
              <a:defRPr sz="1400">
                <a:latin typeface="Space Grotesk"/>
                <a:ea typeface="Space Grotesk"/>
                <a:cs typeface="Space Grotesk"/>
                <a:sym typeface="Space Grotesk"/>
              </a:defRPr>
            </a:lvl5pPr>
            <a:lvl6pPr lvl="5">
              <a:spcBef>
                <a:spcPts val="0"/>
              </a:spcBef>
              <a:spcAft>
                <a:spcPts val="0"/>
              </a:spcAft>
              <a:buSzPts val="1400"/>
              <a:buFont typeface="Space Grotesk"/>
              <a:buNone/>
              <a:defRPr sz="1400">
                <a:latin typeface="Space Grotesk"/>
                <a:ea typeface="Space Grotesk"/>
                <a:cs typeface="Space Grotesk"/>
                <a:sym typeface="Space Grotesk"/>
              </a:defRPr>
            </a:lvl6pPr>
            <a:lvl7pPr lvl="6">
              <a:spcBef>
                <a:spcPts val="0"/>
              </a:spcBef>
              <a:spcAft>
                <a:spcPts val="0"/>
              </a:spcAft>
              <a:buSzPts val="1400"/>
              <a:buFont typeface="Space Grotesk"/>
              <a:buNone/>
              <a:defRPr sz="1400">
                <a:latin typeface="Space Grotesk"/>
                <a:ea typeface="Space Grotesk"/>
                <a:cs typeface="Space Grotesk"/>
                <a:sym typeface="Space Grotesk"/>
              </a:defRPr>
            </a:lvl7pPr>
            <a:lvl8pPr lvl="7">
              <a:spcBef>
                <a:spcPts val="0"/>
              </a:spcBef>
              <a:spcAft>
                <a:spcPts val="0"/>
              </a:spcAft>
              <a:buSzPts val="1400"/>
              <a:buFont typeface="Space Grotesk"/>
              <a:buNone/>
              <a:defRPr sz="1400">
                <a:latin typeface="Space Grotesk"/>
                <a:ea typeface="Space Grotesk"/>
                <a:cs typeface="Space Grotesk"/>
                <a:sym typeface="Space Grotesk"/>
              </a:defRPr>
            </a:lvl8pPr>
            <a:lvl9pPr lvl="8">
              <a:spcBef>
                <a:spcPts val="0"/>
              </a:spcBef>
              <a:spcAft>
                <a:spcPts val="0"/>
              </a:spcAft>
              <a:buSzPts val="1400"/>
              <a:buFont typeface="Space Grotesk"/>
              <a:buNone/>
              <a:defRPr sz="1400">
                <a:latin typeface="Space Grotesk"/>
                <a:ea typeface="Space Grotesk"/>
                <a:cs typeface="Space Grotesk"/>
                <a:sym typeface="Space Grotesk"/>
              </a:defRPr>
            </a:lvl9pPr>
          </a:lstStyle>
          <a:p/>
        </p:txBody>
      </p:sp>
      <p:sp>
        <p:nvSpPr>
          <p:cNvPr id="458" name="Google Shape;458;p65"/>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rgbClr val="B9C2C6"/>
                </a:solidFill>
                <a:latin typeface="Space Grotesk"/>
                <a:ea typeface="Space Grotesk"/>
                <a:cs typeface="Space Grotesk"/>
                <a:sym typeface="Space Grotesk"/>
              </a:rPr>
              <a:t>ⓒ </a:t>
            </a:r>
            <a:r>
              <a:rPr i="0" lang="en" sz="500" u="none" cap="none" strike="noStrike">
                <a:solidFill>
                  <a:srgbClr val="B9C2C6"/>
                </a:solidFill>
                <a:latin typeface="Space Grotesk"/>
                <a:ea typeface="Space Grotesk"/>
                <a:cs typeface="Space Grotesk"/>
                <a:sym typeface="Space Grotesk"/>
              </a:rPr>
              <a:t>202</a:t>
            </a:r>
            <a:r>
              <a:rPr lang="en" sz="500">
                <a:solidFill>
                  <a:srgbClr val="B9C2C6"/>
                </a:solidFill>
                <a:latin typeface="Space Grotesk"/>
                <a:ea typeface="Space Grotesk"/>
                <a:cs typeface="Space Grotesk"/>
                <a:sym typeface="Space Grotesk"/>
              </a:rPr>
              <a:t>4</a:t>
            </a:r>
            <a:r>
              <a:rPr i="0" lang="en" sz="500" u="none" cap="none" strike="noStrike">
                <a:solidFill>
                  <a:srgbClr val="B9C2C6"/>
                </a:solidFill>
                <a:latin typeface="Space Grotesk"/>
                <a:ea typeface="Space Grotesk"/>
                <a:cs typeface="Space Grotesk"/>
                <a:sym typeface="Space Grotesk"/>
              </a:rPr>
              <a:t> </a:t>
            </a:r>
            <a:r>
              <a:rPr lang="en" sz="500">
                <a:solidFill>
                  <a:srgbClr val="B9C2C6"/>
                </a:solidFill>
                <a:latin typeface="Space Grotesk"/>
                <a:ea typeface="Space Grotesk"/>
                <a:cs typeface="Space Grotesk"/>
                <a:sym typeface="Space Grotesk"/>
              </a:rPr>
              <a:t>Redis Ltd.</a:t>
            </a:r>
            <a:r>
              <a:rPr i="0" lang="en" sz="500" u="none" cap="none" strike="noStrike">
                <a:solidFill>
                  <a:srgbClr val="B9C2C6"/>
                </a:solidFill>
                <a:latin typeface="Space Grotesk"/>
                <a:ea typeface="Space Grotesk"/>
                <a:cs typeface="Space Grotesk"/>
                <a:sym typeface="Space Grotesk"/>
              </a:rPr>
              <a:t> All rights reserved.</a:t>
            </a:r>
            <a:endParaRPr i="0" sz="1300" u="none" cap="none" strike="noStrike">
              <a:solidFill>
                <a:srgbClr val="B9C2C6"/>
              </a:solidFill>
              <a:latin typeface="Space Grotesk"/>
              <a:ea typeface="Space Grotesk"/>
              <a:cs typeface="Space Grotesk"/>
              <a:sym typeface="Space Grotesk"/>
            </a:endParaRPr>
          </a:p>
        </p:txBody>
      </p:sp>
      <p:sp>
        <p:nvSpPr>
          <p:cNvPr id="459" name="Google Shape;459;p65"/>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pic>
        <p:nvPicPr>
          <p:cNvPr id="460" name="Google Shape;460;p65"/>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Light 1">
  <p:cSld name="ONE_COLUMN_TEXT_2">
    <p:spTree>
      <p:nvGrpSpPr>
        <p:cNvPr id="461" name="Shape 461"/>
        <p:cNvGrpSpPr/>
        <p:nvPr/>
      </p:nvGrpSpPr>
      <p:grpSpPr>
        <a:xfrm>
          <a:off x="0" y="0"/>
          <a:ext cx="0" cy="0"/>
          <a:chOff x="0" y="0"/>
          <a:chExt cx="0" cy="0"/>
        </a:xfrm>
      </p:grpSpPr>
      <p:sp>
        <p:nvSpPr>
          <p:cNvPr id="462" name="Google Shape;462;p66"/>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500">
                <a:solidFill>
                  <a:srgbClr val="B9C2C6"/>
                </a:solidFill>
                <a:latin typeface="Space Grotesk"/>
                <a:ea typeface="Space Grotesk"/>
                <a:cs typeface="Space Grotesk"/>
                <a:sym typeface="Space Grotesk"/>
              </a:rPr>
              <a:t>ⓒ </a:t>
            </a:r>
            <a:r>
              <a:rPr i="0" lang="en" sz="500" u="none" cap="none" strike="noStrike">
                <a:solidFill>
                  <a:srgbClr val="B9C2C6"/>
                </a:solidFill>
                <a:latin typeface="Space Grotesk"/>
                <a:ea typeface="Space Grotesk"/>
                <a:cs typeface="Space Grotesk"/>
                <a:sym typeface="Space Grotesk"/>
              </a:rPr>
              <a:t>202</a:t>
            </a:r>
            <a:r>
              <a:rPr lang="en" sz="500">
                <a:solidFill>
                  <a:srgbClr val="B9C2C6"/>
                </a:solidFill>
                <a:latin typeface="Space Grotesk"/>
                <a:ea typeface="Space Grotesk"/>
                <a:cs typeface="Space Grotesk"/>
                <a:sym typeface="Space Grotesk"/>
              </a:rPr>
              <a:t>4</a:t>
            </a:r>
            <a:r>
              <a:rPr i="0" lang="en" sz="500" u="none" cap="none" strike="noStrike">
                <a:solidFill>
                  <a:srgbClr val="B9C2C6"/>
                </a:solidFill>
                <a:latin typeface="Space Grotesk"/>
                <a:ea typeface="Space Grotesk"/>
                <a:cs typeface="Space Grotesk"/>
                <a:sym typeface="Space Grotesk"/>
              </a:rPr>
              <a:t> </a:t>
            </a:r>
            <a:r>
              <a:rPr lang="en" sz="500">
                <a:solidFill>
                  <a:srgbClr val="B9C2C6"/>
                </a:solidFill>
                <a:latin typeface="Space Grotesk"/>
                <a:ea typeface="Space Grotesk"/>
                <a:cs typeface="Space Grotesk"/>
                <a:sym typeface="Space Grotesk"/>
              </a:rPr>
              <a:t>Redis Ltd.</a:t>
            </a:r>
            <a:r>
              <a:rPr i="0" lang="en" sz="500" u="none" cap="none" strike="noStrike">
                <a:solidFill>
                  <a:srgbClr val="B9C2C6"/>
                </a:solidFill>
                <a:latin typeface="Space Grotesk"/>
                <a:ea typeface="Space Grotesk"/>
                <a:cs typeface="Space Grotesk"/>
                <a:sym typeface="Space Grotesk"/>
              </a:rPr>
              <a:t> All rights reserved.</a:t>
            </a:r>
            <a:endParaRPr i="0" sz="1300" u="none" cap="none" strike="noStrike">
              <a:solidFill>
                <a:srgbClr val="B9C2C6"/>
              </a:solidFill>
              <a:latin typeface="Space Grotesk"/>
              <a:ea typeface="Space Grotesk"/>
              <a:cs typeface="Space Grotesk"/>
              <a:sym typeface="Space Grotesk"/>
            </a:endParaRPr>
          </a:p>
        </p:txBody>
      </p:sp>
      <p:sp>
        <p:nvSpPr>
          <p:cNvPr id="463" name="Google Shape;463;p66"/>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B9C2C6"/>
                </a:solidFill>
                <a:latin typeface="Space Mono"/>
                <a:ea typeface="Space Mono"/>
                <a:cs typeface="Space Mono"/>
                <a:sym typeface="Space Mono"/>
              </a:rPr>
              <a:t>‹#›</a:t>
            </a:fld>
            <a:endParaRPr sz="500">
              <a:solidFill>
                <a:srgbClr val="B9C2C6"/>
              </a:solidFill>
              <a:latin typeface="Space Mono"/>
              <a:ea typeface="Space Mono"/>
              <a:cs typeface="Space Mono"/>
              <a:sym typeface="Space Mono"/>
            </a:endParaRPr>
          </a:p>
        </p:txBody>
      </p:sp>
      <p:pic>
        <p:nvPicPr>
          <p:cNvPr id="464" name="Google Shape;464;p66"/>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465" name="Google Shape;465;p66"/>
          <p:cNvSpPr txBox="1"/>
          <p:nvPr>
            <p:ph type="title"/>
          </p:nvPr>
        </p:nvSpPr>
        <p:spPr>
          <a:xfrm>
            <a:off x="298725" y="445025"/>
            <a:ext cx="8349900" cy="4053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66" name="Google Shape;466;p66"/>
          <p:cNvSpPr txBox="1"/>
          <p:nvPr>
            <p:ph idx="2" type="title"/>
          </p:nvPr>
        </p:nvSpPr>
        <p:spPr>
          <a:xfrm>
            <a:off x="298725" y="898175"/>
            <a:ext cx="8349900" cy="209700"/>
          </a:xfrm>
          <a:prstGeom prst="rect">
            <a:avLst/>
          </a:prstGeom>
        </p:spPr>
        <p:txBody>
          <a:bodyPr anchorCtr="0" anchor="ctr" bIns="0" lIns="0" spcFirstLastPara="1" rIns="0" wrap="square" tIns="0">
            <a:noAutofit/>
          </a:bodyPr>
          <a:lstStyle>
            <a:lvl1pPr lvl="0">
              <a:spcBef>
                <a:spcPts val="0"/>
              </a:spcBef>
              <a:spcAft>
                <a:spcPts val="0"/>
              </a:spcAft>
              <a:buSzPts val="1400"/>
              <a:buFont typeface="Space Grotesk"/>
              <a:buNone/>
              <a:defRPr sz="1400">
                <a:latin typeface="Space Grotesk"/>
                <a:ea typeface="Space Grotesk"/>
                <a:cs typeface="Space Grotesk"/>
                <a:sym typeface="Space Grotesk"/>
              </a:defRPr>
            </a:lvl1pPr>
            <a:lvl2pPr lvl="1">
              <a:spcBef>
                <a:spcPts val="0"/>
              </a:spcBef>
              <a:spcAft>
                <a:spcPts val="0"/>
              </a:spcAft>
              <a:buSzPts val="1400"/>
              <a:buFont typeface="Space Grotesk"/>
              <a:buNone/>
              <a:defRPr sz="1400">
                <a:latin typeface="Space Grotesk"/>
                <a:ea typeface="Space Grotesk"/>
                <a:cs typeface="Space Grotesk"/>
                <a:sym typeface="Space Grotesk"/>
              </a:defRPr>
            </a:lvl2pPr>
            <a:lvl3pPr lvl="2">
              <a:spcBef>
                <a:spcPts val="0"/>
              </a:spcBef>
              <a:spcAft>
                <a:spcPts val="0"/>
              </a:spcAft>
              <a:buSzPts val="1400"/>
              <a:buFont typeface="Space Grotesk"/>
              <a:buNone/>
              <a:defRPr sz="1400">
                <a:latin typeface="Space Grotesk"/>
                <a:ea typeface="Space Grotesk"/>
                <a:cs typeface="Space Grotesk"/>
                <a:sym typeface="Space Grotesk"/>
              </a:defRPr>
            </a:lvl3pPr>
            <a:lvl4pPr lvl="3">
              <a:spcBef>
                <a:spcPts val="0"/>
              </a:spcBef>
              <a:spcAft>
                <a:spcPts val="0"/>
              </a:spcAft>
              <a:buSzPts val="1400"/>
              <a:buFont typeface="Space Grotesk"/>
              <a:buNone/>
              <a:defRPr sz="1400">
                <a:latin typeface="Space Grotesk"/>
                <a:ea typeface="Space Grotesk"/>
                <a:cs typeface="Space Grotesk"/>
                <a:sym typeface="Space Grotesk"/>
              </a:defRPr>
            </a:lvl4pPr>
            <a:lvl5pPr lvl="4">
              <a:spcBef>
                <a:spcPts val="0"/>
              </a:spcBef>
              <a:spcAft>
                <a:spcPts val="0"/>
              </a:spcAft>
              <a:buSzPts val="1400"/>
              <a:buFont typeface="Space Grotesk"/>
              <a:buNone/>
              <a:defRPr sz="1400">
                <a:latin typeface="Space Grotesk"/>
                <a:ea typeface="Space Grotesk"/>
                <a:cs typeface="Space Grotesk"/>
                <a:sym typeface="Space Grotesk"/>
              </a:defRPr>
            </a:lvl5pPr>
            <a:lvl6pPr lvl="5">
              <a:spcBef>
                <a:spcPts val="0"/>
              </a:spcBef>
              <a:spcAft>
                <a:spcPts val="0"/>
              </a:spcAft>
              <a:buSzPts val="1400"/>
              <a:buFont typeface="Space Grotesk"/>
              <a:buNone/>
              <a:defRPr sz="1400">
                <a:latin typeface="Space Grotesk"/>
                <a:ea typeface="Space Grotesk"/>
                <a:cs typeface="Space Grotesk"/>
                <a:sym typeface="Space Grotesk"/>
              </a:defRPr>
            </a:lvl6pPr>
            <a:lvl7pPr lvl="6">
              <a:spcBef>
                <a:spcPts val="0"/>
              </a:spcBef>
              <a:spcAft>
                <a:spcPts val="0"/>
              </a:spcAft>
              <a:buSzPts val="1400"/>
              <a:buFont typeface="Space Grotesk"/>
              <a:buNone/>
              <a:defRPr sz="1400">
                <a:latin typeface="Space Grotesk"/>
                <a:ea typeface="Space Grotesk"/>
                <a:cs typeface="Space Grotesk"/>
                <a:sym typeface="Space Grotesk"/>
              </a:defRPr>
            </a:lvl7pPr>
            <a:lvl8pPr lvl="7">
              <a:spcBef>
                <a:spcPts val="0"/>
              </a:spcBef>
              <a:spcAft>
                <a:spcPts val="0"/>
              </a:spcAft>
              <a:buSzPts val="1400"/>
              <a:buFont typeface="Space Grotesk"/>
              <a:buNone/>
              <a:defRPr sz="1400">
                <a:latin typeface="Space Grotesk"/>
                <a:ea typeface="Space Grotesk"/>
                <a:cs typeface="Space Grotesk"/>
                <a:sym typeface="Space Grotesk"/>
              </a:defRPr>
            </a:lvl8pPr>
            <a:lvl9pPr lvl="8">
              <a:spcBef>
                <a:spcPts val="0"/>
              </a:spcBef>
              <a:spcAft>
                <a:spcPts val="0"/>
              </a:spcAft>
              <a:buSzPts val="1400"/>
              <a:buFont typeface="Space Grotesk"/>
              <a:buNone/>
              <a:defRPr sz="1400">
                <a:latin typeface="Space Grotesk"/>
                <a:ea typeface="Space Grotesk"/>
                <a:cs typeface="Space Grotesk"/>
                <a:sym typeface="Space Grotesk"/>
              </a:defRPr>
            </a:lvl9pPr>
          </a:lstStyle>
          <a:p/>
        </p:txBody>
      </p:sp>
      <p:sp>
        <p:nvSpPr>
          <p:cNvPr id="467" name="Google Shape;467;p66"/>
          <p:cNvSpPr txBox="1"/>
          <p:nvPr>
            <p:ph idx="1" type="body"/>
          </p:nvPr>
        </p:nvSpPr>
        <p:spPr>
          <a:xfrm>
            <a:off x="3211139" y="1482775"/>
            <a:ext cx="2593500" cy="31623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Font typeface="Space Grotesk"/>
              <a:buChar char="●"/>
              <a:defRPr>
                <a:latin typeface="Space Grotesk"/>
                <a:ea typeface="Space Grotesk"/>
                <a:cs typeface="Space Grotesk"/>
                <a:sym typeface="Space Grotesk"/>
              </a:defRPr>
            </a:lvl1pPr>
            <a:lvl2pPr indent="-292100" lvl="1" marL="914400">
              <a:spcBef>
                <a:spcPts val="0"/>
              </a:spcBef>
              <a:spcAft>
                <a:spcPts val="0"/>
              </a:spcAft>
              <a:buSzPts val="1000"/>
              <a:buFont typeface="Space Grotesk"/>
              <a:buChar char="○"/>
              <a:defRPr sz="1000">
                <a:latin typeface="Space Grotesk"/>
                <a:ea typeface="Space Grotesk"/>
                <a:cs typeface="Space Grotesk"/>
                <a:sym typeface="Space Grotesk"/>
              </a:defRPr>
            </a:lvl2pPr>
            <a:lvl3pPr indent="-292100" lvl="2" marL="1371600">
              <a:spcBef>
                <a:spcPts val="0"/>
              </a:spcBef>
              <a:spcAft>
                <a:spcPts val="0"/>
              </a:spcAft>
              <a:buSzPts val="1000"/>
              <a:buFont typeface="Space Grotesk"/>
              <a:buChar char="■"/>
              <a:defRPr sz="1000">
                <a:latin typeface="Space Grotesk"/>
                <a:ea typeface="Space Grotesk"/>
                <a:cs typeface="Space Grotesk"/>
                <a:sym typeface="Space Grotesk"/>
              </a:defRPr>
            </a:lvl3pPr>
            <a:lvl4pPr indent="-292100" lvl="3" marL="1828800">
              <a:spcBef>
                <a:spcPts val="0"/>
              </a:spcBef>
              <a:spcAft>
                <a:spcPts val="0"/>
              </a:spcAft>
              <a:buSzPts val="1000"/>
              <a:buFont typeface="Space Grotesk"/>
              <a:buChar char="●"/>
              <a:defRPr sz="1000">
                <a:latin typeface="Space Grotesk"/>
                <a:ea typeface="Space Grotesk"/>
                <a:cs typeface="Space Grotesk"/>
                <a:sym typeface="Space Grotesk"/>
              </a:defRPr>
            </a:lvl4pPr>
            <a:lvl5pPr indent="-292100" lvl="4" marL="2286000">
              <a:spcBef>
                <a:spcPts val="0"/>
              </a:spcBef>
              <a:spcAft>
                <a:spcPts val="0"/>
              </a:spcAft>
              <a:buSzPts val="1000"/>
              <a:buFont typeface="Space Grotesk"/>
              <a:buChar char="○"/>
              <a:defRPr sz="1000">
                <a:latin typeface="Space Grotesk"/>
                <a:ea typeface="Space Grotesk"/>
                <a:cs typeface="Space Grotesk"/>
                <a:sym typeface="Space Grotesk"/>
              </a:defRPr>
            </a:lvl5pPr>
            <a:lvl6pPr indent="-292100" lvl="5" marL="2743200">
              <a:spcBef>
                <a:spcPts val="0"/>
              </a:spcBef>
              <a:spcAft>
                <a:spcPts val="0"/>
              </a:spcAft>
              <a:buSzPts val="1000"/>
              <a:buFont typeface="Space Grotesk"/>
              <a:buChar char="■"/>
              <a:defRPr sz="1000">
                <a:latin typeface="Space Grotesk"/>
                <a:ea typeface="Space Grotesk"/>
                <a:cs typeface="Space Grotesk"/>
                <a:sym typeface="Space Grotesk"/>
              </a:defRPr>
            </a:lvl6pPr>
            <a:lvl7pPr indent="-292100" lvl="6" marL="3200400">
              <a:spcBef>
                <a:spcPts val="0"/>
              </a:spcBef>
              <a:spcAft>
                <a:spcPts val="0"/>
              </a:spcAft>
              <a:buSzPts val="1000"/>
              <a:buFont typeface="Space Grotesk"/>
              <a:buChar char="●"/>
              <a:defRPr sz="1000">
                <a:latin typeface="Space Grotesk"/>
                <a:ea typeface="Space Grotesk"/>
                <a:cs typeface="Space Grotesk"/>
                <a:sym typeface="Space Grotesk"/>
              </a:defRPr>
            </a:lvl7pPr>
            <a:lvl8pPr indent="-292100" lvl="7" marL="3657600">
              <a:spcBef>
                <a:spcPts val="0"/>
              </a:spcBef>
              <a:spcAft>
                <a:spcPts val="0"/>
              </a:spcAft>
              <a:buSzPts val="1000"/>
              <a:buFont typeface="Space Grotesk"/>
              <a:buChar char="○"/>
              <a:defRPr sz="1000">
                <a:latin typeface="Space Grotesk"/>
                <a:ea typeface="Space Grotesk"/>
                <a:cs typeface="Space Grotesk"/>
                <a:sym typeface="Space Grotesk"/>
              </a:defRPr>
            </a:lvl8pPr>
            <a:lvl9pPr indent="-292100" lvl="8" marL="4114800">
              <a:spcBef>
                <a:spcPts val="0"/>
              </a:spcBef>
              <a:spcAft>
                <a:spcPts val="0"/>
              </a:spcAft>
              <a:buSzPts val="1000"/>
              <a:buFont typeface="Space Grotesk"/>
              <a:buChar char="■"/>
              <a:defRPr sz="1000">
                <a:latin typeface="Space Grotesk"/>
                <a:ea typeface="Space Grotesk"/>
                <a:cs typeface="Space Grotesk"/>
                <a:sym typeface="Space Grotesk"/>
              </a:defRPr>
            </a:lvl9pPr>
          </a:lstStyle>
          <a:p/>
        </p:txBody>
      </p:sp>
      <p:sp>
        <p:nvSpPr>
          <p:cNvPr id="468" name="Google Shape;468;p66"/>
          <p:cNvSpPr txBox="1"/>
          <p:nvPr>
            <p:ph idx="3" type="body"/>
          </p:nvPr>
        </p:nvSpPr>
        <p:spPr>
          <a:xfrm>
            <a:off x="298725" y="1482775"/>
            <a:ext cx="2631300" cy="31623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Font typeface="Space Grotesk"/>
              <a:buChar char="●"/>
              <a:defRPr>
                <a:latin typeface="Space Grotesk"/>
                <a:ea typeface="Space Grotesk"/>
                <a:cs typeface="Space Grotesk"/>
                <a:sym typeface="Space Grotesk"/>
              </a:defRPr>
            </a:lvl1pPr>
            <a:lvl2pPr indent="-304800" lvl="1" marL="914400">
              <a:spcBef>
                <a:spcPts val="0"/>
              </a:spcBef>
              <a:spcAft>
                <a:spcPts val="0"/>
              </a:spcAft>
              <a:buSzPts val="1200"/>
              <a:buFont typeface="Space Grotesk"/>
              <a:buChar char="○"/>
              <a:defRPr>
                <a:latin typeface="Space Grotesk"/>
                <a:ea typeface="Space Grotesk"/>
                <a:cs typeface="Space Grotesk"/>
                <a:sym typeface="Space Grotesk"/>
              </a:defRPr>
            </a:lvl2pPr>
            <a:lvl3pPr indent="-304800" lvl="2" marL="1371600">
              <a:spcBef>
                <a:spcPts val="0"/>
              </a:spcBef>
              <a:spcAft>
                <a:spcPts val="0"/>
              </a:spcAft>
              <a:buSzPts val="1200"/>
              <a:buFont typeface="Space Grotesk"/>
              <a:buChar char="■"/>
              <a:defRPr>
                <a:latin typeface="Space Grotesk"/>
                <a:ea typeface="Space Grotesk"/>
                <a:cs typeface="Space Grotesk"/>
                <a:sym typeface="Space Grotesk"/>
              </a:defRPr>
            </a:lvl3pPr>
            <a:lvl4pPr indent="-304800" lvl="3" marL="1828800">
              <a:spcBef>
                <a:spcPts val="0"/>
              </a:spcBef>
              <a:spcAft>
                <a:spcPts val="0"/>
              </a:spcAft>
              <a:buSzPts val="1200"/>
              <a:buFont typeface="Space Grotesk"/>
              <a:buChar char="●"/>
              <a:defRPr>
                <a:latin typeface="Space Grotesk"/>
                <a:ea typeface="Space Grotesk"/>
                <a:cs typeface="Space Grotesk"/>
                <a:sym typeface="Space Grotesk"/>
              </a:defRPr>
            </a:lvl4pPr>
            <a:lvl5pPr indent="-304800" lvl="4" marL="2286000">
              <a:spcBef>
                <a:spcPts val="0"/>
              </a:spcBef>
              <a:spcAft>
                <a:spcPts val="0"/>
              </a:spcAft>
              <a:buSzPts val="1200"/>
              <a:buFont typeface="Space Grotesk"/>
              <a:buChar char="○"/>
              <a:defRPr>
                <a:latin typeface="Space Grotesk"/>
                <a:ea typeface="Space Grotesk"/>
                <a:cs typeface="Space Grotesk"/>
                <a:sym typeface="Space Grotesk"/>
              </a:defRPr>
            </a:lvl5pPr>
            <a:lvl6pPr indent="-304800" lvl="5" marL="2743200">
              <a:spcBef>
                <a:spcPts val="0"/>
              </a:spcBef>
              <a:spcAft>
                <a:spcPts val="0"/>
              </a:spcAft>
              <a:buSzPts val="1200"/>
              <a:buFont typeface="Space Grotesk"/>
              <a:buChar char="■"/>
              <a:defRPr>
                <a:latin typeface="Space Grotesk"/>
                <a:ea typeface="Space Grotesk"/>
                <a:cs typeface="Space Grotesk"/>
                <a:sym typeface="Space Grotesk"/>
              </a:defRPr>
            </a:lvl6pPr>
            <a:lvl7pPr indent="-304800" lvl="6" marL="3200400">
              <a:spcBef>
                <a:spcPts val="0"/>
              </a:spcBef>
              <a:spcAft>
                <a:spcPts val="0"/>
              </a:spcAft>
              <a:buSzPts val="1200"/>
              <a:buFont typeface="Space Grotesk"/>
              <a:buChar char="●"/>
              <a:defRPr>
                <a:latin typeface="Space Grotesk"/>
                <a:ea typeface="Space Grotesk"/>
                <a:cs typeface="Space Grotesk"/>
                <a:sym typeface="Space Grotesk"/>
              </a:defRPr>
            </a:lvl7pPr>
            <a:lvl8pPr indent="-304800" lvl="7" marL="3657600">
              <a:spcBef>
                <a:spcPts val="0"/>
              </a:spcBef>
              <a:spcAft>
                <a:spcPts val="0"/>
              </a:spcAft>
              <a:buSzPts val="1200"/>
              <a:buFont typeface="Space Grotesk"/>
              <a:buChar char="○"/>
              <a:defRPr>
                <a:latin typeface="Space Grotesk"/>
                <a:ea typeface="Space Grotesk"/>
                <a:cs typeface="Space Grotesk"/>
                <a:sym typeface="Space Grotesk"/>
              </a:defRPr>
            </a:lvl8pPr>
            <a:lvl9pPr indent="-304800" lvl="8" marL="4114800">
              <a:spcBef>
                <a:spcPts val="0"/>
              </a:spcBef>
              <a:spcAft>
                <a:spcPts val="0"/>
              </a:spcAft>
              <a:buSzPts val="1200"/>
              <a:buFont typeface="Space Grotesk"/>
              <a:buChar char="■"/>
              <a:defRPr>
                <a:latin typeface="Space Grotesk"/>
                <a:ea typeface="Space Grotesk"/>
                <a:cs typeface="Space Grotesk"/>
                <a:sym typeface="Space Grotesk"/>
              </a:defRPr>
            </a:lvl9pPr>
          </a:lstStyle>
          <a:p/>
        </p:txBody>
      </p:sp>
      <p:sp>
        <p:nvSpPr>
          <p:cNvPr id="469" name="Google Shape;469;p66"/>
          <p:cNvSpPr txBox="1"/>
          <p:nvPr>
            <p:ph idx="4" type="body"/>
          </p:nvPr>
        </p:nvSpPr>
        <p:spPr>
          <a:xfrm>
            <a:off x="6085752" y="1482775"/>
            <a:ext cx="2593500" cy="31623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Font typeface="Space Grotesk"/>
              <a:buChar char="●"/>
              <a:defRPr>
                <a:latin typeface="Space Grotesk"/>
                <a:ea typeface="Space Grotesk"/>
                <a:cs typeface="Space Grotesk"/>
                <a:sym typeface="Space Grotesk"/>
              </a:defRPr>
            </a:lvl1pPr>
            <a:lvl2pPr indent="-292100" lvl="1" marL="914400">
              <a:spcBef>
                <a:spcPts val="0"/>
              </a:spcBef>
              <a:spcAft>
                <a:spcPts val="0"/>
              </a:spcAft>
              <a:buSzPts val="1000"/>
              <a:buFont typeface="Space Grotesk"/>
              <a:buChar char="○"/>
              <a:defRPr sz="1000">
                <a:latin typeface="Space Grotesk"/>
                <a:ea typeface="Space Grotesk"/>
                <a:cs typeface="Space Grotesk"/>
                <a:sym typeface="Space Grotesk"/>
              </a:defRPr>
            </a:lvl2pPr>
            <a:lvl3pPr indent="-292100" lvl="2" marL="1371600">
              <a:spcBef>
                <a:spcPts val="0"/>
              </a:spcBef>
              <a:spcAft>
                <a:spcPts val="0"/>
              </a:spcAft>
              <a:buSzPts val="1000"/>
              <a:buFont typeface="Space Grotesk"/>
              <a:buChar char="■"/>
              <a:defRPr sz="1000">
                <a:latin typeface="Space Grotesk"/>
                <a:ea typeface="Space Grotesk"/>
                <a:cs typeface="Space Grotesk"/>
                <a:sym typeface="Space Grotesk"/>
              </a:defRPr>
            </a:lvl3pPr>
            <a:lvl4pPr indent="-292100" lvl="3" marL="1828800">
              <a:spcBef>
                <a:spcPts val="0"/>
              </a:spcBef>
              <a:spcAft>
                <a:spcPts val="0"/>
              </a:spcAft>
              <a:buSzPts val="1000"/>
              <a:buFont typeface="Space Grotesk"/>
              <a:buChar char="●"/>
              <a:defRPr sz="1000">
                <a:latin typeface="Space Grotesk"/>
                <a:ea typeface="Space Grotesk"/>
                <a:cs typeface="Space Grotesk"/>
                <a:sym typeface="Space Grotesk"/>
              </a:defRPr>
            </a:lvl4pPr>
            <a:lvl5pPr indent="-292100" lvl="4" marL="2286000">
              <a:spcBef>
                <a:spcPts val="0"/>
              </a:spcBef>
              <a:spcAft>
                <a:spcPts val="0"/>
              </a:spcAft>
              <a:buSzPts val="1000"/>
              <a:buFont typeface="Space Grotesk"/>
              <a:buChar char="○"/>
              <a:defRPr sz="1000">
                <a:latin typeface="Space Grotesk"/>
                <a:ea typeface="Space Grotesk"/>
                <a:cs typeface="Space Grotesk"/>
                <a:sym typeface="Space Grotesk"/>
              </a:defRPr>
            </a:lvl5pPr>
            <a:lvl6pPr indent="-292100" lvl="5" marL="2743200">
              <a:spcBef>
                <a:spcPts val="0"/>
              </a:spcBef>
              <a:spcAft>
                <a:spcPts val="0"/>
              </a:spcAft>
              <a:buSzPts val="1000"/>
              <a:buFont typeface="Space Grotesk"/>
              <a:buChar char="■"/>
              <a:defRPr sz="1000">
                <a:latin typeface="Space Grotesk"/>
                <a:ea typeface="Space Grotesk"/>
                <a:cs typeface="Space Grotesk"/>
                <a:sym typeface="Space Grotesk"/>
              </a:defRPr>
            </a:lvl6pPr>
            <a:lvl7pPr indent="-292100" lvl="6" marL="3200400">
              <a:spcBef>
                <a:spcPts val="0"/>
              </a:spcBef>
              <a:spcAft>
                <a:spcPts val="0"/>
              </a:spcAft>
              <a:buSzPts val="1000"/>
              <a:buFont typeface="Space Grotesk"/>
              <a:buChar char="●"/>
              <a:defRPr sz="1000">
                <a:latin typeface="Space Grotesk"/>
                <a:ea typeface="Space Grotesk"/>
                <a:cs typeface="Space Grotesk"/>
                <a:sym typeface="Space Grotesk"/>
              </a:defRPr>
            </a:lvl7pPr>
            <a:lvl8pPr indent="-292100" lvl="7" marL="3657600">
              <a:spcBef>
                <a:spcPts val="0"/>
              </a:spcBef>
              <a:spcAft>
                <a:spcPts val="0"/>
              </a:spcAft>
              <a:buSzPts val="1000"/>
              <a:buFont typeface="Space Grotesk"/>
              <a:buChar char="○"/>
              <a:defRPr sz="1000">
                <a:latin typeface="Space Grotesk"/>
                <a:ea typeface="Space Grotesk"/>
                <a:cs typeface="Space Grotesk"/>
                <a:sym typeface="Space Grotesk"/>
              </a:defRPr>
            </a:lvl8pPr>
            <a:lvl9pPr indent="-292100" lvl="8" marL="4114800">
              <a:spcBef>
                <a:spcPts val="0"/>
              </a:spcBef>
              <a:spcAft>
                <a:spcPts val="0"/>
              </a:spcAft>
              <a:buSzPts val="1000"/>
              <a:buFont typeface="Space Grotesk"/>
              <a:buChar char="■"/>
              <a:defRPr sz="1000">
                <a:latin typeface="Space Grotesk"/>
                <a:ea typeface="Space Grotesk"/>
                <a:cs typeface="Space Grotesk"/>
                <a:sym typeface="Space Grotesk"/>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70" name="Shape 470"/>
        <p:cNvGrpSpPr/>
        <p:nvPr/>
      </p:nvGrpSpPr>
      <p:grpSpPr>
        <a:xfrm>
          <a:off x="0" y="0"/>
          <a:ext cx="0" cy="0"/>
          <a:chOff x="0" y="0"/>
          <a:chExt cx="0" cy="0"/>
        </a:xfrm>
      </p:grpSpPr>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Light 2">
  <p:cSld name="TITLE_AND_TWO_COLUMNS_1_3">
    <p:spTree>
      <p:nvGrpSpPr>
        <p:cNvPr id="471" name="Shape 471"/>
        <p:cNvGrpSpPr/>
        <p:nvPr/>
      </p:nvGrpSpPr>
      <p:grpSpPr>
        <a:xfrm>
          <a:off x="0" y="0"/>
          <a:ext cx="0" cy="0"/>
          <a:chOff x="0" y="0"/>
          <a:chExt cx="0" cy="0"/>
        </a:xfrm>
      </p:grpSpPr>
      <p:sp>
        <p:nvSpPr>
          <p:cNvPr id="472" name="Google Shape;472;p68"/>
          <p:cNvSpPr txBox="1"/>
          <p:nvPr>
            <p:ph type="title"/>
          </p:nvPr>
        </p:nvSpPr>
        <p:spPr>
          <a:xfrm>
            <a:off x="298725" y="445025"/>
            <a:ext cx="8349900" cy="405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2400"/>
              <a:buNone/>
              <a:defRPr/>
            </a:lvl4pPr>
            <a:lvl5pPr lvl="4" algn="l">
              <a:lnSpc>
                <a:spcPct val="100000"/>
              </a:lnSpc>
              <a:spcBef>
                <a:spcPts val="0"/>
              </a:spcBef>
              <a:spcAft>
                <a:spcPts val="0"/>
              </a:spcAft>
              <a:buSzPts val="2400"/>
              <a:buNone/>
              <a:defRPr/>
            </a:lvl5pPr>
            <a:lvl6pPr lvl="5" algn="l">
              <a:lnSpc>
                <a:spcPct val="100000"/>
              </a:lnSpc>
              <a:spcBef>
                <a:spcPts val="0"/>
              </a:spcBef>
              <a:spcAft>
                <a:spcPts val="0"/>
              </a:spcAft>
              <a:buSzPts val="2400"/>
              <a:buNone/>
              <a:defRPr/>
            </a:lvl6pPr>
            <a:lvl7pPr lvl="6" algn="l">
              <a:lnSpc>
                <a:spcPct val="100000"/>
              </a:lnSpc>
              <a:spcBef>
                <a:spcPts val="0"/>
              </a:spcBef>
              <a:spcAft>
                <a:spcPts val="0"/>
              </a:spcAft>
              <a:buSzPts val="2400"/>
              <a:buNone/>
              <a:defRPr/>
            </a:lvl7pPr>
            <a:lvl8pPr lvl="7" algn="l">
              <a:lnSpc>
                <a:spcPct val="100000"/>
              </a:lnSpc>
              <a:spcBef>
                <a:spcPts val="0"/>
              </a:spcBef>
              <a:spcAft>
                <a:spcPts val="0"/>
              </a:spcAft>
              <a:buSzPts val="2400"/>
              <a:buNone/>
              <a:defRPr/>
            </a:lvl8pPr>
            <a:lvl9pPr lvl="8" algn="l">
              <a:lnSpc>
                <a:spcPct val="100000"/>
              </a:lnSpc>
              <a:spcBef>
                <a:spcPts val="0"/>
              </a:spcBef>
              <a:spcAft>
                <a:spcPts val="0"/>
              </a:spcAft>
              <a:buSzPts val="2400"/>
              <a:buNone/>
              <a:defRPr/>
            </a:lvl9pPr>
          </a:lstStyle>
          <a:p/>
        </p:txBody>
      </p:sp>
      <p:sp>
        <p:nvSpPr>
          <p:cNvPr id="473" name="Google Shape;473;p68"/>
          <p:cNvSpPr txBox="1"/>
          <p:nvPr>
            <p:ph idx="2" type="title"/>
          </p:nvPr>
        </p:nvSpPr>
        <p:spPr>
          <a:xfrm>
            <a:off x="298725" y="898175"/>
            <a:ext cx="8349900" cy="209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1pPr>
            <a:lvl2pPr lvl="1"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2pPr>
            <a:lvl3pPr lvl="2"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3pPr>
            <a:lvl4pPr lvl="3"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4pPr>
            <a:lvl5pPr lvl="4"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5pPr>
            <a:lvl6pPr lvl="5"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6pPr>
            <a:lvl7pPr lvl="6"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7pPr>
            <a:lvl8pPr lvl="7"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8pPr>
            <a:lvl9pPr lvl="8"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9pPr>
          </a:lstStyle>
          <a:p/>
        </p:txBody>
      </p:sp>
      <p:sp>
        <p:nvSpPr>
          <p:cNvPr id="474" name="Google Shape;474;p68"/>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rgbClr val="B9C2C6"/>
                </a:solidFill>
                <a:latin typeface="Space Grotesk"/>
                <a:ea typeface="Space Grotesk"/>
                <a:cs typeface="Space Grotesk"/>
                <a:sym typeface="Space Grotesk"/>
              </a:rPr>
              <a:t>ⓒ 2024 Redis Ltd. All rights reserved.</a:t>
            </a:r>
            <a:endParaRPr b="0" i="0" sz="1300" u="none" cap="none" strike="noStrike">
              <a:solidFill>
                <a:srgbClr val="B9C2C6"/>
              </a:solidFill>
              <a:latin typeface="Space Grotesk"/>
              <a:ea typeface="Space Grotesk"/>
              <a:cs typeface="Space Grotesk"/>
              <a:sym typeface="Space Grotesk"/>
            </a:endParaRPr>
          </a:p>
        </p:txBody>
      </p:sp>
      <p:sp>
        <p:nvSpPr>
          <p:cNvPr id="475" name="Google Shape;475;p68"/>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pic>
        <p:nvPicPr>
          <p:cNvPr id="476" name="Google Shape;476;p68"/>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Light" type="blank">
  <p:cSld name="BLANK">
    <p:spTree>
      <p:nvGrpSpPr>
        <p:cNvPr id="480" name="Shape 480"/>
        <p:cNvGrpSpPr/>
        <p:nvPr/>
      </p:nvGrpSpPr>
      <p:grpSpPr>
        <a:xfrm>
          <a:off x="0" y="0"/>
          <a:ext cx="0" cy="0"/>
          <a:chOff x="0" y="0"/>
          <a:chExt cx="0" cy="0"/>
        </a:xfrm>
      </p:grpSpPr>
      <p:sp>
        <p:nvSpPr>
          <p:cNvPr id="481" name="Google Shape;481;p70"/>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rgbClr val="B9C2C6"/>
                </a:solidFill>
                <a:latin typeface="Space Grotesk"/>
                <a:ea typeface="Space Grotesk"/>
                <a:cs typeface="Space Grotesk"/>
                <a:sym typeface="Space Grotesk"/>
              </a:rPr>
              <a:t>ⓒ 2024 Redis Ltd. All rights reserved.</a:t>
            </a:r>
            <a:endParaRPr b="0" i="0" sz="1300" u="none" cap="none" strike="noStrike">
              <a:solidFill>
                <a:srgbClr val="B9C2C6"/>
              </a:solidFill>
              <a:latin typeface="Space Grotesk"/>
              <a:ea typeface="Space Grotesk"/>
              <a:cs typeface="Space Grotesk"/>
              <a:sym typeface="Space Grotesk"/>
            </a:endParaRPr>
          </a:p>
        </p:txBody>
      </p:sp>
      <p:sp>
        <p:nvSpPr>
          <p:cNvPr id="482" name="Google Shape;482;p70"/>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pic>
        <p:nvPicPr>
          <p:cNvPr id="483" name="Google Shape;483;p70"/>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Hyper " type="title">
  <p:cSld name="TITLE">
    <p:bg>
      <p:bgPr>
        <a:solidFill>
          <a:schemeClr val="accent1"/>
        </a:solidFill>
      </p:bgPr>
    </p:bg>
    <p:spTree>
      <p:nvGrpSpPr>
        <p:cNvPr id="484" name="Shape 484"/>
        <p:cNvGrpSpPr/>
        <p:nvPr/>
      </p:nvGrpSpPr>
      <p:grpSpPr>
        <a:xfrm>
          <a:off x="0" y="0"/>
          <a:ext cx="0" cy="0"/>
          <a:chOff x="0" y="0"/>
          <a:chExt cx="0" cy="0"/>
        </a:xfrm>
      </p:grpSpPr>
      <p:sp>
        <p:nvSpPr>
          <p:cNvPr id="485" name="Google Shape;485;p71"/>
          <p:cNvSpPr txBox="1"/>
          <p:nvPr>
            <p:ph type="ctrTitle"/>
          </p:nvPr>
        </p:nvSpPr>
        <p:spPr>
          <a:xfrm>
            <a:off x="298725" y="3539575"/>
            <a:ext cx="4665600" cy="792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1pPr>
            <a:lvl2pPr lvl="1" algn="l">
              <a:lnSpc>
                <a:spcPct val="100000"/>
              </a:lnSpc>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2pPr>
            <a:lvl3pPr lvl="2" algn="l">
              <a:lnSpc>
                <a:spcPct val="100000"/>
              </a:lnSpc>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3pPr>
            <a:lvl4pPr lvl="3" algn="l">
              <a:lnSpc>
                <a:spcPct val="100000"/>
              </a:lnSpc>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4pPr>
            <a:lvl5pPr lvl="4" algn="l">
              <a:lnSpc>
                <a:spcPct val="100000"/>
              </a:lnSpc>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5pPr>
            <a:lvl6pPr lvl="5" algn="l">
              <a:lnSpc>
                <a:spcPct val="100000"/>
              </a:lnSpc>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6pPr>
            <a:lvl7pPr lvl="6" algn="l">
              <a:lnSpc>
                <a:spcPct val="100000"/>
              </a:lnSpc>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7pPr>
            <a:lvl8pPr lvl="7" algn="l">
              <a:lnSpc>
                <a:spcPct val="100000"/>
              </a:lnSpc>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8pPr>
            <a:lvl9pPr lvl="8" algn="l">
              <a:lnSpc>
                <a:spcPct val="100000"/>
              </a:lnSpc>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9pPr>
          </a:lstStyle>
          <a:p/>
        </p:txBody>
      </p:sp>
      <p:pic>
        <p:nvPicPr>
          <p:cNvPr id="486" name="Google Shape;486;p71"/>
          <p:cNvPicPr preferRelativeResize="0"/>
          <p:nvPr/>
        </p:nvPicPr>
        <p:blipFill rotWithShape="1">
          <a:blip r:embed="rId2">
            <a:alphaModFix/>
          </a:blip>
          <a:srcRect b="0" l="0" r="0" t="0"/>
          <a:stretch/>
        </p:blipFill>
        <p:spPr>
          <a:xfrm>
            <a:off x="298725" y="371125"/>
            <a:ext cx="1727974" cy="540850"/>
          </a:xfrm>
          <a:prstGeom prst="rect">
            <a:avLst/>
          </a:prstGeom>
          <a:noFill/>
          <a:ln>
            <a:noFill/>
          </a:ln>
        </p:spPr>
      </p:pic>
      <p:pic>
        <p:nvPicPr>
          <p:cNvPr id="487" name="Google Shape;487;p71"/>
          <p:cNvPicPr preferRelativeResize="0"/>
          <p:nvPr/>
        </p:nvPicPr>
        <p:blipFill rotWithShape="1">
          <a:blip r:embed="rId3">
            <a:alphaModFix amt="4000"/>
          </a:blip>
          <a:srcRect b="14420" l="-1410" r="27604" t="0"/>
          <a:stretch/>
        </p:blipFill>
        <p:spPr>
          <a:xfrm>
            <a:off x="4682834" y="371125"/>
            <a:ext cx="4461165" cy="4772376"/>
          </a:xfrm>
          <a:prstGeom prst="rect">
            <a:avLst/>
          </a:prstGeom>
          <a:noFill/>
          <a:ln>
            <a:noFill/>
          </a:ln>
        </p:spPr>
      </p:pic>
      <p:sp>
        <p:nvSpPr>
          <p:cNvPr id="488" name="Google Shape;488;p71"/>
          <p:cNvSpPr txBox="1"/>
          <p:nvPr/>
        </p:nvSpPr>
        <p:spPr>
          <a:xfrm>
            <a:off x="29872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489" name="Google Shape;489;p71"/>
          <p:cNvSpPr txBox="1"/>
          <p:nvPr>
            <p:ph idx="2" type="title"/>
          </p:nvPr>
        </p:nvSpPr>
        <p:spPr>
          <a:xfrm>
            <a:off x="322550" y="1955500"/>
            <a:ext cx="6329100" cy="8499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100"/>
              <a:buNone/>
              <a:defRPr sz="4100">
                <a:solidFill>
                  <a:schemeClr val="lt1"/>
                </a:solidFill>
              </a:defRPr>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2400"/>
              <a:buNone/>
              <a:defRPr/>
            </a:lvl4pPr>
            <a:lvl5pPr lvl="4" algn="l">
              <a:lnSpc>
                <a:spcPct val="100000"/>
              </a:lnSpc>
              <a:spcBef>
                <a:spcPts val="0"/>
              </a:spcBef>
              <a:spcAft>
                <a:spcPts val="0"/>
              </a:spcAft>
              <a:buSzPts val="2400"/>
              <a:buNone/>
              <a:defRPr/>
            </a:lvl5pPr>
            <a:lvl6pPr lvl="5" algn="l">
              <a:lnSpc>
                <a:spcPct val="100000"/>
              </a:lnSpc>
              <a:spcBef>
                <a:spcPts val="0"/>
              </a:spcBef>
              <a:spcAft>
                <a:spcPts val="0"/>
              </a:spcAft>
              <a:buSzPts val="2400"/>
              <a:buNone/>
              <a:defRPr/>
            </a:lvl6pPr>
            <a:lvl7pPr lvl="6" algn="l">
              <a:lnSpc>
                <a:spcPct val="100000"/>
              </a:lnSpc>
              <a:spcBef>
                <a:spcPts val="0"/>
              </a:spcBef>
              <a:spcAft>
                <a:spcPts val="0"/>
              </a:spcAft>
              <a:buSzPts val="2400"/>
              <a:buNone/>
              <a:defRPr/>
            </a:lvl7pPr>
            <a:lvl8pPr lvl="7" algn="l">
              <a:lnSpc>
                <a:spcPct val="100000"/>
              </a:lnSpc>
              <a:spcBef>
                <a:spcPts val="0"/>
              </a:spcBef>
              <a:spcAft>
                <a:spcPts val="0"/>
              </a:spcAft>
              <a:buSzPts val="2400"/>
              <a:buNone/>
              <a:defRPr/>
            </a:lvl8pPr>
            <a:lvl9pPr lvl="8" algn="l">
              <a:lnSpc>
                <a:spcPct val="100000"/>
              </a:lnSpc>
              <a:spcBef>
                <a:spcPts val="0"/>
              </a:spcBef>
              <a:spcAft>
                <a:spcPts val="0"/>
              </a:spcAft>
              <a:buSzPts val="2400"/>
              <a:buNone/>
              <a:defRPr/>
            </a:lvl9pPr>
          </a:lstStyle>
          <a:p/>
        </p:txBody>
      </p:sp>
    </p:spTree>
  </p:cSld>
  <p:clrMapOvr>
    <a:masterClrMapping/>
  </p:clrMapOvr>
  <p:extLst>
    <p:ext uri="{DCECCB84-F9BA-43D5-87BE-67443E8EF086}">
      <p15:sldGuideLst>
        <p15:guide id="1" pos="188">
          <p15:clr>
            <a:srgbClr val="E46962"/>
          </p15:clr>
        </p15:guide>
      </p15:sldGuideLst>
    </p:ext>
  </p:extLst>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Light">
  <p:cSld name="TITLE_4">
    <p:bg>
      <p:bgPr>
        <a:solidFill>
          <a:schemeClr val="lt1"/>
        </a:solidFill>
      </p:bgPr>
    </p:bg>
    <p:spTree>
      <p:nvGrpSpPr>
        <p:cNvPr id="490" name="Shape 490"/>
        <p:cNvGrpSpPr/>
        <p:nvPr/>
      </p:nvGrpSpPr>
      <p:grpSpPr>
        <a:xfrm>
          <a:off x="0" y="0"/>
          <a:ext cx="0" cy="0"/>
          <a:chOff x="0" y="0"/>
          <a:chExt cx="0" cy="0"/>
        </a:xfrm>
      </p:grpSpPr>
      <p:sp>
        <p:nvSpPr>
          <p:cNvPr id="491" name="Google Shape;491;p72"/>
          <p:cNvSpPr txBox="1"/>
          <p:nvPr>
            <p:ph type="ctrTitle"/>
          </p:nvPr>
        </p:nvSpPr>
        <p:spPr>
          <a:xfrm>
            <a:off x="298725" y="3539575"/>
            <a:ext cx="4665600" cy="792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Font typeface="Space Grotesk"/>
              <a:buNone/>
              <a:defRPr sz="1600">
                <a:latin typeface="Space Grotesk"/>
                <a:ea typeface="Space Grotesk"/>
                <a:cs typeface="Space Grotesk"/>
                <a:sym typeface="Space Grotesk"/>
              </a:defRPr>
            </a:lvl1pPr>
            <a:lvl2pPr lvl="1" algn="l">
              <a:lnSpc>
                <a:spcPct val="100000"/>
              </a:lnSpc>
              <a:spcBef>
                <a:spcPts val="0"/>
              </a:spcBef>
              <a:spcAft>
                <a:spcPts val="0"/>
              </a:spcAft>
              <a:buSzPts val="1600"/>
              <a:buFont typeface="Space Grotesk"/>
              <a:buNone/>
              <a:defRPr sz="1600">
                <a:latin typeface="Space Grotesk"/>
                <a:ea typeface="Space Grotesk"/>
                <a:cs typeface="Space Grotesk"/>
                <a:sym typeface="Space Grotesk"/>
              </a:defRPr>
            </a:lvl2pPr>
            <a:lvl3pPr lvl="2" algn="l">
              <a:lnSpc>
                <a:spcPct val="100000"/>
              </a:lnSpc>
              <a:spcBef>
                <a:spcPts val="0"/>
              </a:spcBef>
              <a:spcAft>
                <a:spcPts val="0"/>
              </a:spcAft>
              <a:buSzPts val="1600"/>
              <a:buFont typeface="Space Grotesk"/>
              <a:buNone/>
              <a:defRPr sz="1600">
                <a:latin typeface="Space Grotesk"/>
                <a:ea typeface="Space Grotesk"/>
                <a:cs typeface="Space Grotesk"/>
                <a:sym typeface="Space Grotesk"/>
              </a:defRPr>
            </a:lvl3pPr>
            <a:lvl4pPr lvl="3" algn="l">
              <a:lnSpc>
                <a:spcPct val="100000"/>
              </a:lnSpc>
              <a:spcBef>
                <a:spcPts val="0"/>
              </a:spcBef>
              <a:spcAft>
                <a:spcPts val="0"/>
              </a:spcAft>
              <a:buSzPts val="1600"/>
              <a:buFont typeface="Space Grotesk"/>
              <a:buNone/>
              <a:defRPr sz="1600">
                <a:latin typeface="Space Grotesk"/>
                <a:ea typeface="Space Grotesk"/>
                <a:cs typeface="Space Grotesk"/>
                <a:sym typeface="Space Grotesk"/>
              </a:defRPr>
            </a:lvl4pPr>
            <a:lvl5pPr lvl="4" algn="l">
              <a:lnSpc>
                <a:spcPct val="100000"/>
              </a:lnSpc>
              <a:spcBef>
                <a:spcPts val="0"/>
              </a:spcBef>
              <a:spcAft>
                <a:spcPts val="0"/>
              </a:spcAft>
              <a:buSzPts val="1600"/>
              <a:buFont typeface="Space Grotesk"/>
              <a:buNone/>
              <a:defRPr sz="1600">
                <a:latin typeface="Space Grotesk"/>
                <a:ea typeface="Space Grotesk"/>
                <a:cs typeface="Space Grotesk"/>
                <a:sym typeface="Space Grotesk"/>
              </a:defRPr>
            </a:lvl5pPr>
            <a:lvl6pPr lvl="5" algn="l">
              <a:lnSpc>
                <a:spcPct val="100000"/>
              </a:lnSpc>
              <a:spcBef>
                <a:spcPts val="0"/>
              </a:spcBef>
              <a:spcAft>
                <a:spcPts val="0"/>
              </a:spcAft>
              <a:buSzPts val="1600"/>
              <a:buFont typeface="Space Grotesk"/>
              <a:buNone/>
              <a:defRPr sz="1600">
                <a:latin typeface="Space Grotesk"/>
                <a:ea typeface="Space Grotesk"/>
                <a:cs typeface="Space Grotesk"/>
                <a:sym typeface="Space Grotesk"/>
              </a:defRPr>
            </a:lvl6pPr>
            <a:lvl7pPr lvl="6" algn="l">
              <a:lnSpc>
                <a:spcPct val="100000"/>
              </a:lnSpc>
              <a:spcBef>
                <a:spcPts val="0"/>
              </a:spcBef>
              <a:spcAft>
                <a:spcPts val="0"/>
              </a:spcAft>
              <a:buSzPts val="1600"/>
              <a:buFont typeface="Space Grotesk"/>
              <a:buNone/>
              <a:defRPr sz="1600">
                <a:latin typeface="Space Grotesk"/>
                <a:ea typeface="Space Grotesk"/>
                <a:cs typeface="Space Grotesk"/>
                <a:sym typeface="Space Grotesk"/>
              </a:defRPr>
            </a:lvl7pPr>
            <a:lvl8pPr lvl="7" algn="l">
              <a:lnSpc>
                <a:spcPct val="100000"/>
              </a:lnSpc>
              <a:spcBef>
                <a:spcPts val="0"/>
              </a:spcBef>
              <a:spcAft>
                <a:spcPts val="0"/>
              </a:spcAft>
              <a:buSzPts val="1600"/>
              <a:buFont typeface="Space Grotesk"/>
              <a:buNone/>
              <a:defRPr sz="1600">
                <a:latin typeface="Space Grotesk"/>
                <a:ea typeface="Space Grotesk"/>
                <a:cs typeface="Space Grotesk"/>
                <a:sym typeface="Space Grotesk"/>
              </a:defRPr>
            </a:lvl8pPr>
            <a:lvl9pPr lvl="8" algn="l">
              <a:lnSpc>
                <a:spcPct val="100000"/>
              </a:lnSpc>
              <a:spcBef>
                <a:spcPts val="0"/>
              </a:spcBef>
              <a:spcAft>
                <a:spcPts val="0"/>
              </a:spcAft>
              <a:buSzPts val="1600"/>
              <a:buFont typeface="Space Grotesk"/>
              <a:buNone/>
              <a:defRPr sz="1600">
                <a:latin typeface="Space Grotesk"/>
                <a:ea typeface="Space Grotesk"/>
                <a:cs typeface="Space Grotesk"/>
                <a:sym typeface="Space Grotesk"/>
              </a:defRPr>
            </a:lvl9pPr>
          </a:lstStyle>
          <a:p/>
        </p:txBody>
      </p:sp>
      <p:pic>
        <p:nvPicPr>
          <p:cNvPr id="492" name="Google Shape;492;p72"/>
          <p:cNvPicPr preferRelativeResize="0"/>
          <p:nvPr/>
        </p:nvPicPr>
        <p:blipFill rotWithShape="1">
          <a:blip r:embed="rId2">
            <a:alphaModFix/>
          </a:blip>
          <a:srcRect b="0" l="0" r="0" t="0"/>
          <a:stretch/>
        </p:blipFill>
        <p:spPr>
          <a:xfrm>
            <a:off x="298725" y="371125"/>
            <a:ext cx="1727974" cy="540850"/>
          </a:xfrm>
          <a:prstGeom prst="rect">
            <a:avLst/>
          </a:prstGeom>
          <a:noFill/>
          <a:ln>
            <a:noFill/>
          </a:ln>
        </p:spPr>
      </p:pic>
      <p:pic>
        <p:nvPicPr>
          <p:cNvPr id="493" name="Google Shape;493;p72"/>
          <p:cNvPicPr preferRelativeResize="0"/>
          <p:nvPr/>
        </p:nvPicPr>
        <p:blipFill rotWithShape="1">
          <a:blip r:embed="rId3">
            <a:alphaModFix amt="3000"/>
          </a:blip>
          <a:srcRect b="14420" l="-1410" r="27604" t="0"/>
          <a:stretch/>
        </p:blipFill>
        <p:spPr>
          <a:xfrm>
            <a:off x="4682834" y="371125"/>
            <a:ext cx="4461165" cy="4772376"/>
          </a:xfrm>
          <a:prstGeom prst="rect">
            <a:avLst/>
          </a:prstGeom>
          <a:noFill/>
          <a:ln>
            <a:noFill/>
          </a:ln>
        </p:spPr>
      </p:pic>
      <p:sp>
        <p:nvSpPr>
          <p:cNvPr id="494" name="Google Shape;494;p72"/>
          <p:cNvSpPr txBox="1"/>
          <p:nvPr/>
        </p:nvSpPr>
        <p:spPr>
          <a:xfrm>
            <a:off x="29872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rgbClr val="B9C2C6"/>
                </a:solidFill>
                <a:latin typeface="Space Grotesk"/>
                <a:ea typeface="Space Grotesk"/>
                <a:cs typeface="Space Grotesk"/>
                <a:sym typeface="Space Grotesk"/>
              </a:rPr>
              <a:t>ⓒ 2024 Redis Ltd. All rights reserved.</a:t>
            </a:r>
            <a:endParaRPr b="0" i="0" sz="1300" u="none" cap="none" strike="noStrike">
              <a:solidFill>
                <a:srgbClr val="B9C2C6"/>
              </a:solidFill>
              <a:latin typeface="Space Grotesk"/>
              <a:ea typeface="Space Grotesk"/>
              <a:cs typeface="Space Grotesk"/>
              <a:sym typeface="Space Grotesk"/>
            </a:endParaRPr>
          </a:p>
        </p:txBody>
      </p:sp>
      <p:sp>
        <p:nvSpPr>
          <p:cNvPr id="495" name="Google Shape;495;p72"/>
          <p:cNvSpPr txBox="1"/>
          <p:nvPr>
            <p:ph idx="2" type="title"/>
          </p:nvPr>
        </p:nvSpPr>
        <p:spPr>
          <a:xfrm>
            <a:off x="322550" y="1955500"/>
            <a:ext cx="6329100" cy="8499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4100"/>
              <a:buNone/>
              <a:defRPr sz="4100"/>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2400"/>
              <a:buNone/>
              <a:defRPr/>
            </a:lvl4pPr>
            <a:lvl5pPr lvl="4" algn="l">
              <a:lnSpc>
                <a:spcPct val="100000"/>
              </a:lnSpc>
              <a:spcBef>
                <a:spcPts val="0"/>
              </a:spcBef>
              <a:spcAft>
                <a:spcPts val="0"/>
              </a:spcAft>
              <a:buSzPts val="2400"/>
              <a:buNone/>
              <a:defRPr/>
            </a:lvl5pPr>
            <a:lvl6pPr lvl="5" algn="l">
              <a:lnSpc>
                <a:spcPct val="100000"/>
              </a:lnSpc>
              <a:spcBef>
                <a:spcPts val="0"/>
              </a:spcBef>
              <a:spcAft>
                <a:spcPts val="0"/>
              </a:spcAft>
              <a:buSzPts val="2400"/>
              <a:buNone/>
              <a:defRPr/>
            </a:lvl6pPr>
            <a:lvl7pPr lvl="6" algn="l">
              <a:lnSpc>
                <a:spcPct val="100000"/>
              </a:lnSpc>
              <a:spcBef>
                <a:spcPts val="0"/>
              </a:spcBef>
              <a:spcAft>
                <a:spcPts val="0"/>
              </a:spcAft>
              <a:buSzPts val="2400"/>
              <a:buNone/>
              <a:defRPr/>
            </a:lvl7pPr>
            <a:lvl8pPr lvl="7" algn="l">
              <a:lnSpc>
                <a:spcPct val="100000"/>
              </a:lnSpc>
              <a:spcBef>
                <a:spcPts val="0"/>
              </a:spcBef>
              <a:spcAft>
                <a:spcPts val="0"/>
              </a:spcAft>
              <a:buSzPts val="2400"/>
              <a:buNone/>
              <a:defRPr/>
            </a:lvl8pPr>
            <a:lvl9pPr lvl="8" algn="l">
              <a:lnSpc>
                <a:spcPct val="100000"/>
              </a:lnSpc>
              <a:spcBef>
                <a:spcPts val="0"/>
              </a:spcBef>
              <a:spcAft>
                <a:spcPts val="0"/>
              </a:spcAft>
              <a:buSzPts val="24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Dark">
  <p:cSld name="TITLE_4_1">
    <p:bg>
      <p:bgPr>
        <a:solidFill>
          <a:schemeClr val="dk2"/>
        </a:solidFill>
      </p:bgPr>
    </p:bg>
    <p:spTree>
      <p:nvGrpSpPr>
        <p:cNvPr id="496" name="Shape 496"/>
        <p:cNvGrpSpPr/>
        <p:nvPr/>
      </p:nvGrpSpPr>
      <p:grpSpPr>
        <a:xfrm>
          <a:off x="0" y="0"/>
          <a:ext cx="0" cy="0"/>
          <a:chOff x="0" y="0"/>
          <a:chExt cx="0" cy="0"/>
        </a:xfrm>
      </p:grpSpPr>
      <p:sp>
        <p:nvSpPr>
          <p:cNvPr id="497" name="Google Shape;497;p73"/>
          <p:cNvSpPr txBox="1"/>
          <p:nvPr>
            <p:ph type="ctrTitle"/>
          </p:nvPr>
        </p:nvSpPr>
        <p:spPr>
          <a:xfrm>
            <a:off x="298725" y="3539575"/>
            <a:ext cx="4665600" cy="792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1pPr>
            <a:lvl2pPr lvl="1" algn="l">
              <a:lnSpc>
                <a:spcPct val="100000"/>
              </a:lnSpc>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2pPr>
            <a:lvl3pPr lvl="2" algn="l">
              <a:lnSpc>
                <a:spcPct val="100000"/>
              </a:lnSpc>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3pPr>
            <a:lvl4pPr lvl="3" algn="l">
              <a:lnSpc>
                <a:spcPct val="100000"/>
              </a:lnSpc>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4pPr>
            <a:lvl5pPr lvl="4" algn="l">
              <a:lnSpc>
                <a:spcPct val="100000"/>
              </a:lnSpc>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5pPr>
            <a:lvl6pPr lvl="5" algn="l">
              <a:lnSpc>
                <a:spcPct val="100000"/>
              </a:lnSpc>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6pPr>
            <a:lvl7pPr lvl="6" algn="l">
              <a:lnSpc>
                <a:spcPct val="100000"/>
              </a:lnSpc>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7pPr>
            <a:lvl8pPr lvl="7" algn="l">
              <a:lnSpc>
                <a:spcPct val="100000"/>
              </a:lnSpc>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8pPr>
            <a:lvl9pPr lvl="8" algn="l">
              <a:lnSpc>
                <a:spcPct val="100000"/>
              </a:lnSpc>
              <a:spcBef>
                <a:spcPts val="0"/>
              </a:spcBef>
              <a:spcAft>
                <a:spcPts val="0"/>
              </a:spcAft>
              <a:buClr>
                <a:schemeClr val="lt1"/>
              </a:buClr>
              <a:buSzPts val="1600"/>
              <a:buFont typeface="Space Grotesk"/>
              <a:buNone/>
              <a:defRPr sz="1600">
                <a:solidFill>
                  <a:schemeClr val="lt1"/>
                </a:solidFill>
                <a:latin typeface="Space Grotesk"/>
                <a:ea typeface="Space Grotesk"/>
                <a:cs typeface="Space Grotesk"/>
                <a:sym typeface="Space Grotesk"/>
              </a:defRPr>
            </a:lvl9pPr>
          </a:lstStyle>
          <a:p/>
        </p:txBody>
      </p:sp>
      <p:pic>
        <p:nvPicPr>
          <p:cNvPr id="498" name="Google Shape;498;p73"/>
          <p:cNvPicPr preferRelativeResize="0"/>
          <p:nvPr/>
        </p:nvPicPr>
        <p:blipFill rotWithShape="1">
          <a:blip r:embed="rId2">
            <a:alphaModFix/>
          </a:blip>
          <a:srcRect b="0" l="0" r="0" t="0"/>
          <a:stretch/>
        </p:blipFill>
        <p:spPr>
          <a:xfrm>
            <a:off x="298725" y="371125"/>
            <a:ext cx="1727974" cy="540850"/>
          </a:xfrm>
          <a:prstGeom prst="rect">
            <a:avLst/>
          </a:prstGeom>
          <a:noFill/>
          <a:ln>
            <a:noFill/>
          </a:ln>
        </p:spPr>
      </p:pic>
      <p:pic>
        <p:nvPicPr>
          <p:cNvPr id="499" name="Google Shape;499;p73"/>
          <p:cNvPicPr preferRelativeResize="0"/>
          <p:nvPr/>
        </p:nvPicPr>
        <p:blipFill rotWithShape="1">
          <a:blip r:embed="rId3">
            <a:alphaModFix amt="3000"/>
          </a:blip>
          <a:srcRect b="14420" l="-1410" r="27604" t="0"/>
          <a:stretch/>
        </p:blipFill>
        <p:spPr>
          <a:xfrm>
            <a:off x="4682834" y="371125"/>
            <a:ext cx="4461165" cy="4772376"/>
          </a:xfrm>
          <a:prstGeom prst="rect">
            <a:avLst/>
          </a:prstGeom>
          <a:noFill/>
          <a:ln>
            <a:noFill/>
          </a:ln>
        </p:spPr>
      </p:pic>
      <p:sp>
        <p:nvSpPr>
          <p:cNvPr id="500" name="Google Shape;500;p73"/>
          <p:cNvSpPr txBox="1"/>
          <p:nvPr/>
        </p:nvSpPr>
        <p:spPr>
          <a:xfrm>
            <a:off x="29872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501" name="Google Shape;501;p73"/>
          <p:cNvSpPr txBox="1"/>
          <p:nvPr>
            <p:ph idx="2" type="title"/>
          </p:nvPr>
        </p:nvSpPr>
        <p:spPr>
          <a:xfrm>
            <a:off x="322550" y="1955500"/>
            <a:ext cx="6329100" cy="8499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100"/>
              <a:buNone/>
              <a:defRPr sz="4100">
                <a:solidFill>
                  <a:schemeClr val="lt1"/>
                </a:solidFill>
              </a:defRPr>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2400"/>
              <a:buNone/>
              <a:defRPr/>
            </a:lvl4pPr>
            <a:lvl5pPr lvl="4" algn="l">
              <a:lnSpc>
                <a:spcPct val="100000"/>
              </a:lnSpc>
              <a:spcBef>
                <a:spcPts val="0"/>
              </a:spcBef>
              <a:spcAft>
                <a:spcPts val="0"/>
              </a:spcAft>
              <a:buSzPts val="2400"/>
              <a:buNone/>
              <a:defRPr/>
            </a:lvl5pPr>
            <a:lvl6pPr lvl="5" algn="l">
              <a:lnSpc>
                <a:spcPct val="100000"/>
              </a:lnSpc>
              <a:spcBef>
                <a:spcPts val="0"/>
              </a:spcBef>
              <a:spcAft>
                <a:spcPts val="0"/>
              </a:spcAft>
              <a:buSzPts val="2400"/>
              <a:buNone/>
              <a:defRPr/>
            </a:lvl6pPr>
            <a:lvl7pPr lvl="6" algn="l">
              <a:lnSpc>
                <a:spcPct val="100000"/>
              </a:lnSpc>
              <a:spcBef>
                <a:spcPts val="0"/>
              </a:spcBef>
              <a:spcAft>
                <a:spcPts val="0"/>
              </a:spcAft>
              <a:buSzPts val="2400"/>
              <a:buNone/>
              <a:defRPr/>
            </a:lvl7pPr>
            <a:lvl8pPr lvl="7" algn="l">
              <a:lnSpc>
                <a:spcPct val="100000"/>
              </a:lnSpc>
              <a:spcBef>
                <a:spcPts val="0"/>
              </a:spcBef>
              <a:spcAft>
                <a:spcPts val="0"/>
              </a:spcAft>
              <a:buSzPts val="2400"/>
              <a:buNone/>
              <a:defRPr/>
            </a:lvl8pPr>
            <a:lvl9pPr lvl="8" algn="l">
              <a:lnSpc>
                <a:spcPct val="100000"/>
              </a:lnSpc>
              <a:spcBef>
                <a:spcPts val="0"/>
              </a:spcBef>
              <a:spcAft>
                <a:spcPts val="0"/>
              </a:spcAft>
              <a:buSzPts val="24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t Divider - Dark">
  <p:cSld name="TITLE_2_1">
    <p:bg>
      <p:bgPr>
        <a:solidFill>
          <a:schemeClr val="dk2"/>
        </a:solidFill>
      </p:bgPr>
    </p:bg>
    <p:spTree>
      <p:nvGrpSpPr>
        <p:cNvPr id="502" name="Shape 502"/>
        <p:cNvGrpSpPr/>
        <p:nvPr/>
      </p:nvGrpSpPr>
      <p:grpSpPr>
        <a:xfrm>
          <a:off x="0" y="0"/>
          <a:ext cx="0" cy="0"/>
          <a:chOff x="0" y="0"/>
          <a:chExt cx="0" cy="0"/>
        </a:xfrm>
      </p:grpSpPr>
      <p:sp>
        <p:nvSpPr>
          <p:cNvPr id="503" name="Google Shape;503;p74"/>
          <p:cNvSpPr txBox="1"/>
          <p:nvPr>
            <p:ph idx="1" type="subTitle"/>
          </p:nvPr>
        </p:nvSpPr>
        <p:spPr>
          <a:xfrm>
            <a:off x="298725" y="1050700"/>
            <a:ext cx="6229200" cy="421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1pPr>
            <a:lvl2pPr lvl="1"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2pPr>
            <a:lvl3pPr lvl="2"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3pPr>
            <a:lvl4pPr lvl="3"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4pPr>
            <a:lvl5pPr lvl="4"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5pPr>
            <a:lvl6pPr lvl="5"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6pPr>
            <a:lvl7pPr lvl="6"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7pPr>
            <a:lvl8pPr lvl="7"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8pPr>
            <a:lvl9pPr lvl="8"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9pPr>
          </a:lstStyle>
          <a:p/>
        </p:txBody>
      </p:sp>
      <p:sp>
        <p:nvSpPr>
          <p:cNvPr id="504" name="Google Shape;504;p74"/>
          <p:cNvSpPr txBox="1"/>
          <p:nvPr>
            <p:ph idx="2" type="subTitle"/>
          </p:nvPr>
        </p:nvSpPr>
        <p:spPr>
          <a:xfrm>
            <a:off x="501025" y="568550"/>
            <a:ext cx="3091800" cy="249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900"/>
              <a:buNone/>
              <a:defRPr sz="900">
                <a:solidFill>
                  <a:schemeClr val="lt1"/>
                </a:solidFill>
              </a:defRPr>
            </a:lvl1pPr>
            <a:lvl2pPr lvl="1" algn="l">
              <a:lnSpc>
                <a:spcPct val="100000"/>
              </a:lnSpc>
              <a:spcBef>
                <a:spcPts val="0"/>
              </a:spcBef>
              <a:spcAft>
                <a:spcPts val="0"/>
              </a:spcAft>
              <a:buClr>
                <a:schemeClr val="lt1"/>
              </a:buClr>
              <a:buSzPts val="900"/>
              <a:buNone/>
              <a:defRPr sz="900">
                <a:solidFill>
                  <a:schemeClr val="lt1"/>
                </a:solidFill>
              </a:defRPr>
            </a:lvl2pPr>
            <a:lvl3pPr lvl="2" algn="l">
              <a:lnSpc>
                <a:spcPct val="100000"/>
              </a:lnSpc>
              <a:spcBef>
                <a:spcPts val="0"/>
              </a:spcBef>
              <a:spcAft>
                <a:spcPts val="0"/>
              </a:spcAft>
              <a:buClr>
                <a:schemeClr val="lt1"/>
              </a:buClr>
              <a:buSzPts val="900"/>
              <a:buNone/>
              <a:defRPr sz="900">
                <a:solidFill>
                  <a:schemeClr val="lt1"/>
                </a:solidFill>
              </a:defRPr>
            </a:lvl3pPr>
            <a:lvl4pPr lvl="3" algn="l">
              <a:lnSpc>
                <a:spcPct val="100000"/>
              </a:lnSpc>
              <a:spcBef>
                <a:spcPts val="0"/>
              </a:spcBef>
              <a:spcAft>
                <a:spcPts val="0"/>
              </a:spcAft>
              <a:buClr>
                <a:schemeClr val="lt1"/>
              </a:buClr>
              <a:buSzPts val="900"/>
              <a:buNone/>
              <a:defRPr sz="900">
                <a:solidFill>
                  <a:schemeClr val="lt1"/>
                </a:solidFill>
              </a:defRPr>
            </a:lvl4pPr>
            <a:lvl5pPr lvl="4" algn="l">
              <a:lnSpc>
                <a:spcPct val="100000"/>
              </a:lnSpc>
              <a:spcBef>
                <a:spcPts val="0"/>
              </a:spcBef>
              <a:spcAft>
                <a:spcPts val="0"/>
              </a:spcAft>
              <a:buClr>
                <a:schemeClr val="lt1"/>
              </a:buClr>
              <a:buSzPts val="900"/>
              <a:buNone/>
              <a:defRPr sz="900">
                <a:solidFill>
                  <a:schemeClr val="lt1"/>
                </a:solidFill>
              </a:defRPr>
            </a:lvl5pPr>
            <a:lvl6pPr lvl="5" algn="l">
              <a:lnSpc>
                <a:spcPct val="100000"/>
              </a:lnSpc>
              <a:spcBef>
                <a:spcPts val="0"/>
              </a:spcBef>
              <a:spcAft>
                <a:spcPts val="0"/>
              </a:spcAft>
              <a:buClr>
                <a:schemeClr val="lt1"/>
              </a:buClr>
              <a:buSzPts val="900"/>
              <a:buNone/>
              <a:defRPr sz="900">
                <a:solidFill>
                  <a:schemeClr val="lt1"/>
                </a:solidFill>
              </a:defRPr>
            </a:lvl6pPr>
            <a:lvl7pPr lvl="6" algn="l">
              <a:lnSpc>
                <a:spcPct val="100000"/>
              </a:lnSpc>
              <a:spcBef>
                <a:spcPts val="0"/>
              </a:spcBef>
              <a:spcAft>
                <a:spcPts val="0"/>
              </a:spcAft>
              <a:buClr>
                <a:schemeClr val="lt1"/>
              </a:buClr>
              <a:buSzPts val="900"/>
              <a:buNone/>
              <a:defRPr sz="900">
                <a:solidFill>
                  <a:schemeClr val="lt1"/>
                </a:solidFill>
              </a:defRPr>
            </a:lvl7pPr>
            <a:lvl8pPr lvl="7" algn="l">
              <a:lnSpc>
                <a:spcPct val="100000"/>
              </a:lnSpc>
              <a:spcBef>
                <a:spcPts val="0"/>
              </a:spcBef>
              <a:spcAft>
                <a:spcPts val="0"/>
              </a:spcAft>
              <a:buClr>
                <a:schemeClr val="lt1"/>
              </a:buClr>
              <a:buSzPts val="900"/>
              <a:buNone/>
              <a:defRPr sz="900">
                <a:solidFill>
                  <a:schemeClr val="lt1"/>
                </a:solidFill>
              </a:defRPr>
            </a:lvl8pPr>
            <a:lvl9pPr lvl="8" algn="l">
              <a:lnSpc>
                <a:spcPct val="100000"/>
              </a:lnSpc>
              <a:spcBef>
                <a:spcPts val="0"/>
              </a:spcBef>
              <a:spcAft>
                <a:spcPts val="0"/>
              </a:spcAft>
              <a:buClr>
                <a:schemeClr val="lt1"/>
              </a:buClr>
              <a:buSzPts val="900"/>
              <a:buNone/>
              <a:defRPr sz="900">
                <a:solidFill>
                  <a:schemeClr val="lt1"/>
                </a:solidFill>
              </a:defRPr>
            </a:lvl9pPr>
          </a:lstStyle>
          <a:p/>
        </p:txBody>
      </p:sp>
      <p:pic>
        <p:nvPicPr>
          <p:cNvPr id="505" name="Google Shape;505;p74"/>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506" name="Google Shape;506;p74"/>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507" name="Google Shape;507;p74"/>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sp>
        <p:nvSpPr>
          <p:cNvPr id="508" name="Google Shape;508;p74"/>
          <p:cNvSpPr/>
          <p:nvPr/>
        </p:nvSpPr>
        <p:spPr>
          <a:xfrm>
            <a:off x="297824" y="647150"/>
            <a:ext cx="92400" cy="92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t Divider - White">
  <p:cSld name="TITLE_2_1_2">
    <p:bg>
      <p:bgPr>
        <a:solidFill>
          <a:schemeClr val="lt1"/>
        </a:solidFill>
      </p:bgPr>
    </p:bg>
    <p:spTree>
      <p:nvGrpSpPr>
        <p:cNvPr id="509" name="Shape 509"/>
        <p:cNvGrpSpPr/>
        <p:nvPr/>
      </p:nvGrpSpPr>
      <p:grpSpPr>
        <a:xfrm>
          <a:off x="0" y="0"/>
          <a:ext cx="0" cy="0"/>
          <a:chOff x="0" y="0"/>
          <a:chExt cx="0" cy="0"/>
        </a:xfrm>
      </p:grpSpPr>
      <p:sp>
        <p:nvSpPr>
          <p:cNvPr id="510" name="Google Shape;510;p75"/>
          <p:cNvSpPr txBox="1"/>
          <p:nvPr>
            <p:ph idx="1" type="subTitle"/>
          </p:nvPr>
        </p:nvSpPr>
        <p:spPr>
          <a:xfrm>
            <a:off x="298725" y="1050700"/>
            <a:ext cx="6229200" cy="421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1pPr>
            <a:lvl2pPr lvl="1" algn="l">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2pPr>
            <a:lvl3pPr lvl="2" algn="l">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3pPr>
            <a:lvl4pPr lvl="3" algn="l">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4pPr>
            <a:lvl5pPr lvl="4" algn="l">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5pPr>
            <a:lvl6pPr lvl="5" algn="l">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6pPr>
            <a:lvl7pPr lvl="6" algn="l">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7pPr>
            <a:lvl8pPr lvl="7" algn="l">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8pPr>
            <a:lvl9pPr lvl="8" algn="l">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9pPr>
          </a:lstStyle>
          <a:p/>
        </p:txBody>
      </p:sp>
      <p:sp>
        <p:nvSpPr>
          <p:cNvPr id="511" name="Google Shape;511;p75"/>
          <p:cNvSpPr txBox="1"/>
          <p:nvPr>
            <p:ph idx="2" type="subTitle"/>
          </p:nvPr>
        </p:nvSpPr>
        <p:spPr>
          <a:xfrm>
            <a:off x="501025" y="568550"/>
            <a:ext cx="3091800" cy="249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sz="900"/>
            </a:lvl1pPr>
            <a:lvl2pPr lvl="1" algn="l">
              <a:lnSpc>
                <a:spcPct val="100000"/>
              </a:lnSpc>
              <a:spcBef>
                <a:spcPts val="0"/>
              </a:spcBef>
              <a:spcAft>
                <a:spcPts val="0"/>
              </a:spcAft>
              <a:buSzPts val="900"/>
              <a:buNone/>
              <a:defRPr sz="900"/>
            </a:lvl2pPr>
            <a:lvl3pPr lvl="2" algn="l">
              <a:lnSpc>
                <a:spcPct val="100000"/>
              </a:lnSpc>
              <a:spcBef>
                <a:spcPts val="0"/>
              </a:spcBef>
              <a:spcAft>
                <a:spcPts val="0"/>
              </a:spcAft>
              <a:buSzPts val="900"/>
              <a:buNone/>
              <a:defRPr sz="900"/>
            </a:lvl3pPr>
            <a:lvl4pPr lvl="3" algn="l">
              <a:lnSpc>
                <a:spcPct val="100000"/>
              </a:lnSpc>
              <a:spcBef>
                <a:spcPts val="0"/>
              </a:spcBef>
              <a:spcAft>
                <a:spcPts val="0"/>
              </a:spcAft>
              <a:buSzPts val="900"/>
              <a:buNone/>
              <a:defRPr sz="900"/>
            </a:lvl4pPr>
            <a:lvl5pPr lvl="4" algn="l">
              <a:lnSpc>
                <a:spcPct val="100000"/>
              </a:lnSpc>
              <a:spcBef>
                <a:spcPts val="0"/>
              </a:spcBef>
              <a:spcAft>
                <a:spcPts val="0"/>
              </a:spcAft>
              <a:buSzPts val="900"/>
              <a:buNone/>
              <a:defRPr sz="900"/>
            </a:lvl5pPr>
            <a:lvl6pPr lvl="5" algn="l">
              <a:lnSpc>
                <a:spcPct val="100000"/>
              </a:lnSpc>
              <a:spcBef>
                <a:spcPts val="0"/>
              </a:spcBef>
              <a:spcAft>
                <a:spcPts val="0"/>
              </a:spcAft>
              <a:buSzPts val="900"/>
              <a:buNone/>
              <a:defRPr sz="900"/>
            </a:lvl6pPr>
            <a:lvl7pPr lvl="6" algn="l">
              <a:lnSpc>
                <a:spcPct val="100000"/>
              </a:lnSpc>
              <a:spcBef>
                <a:spcPts val="0"/>
              </a:spcBef>
              <a:spcAft>
                <a:spcPts val="0"/>
              </a:spcAft>
              <a:buSzPts val="900"/>
              <a:buNone/>
              <a:defRPr sz="900"/>
            </a:lvl7pPr>
            <a:lvl8pPr lvl="7" algn="l">
              <a:lnSpc>
                <a:spcPct val="100000"/>
              </a:lnSpc>
              <a:spcBef>
                <a:spcPts val="0"/>
              </a:spcBef>
              <a:spcAft>
                <a:spcPts val="0"/>
              </a:spcAft>
              <a:buSzPts val="900"/>
              <a:buNone/>
              <a:defRPr sz="900"/>
            </a:lvl8pPr>
            <a:lvl9pPr lvl="8" algn="l">
              <a:lnSpc>
                <a:spcPct val="100000"/>
              </a:lnSpc>
              <a:spcBef>
                <a:spcPts val="0"/>
              </a:spcBef>
              <a:spcAft>
                <a:spcPts val="0"/>
              </a:spcAft>
              <a:buSzPts val="900"/>
              <a:buNone/>
              <a:defRPr sz="900"/>
            </a:lvl9pPr>
          </a:lstStyle>
          <a:p/>
        </p:txBody>
      </p:sp>
      <p:pic>
        <p:nvPicPr>
          <p:cNvPr id="512" name="Google Shape;512;p75"/>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513" name="Google Shape;513;p75"/>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rgbClr val="B9C2C6"/>
                </a:solidFill>
                <a:latin typeface="Space Grotesk"/>
                <a:ea typeface="Space Grotesk"/>
                <a:cs typeface="Space Grotesk"/>
                <a:sym typeface="Space Grotesk"/>
              </a:rPr>
              <a:t>ⓒ 2024 Redis Ltd. All rights reserved.</a:t>
            </a:r>
            <a:endParaRPr b="0" i="0" sz="1300" u="none" cap="none" strike="noStrike">
              <a:solidFill>
                <a:srgbClr val="B9C2C6"/>
              </a:solidFill>
              <a:latin typeface="Space Grotesk"/>
              <a:ea typeface="Space Grotesk"/>
              <a:cs typeface="Space Grotesk"/>
              <a:sym typeface="Space Grotesk"/>
            </a:endParaRPr>
          </a:p>
        </p:txBody>
      </p:sp>
      <p:sp>
        <p:nvSpPr>
          <p:cNvPr id="514" name="Google Shape;514;p75"/>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sp>
        <p:nvSpPr>
          <p:cNvPr id="515" name="Google Shape;515;p75"/>
          <p:cNvSpPr/>
          <p:nvPr/>
        </p:nvSpPr>
        <p:spPr>
          <a:xfrm>
            <a:off x="297824" y="647150"/>
            <a:ext cx="92400" cy="924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t Divider - Hyper ">
  <p:cSld name="TITLE_2_1_2_1">
    <p:bg>
      <p:bgPr>
        <a:solidFill>
          <a:schemeClr val="accent1"/>
        </a:solidFill>
      </p:bgPr>
    </p:bg>
    <p:spTree>
      <p:nvGrpSpPr>
        <p:cNvPr id="516" name="Shape 516"/>
        <p:cNvGrpSpPr/>
        <p:nvPr/>
      </p:nvGrpSpPr>
      <p:grpSpPr>
        <a:xfrm>
          <a:off x="0" y="0"/>
          <a:ext cx="0" cy="0"/>
          <a:chOff x="0" y="0"/>
          <a:chExt cx="0" cy="0"/>
        </a:xfrm>
      </p:grpSpPr>
      <p:sp>
        <p:nvSpPr>
          <p:cNvPr id="517" name="Google Shape;517;p76"/>
          <p:cNvSpPr txBox="1"/>
          <p:nvPr>
            <p:ph idx="1" type="subTitle"/>
          </p:nvPr>
        </p:nvSpPr>
        <p:spPr>
          <a:xfrm>
            <a:off x="298725" y="1050700"/>
            <a:ext cx="6229200" cy="421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1pPr>
            <a:lvl2pPr lvl="1"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2pPr>
            <a:lvl3pPr lvl="2"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3pPr>
            <a:lvl4pPr lvl="3"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4pPr>
            <a:lvl5pPr lvl="4"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5pPr>
            <a:lvl6pPr lvl="5"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6pPr>
            <a:lvl7pPr lvl="6"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7pPr>
            <a:lvl8pPr lvl="7"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8pPr>
            <a:lvl9pPr lvl="8"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9pPr>
          </a:lstStyle>
          <a:p/>
        </p:txBody>
      </p:sp>
      <p:sp>
        <p:nvSpPr>
          <p:cNvPr id="518" name="Google Shape;518;p76"/>
          <p:cNvSpPr txBox="1"/>
          <p:nvPr>
            <p:ph idx="2" type="subTitle"/>
          </p:nvPr>
        </p:nvSpPr>
        <p:spPr>
          <a:xfrm>
            <a:off x="501025" y="568550"/>
            <a:ext cx="3091800" cy="249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900"/>
              <a:buNone/>
              <a:defRPr sz="900">
                <a:solidFill>
                  <a:schemeClr val="lt1"/>
                </a:solidFill>
              </a:defRPr>
            </a:lvl1pPr>
            <a:lvl2pPr lvl="1" algn="l">
              <a:lnSpc>
                <a:spcPct val="100000"/>
              </a:lnSpc>
              <a:spcBef>
                <a:spcPts val="0"/>
              </a:spcBef>
              <a:spcAft>
                <a:spcPts val="0"/>
              </a:spcAft>
              <a:buClr>
                <a:schemeClr val="lt1"/>
              </a:buClr>
              <a:buSzPts val="900"/>
              <a:buNone/>
              <a:defRPr sz="900">
                <a:solidFill>
                  <a:schemeClr val="lt1"/>
                </a:solidFill>
              </a:defRPr>
            </a:lvl2pPr>
            <a:lvl3pPr lvl="2" algn="l">
              <a:lnSpc>
                <a:spcPct val="100000"/>
              </a:lnSpc>
              <a:spcBef>
                <a:spcPts val="0"/>
              </a:spcBef>
              <a:spcAft>
                <a:spcPts val="0"/>
              </a:spcAft>
              <a:buClr>
                <a:schemeClr val="lt1"/>
              </a:buClr>
              <a:buSzPts val="900"/>
              <a:buNone/>
              <a:defRPr sz="900">
                <a:solidFill>
                  <a:schemeClr val="lt1"/>
                </a:solidFill>
              </a:defRPr>
            </a:lvl3pPr>
            <a:lvl4pPr lvl="3" algn="l">
              <a:lnSpc>
                <a:spcPct val="100000"/>
              </a:lnSpc>
              <a:spcBef>
                <a:spcPts val="0"/>
              </a:spcBef>
              <a:spcAft>
                <a:spcPts val="0"/>
              </a:spcAft>
              <a:buClr>
                <a:schemeClr val="lt1"/>
              </a:buClr>
              <a:buSzPts val="900"/>
              <a:buNone/>
              <a:defRPr sz="900">
                <a:solidFill>
                  <a:schemeClr val="lt1"/>
                </a:solidFill>
              </a:defRPr>
            </a:lvl4pPr>
            <a:lvl5pPr lvl="4" algn="l">
              <a:lnSpc>
                <a:spcPct val="100000"/>
              </a:lnSpc>
              <a:spcBef>
                <a:spcPts val="0"/>
              </a:spcBef>
              <a:spcAft>
                <a:spcPts val="0"/>
              </a:spcAft>
              <a:buClr>
                <a:schemeClr val="lt1"/>
              </a:buClr>
              <a:buSzPts val="900"/>
              <a:buNone/>
              <a:defRPr sz="900">
                <a:solidFill>
                  <a:schemeClr val="lt1"/>
                </a:solidFill>
              </a:defRPr>
            </a:lvl5pPr>
            <a:lvl6pPr lvl="5" algn="l">
              <a:lnSpc>
                <a:spcPct val="100000"/>
              </a:lnSpc>
              <a:spcBef>
                <a:spcPts val="0"/>
              </a:spcBef>
              <a:spcAft>
                <a:spcPts val="0"/>
              </a:spcAft>
              <a:buClr>
                <a:schemeClr val="lt1"/>
              </a:buClr>
              <a:buSzPts val="900"/>
              <a:buNone/>
              <a:defRPr sz="900">
                <a:solidFill>
                  <a:schemeClr val="lt1"/>
                </a:solidFill>
              </a:defRPr>
            </a:lvl6pPr>
            <a:lvl7pPr lvl="6" algn="l">
              <a:lnSpc>
                <a:spcPct val="100000"/>
              </a:lnSpc>
              <a:spcBef>
                <a:spcPts val="0"/>
              </a:spcBef>
              <a:spcAft>
                <a:spcPts val="0"/>
              </a:spcAft>
              <a:buClr>
                <a:schemeClr val="lt1"/>
              </a:buClr>
              <a:buSzPts val="900"/>
              <a:buNone/>
              <a:defRPr sz="900">
                <a:solidFill>
                  <a:schemeClr val="lt1"/>
                </a:solidFill>
              </a:defRPr>
            </a:lvl7pPr>
            <a:lvl8pPr lvl="7" algn="l">
              <a:lnSpc>
                <a:spcPct val="100000"/>
              </a:lnSpc>
              <a:spcBef>
                <a:spcPts val="0"/>
              </a:spcBef>
              <a:spcAft>
                <a:spcPts val="0"/>
              </a:spcAft>
              <a:buClr>
                <a:schemeClr val="lt1"/>
              </a:buClr>
              <a:buSzPts val="900"/>
              <a:buNone/>
              <a:defRPr sz="900">
                <a:solidFill>
                  <a:schemeClr val="lt1"/>
                </a:solidFill>
              </a:defRPr>
            </a:lvl8pPr>
            <a:lvl9pPr lvl="8" algn="l">
              <a:lnSpc>
                <a:spcPct val="100000"/>
              </a:lnSpc>
              <a:spcBef>
                <a:spcPts val="0"/>
              </a:spcBef>
              <a:spcAft>
                <a:spcPts val="0"/>
              </a:spcAft>
              <a:buClr>
                <a:schemeClr val="lt1"/>
              </a:buClr>
              <a:buSzPts val="900"/>
              <a:buNone/>
              <a:defRPr sz="900">
                <a:solidFill>
                  <a:schemeClr val="lt1"/>
                </a:solidFill>
              </a:defRPr>
            </a:lvl9pPr>
          </a:lstStyle>
          <a:p/>
        </p:txBody>
      </p:sp>
      <p:pic>
        <p:nvPicPr>
          <p:cNvPr id="519" name="Google Shape;519;p76"/>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520" name="Google Shape;520;p76"/>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521" name="Google Shape;521;p76"/>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sp>
        <p:nvSpPr>
          <p:cNvPr id="522" name="Google Shape;522;p76"/>
          <p:cNvSpPr/>
          <p:nvPr/>
        </p:nvSpPr>
        <p:spPr>
          <a:xfrm>
            <a:off x="297824" y="647150"/>
            <a:ext cx="92400" cy="9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Divider - Dark">
  <p:cSld name="TITLE_2_1_3">
    <p:bg>
      <p:bgPr>
        <a:solidFill>
          <a:schemeClr val="dk2"/>
        </a:solidFill>
      </p:bgPr>
    </p:bg>
    <p:spTree>
      <p:nvGrpSpPr>
        <p:cNvPr id="523" name="Shape 523"/>
        <p:cNvGrpSpPr/>
        <p:nvPr/>
      </p:nvGrpSpPr>
      <p:grpSpPr>
        <a:xfrm>
          <a:off x="0" y="0"/>
          <a:ext cx="0" cy="0"/>
          <a:chOff x="0" y="0"/>
          <a:chExt cx="0" cy="0"/>
        </a:xfrm>
      </p:grpSpPr>
      <p:pic>
        <p:nvPicPr>
          <p:cNvPr id="524" name="Google Shape;524;p77"/>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25" name="Google Shape;525;p77"/>
          <p:cNvSpPr txBox="1"/>
          <p:nvPr>
            <p:ph idx="1" type="subTitle"/>
          </p:nvPr>
        </p:nvSpPr>
        <p:spPr>
          <a:xfrm>
            <a:off x="298725" y="1050700"/>
            <a:ext cx="6229200" cy="421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1pPr>
            <a:lvl2pPr lvl="1"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2pPr>
            <a:lvl3pPr lvl="2"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3pPr>
            <a:lvl4pPr lvl="3"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4pPr>
            <a:lvl5pPr lvl="4"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5pPr>
            <a:lvl6pPr lvl="5"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6pPr>
            <a:lvl7pPr lvl="6"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7pPr>
            <a:lvl8pPr lvl="7"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8pPr>
            <a:lvl9pPr lvl="8"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9pPr>
          </a:lstStyle>
          <a:p/>
        </p:txBody>
      </p:sp>
      <p:sp>
        <p:nvSpPr>
          <p:cNvPr id="526" name="Google Shape;526;p77"/>
          <p:cNvSpPr txBox="1"/>
          <p:nvPr>
            <p:ph idx="2" type="subTitle"/>
          </p:nvPr>
        </p:nvSpPr>
        <p:spPr>
          <a:xfrm>
            <a:off x="501025" y="568550"/>
            <a:ext cx="3091800" cy="249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900"/>
              <a:buNone/>
              <a:defRPr sz="900">
                <a:solidFill>
                  <a:schemeClr val="lt1"/>
                </a:solidFill>
              </a:defRPr>
            </a:lvl1pPr>
            <a:lvl2pPr lvl="1" algn="l">
              <a:lnSpc>
                <a:spcPct val="100000"/>
              </a:lnSpc>
              <a:spcBef>
                <a:spcPts val="0"/>
              </a:spcBef>
              <a:spcAft>
                <a:spcPts val="0"/>
              </a:spcAft>
              <a:buClr>
                <a:schemeClr val="lt1"/>
              </a:buClr>
              <a:buSzPts val="900"/>
              <a:buNone/>
              <a:defRPr sz="900">
                <a:solidFill>
                  <a:schemeClr val="lt1"/>
                </a:solidFill>
              </a:defRPr>
            </a:lvl2pPr>
            <a:lvl3pPr lvl="2" algn="l">
              <a:lnSpc>
                <a:spcPct val="100000"/>
              </a:lnSpc>
              <a:spcBef>
                <a:spcPts val="0"/>
              </a:spcBef>
              <a:spcAft>
                <a:spcPts val="0"/>
              </a:spcAft>
              <a:buClr>
                <a:schemeClr val="lt1"/>
              </a:buClr>
              <a:buSzPts val="900"/>
              <a:buNone/>
              <a:defRPr sz="900">
                <a:solidFill>
                  <a:schemeClr val="lt1"/>
                </a:solidFill>
              </a:defRPr>
            </a:lvl3pPr>
            <a:lvl4pPr lvl="3" algn="l">
              <a:lnSpc>
                <a:spcPct val="100000"/>
              </a:lnSpc>
              <a:spcBef>
                <a:spcPts val="0"/>
              </a:spcBef>
              <a:spcAft>
                <a:spcPts val="0"/>
              </a:spcAft>
              <a:buClr>
                <a:schemeClr val="lt1"/>
              </a:buClr>
              <a:buSzPts val="900"/>
              <a:buNone/>
              <a:defRPr sz="900">
                <a:solidFill>
                  <a:schemeClr val="lt1"/>
                </a:solidFill>
              </a:defRPr>
            </a:lvl4pPr>
            <a:lvl5pPr lvl="4" algn="l">
              <a:lnSpc>
                <a:spcPct val="100000"/>
              </a:lnSpc>
              <a:spcBef>
                <a:spcPts val="0"/>
              </a:spcBef>
              <a:spcAft>
                <a:spcPts val="0"/>
              </a:spcAft>
              <a:buClr>
                <a:schemeClr val="lt1"/>
              </a:buClr>
              <a:buSzPts val="900"/>
              <a:buNone/>
              <a:defRPr sz="900">
                <a:solidFill>
                  <a:schemeClr val="lt1"/>
                </a:solidFill>
              </a:defRPr>
            </a:lvl5pPr>
            <a:lvl6pPr lvl="5" algn="l">
              <a:lnSpc>
                <a:spcPct val="100000"/>
              </a:lnSpc>
              <a:spcBef>
                <a:spcPts val="0"/>
              </a:spcBef>
              <a:spcAft>
                <a:spcPts val="0"/>
              </a:spcAft>
              <a:buClr>
                <a:schemeClr val="lt1"/>
              </a:buClr>
              <a:buSzPts val="900"/>
              <a:buNone/>
              <a:defRPr sz="900">
                <a:solidFill>
                  <a:schemeClr val="lt1"/>
                </a:solidFill>
              </a:defRPr>
            </a:lvl6pPr>
            <a:lvl7pPr lvl="6" algn="l">
              <a:lnSpc>
                <a:spcPct val="100000"/>
              </a:lnSpc>
              <a:spcBef>
                <a:spcPts val="0"/>
              </a:spcBef>
              <a:spcAft>
                <a:spcPts val="0"/>
              </a:spcAft>
              <a:buClr>
                <a:schemeClr val="lt1"/>
              </a:buClr>
              <a:buSzPts val="900"/>
              <a:buNone/>
              <a:defRPr sz="900">
                <a:solidFill>
                  <a:schemeClr val="lt1"/>
                </a:solidFill>
              </a:defRPr>
            </a:lvl7pPr>
            <a:lvl8pPr lvl="7" algn="l">
              <a:lnSpc>
                <a:spcPct val="100000"/>
              </a:lnSpc>
              <a:spcBef>
                <a:spcPts val="0"/>
              </a:spcBef>
              <a:spcAft>
                <a:spcPts val="0"/>
              </a:spcAft>
              <a:buClr>
                <a:schemeClr val="lt1"/>
              </a:buClr>
              <a:buSzPts val="900"/>
              <a:buNone/>
              <a:defRPr sz="900">
                <a:solidFill>
                  <a:schemeClr val="lt1"/>
                </a:solidFill>
              </a:defRPr>
            </a:lvl8pPr>
            <a:lvl9pPr lvl="8" algn="l">
              <a:lnSpc>
                <a:spcPct val="100000"/>
              </a:lnSpc>
              <a:spcBef>
                <a:spcPts val="0"/>
              </a:spcBef>
              <a:spcAft>
                <a:spcPts val="0"/>
              </a:spcAft>
              <a:buClr>
                <a:schemeClr val="lt1"/>
              </a:buClr>
              <a:buSzPts val="900"/>
              <a:buNone/>
              <a:defRPr sz="900">
                <a:solidFill>
                  <a:schemeClr val="lt1"/>
                </a:solidFill>
              </a:defRPr>
            </a:lvl9pPr>
          </a:lstStyle>
          <a:p/>
        </p:txBody>
      </p:sp>
      <p:pic>
        <p:nvPicPr>
          <p:cNvPr id="527" name="Google Shape;527;p77"/>
          <p:cNvPicPr preferRelativeResize="0"/>
          <p:nvPr/>
        </p:nvPicPr>
        <p:blipFill rotWithShape="1">
          <a:blip r:embed="rId3">
            <a:alphaModFix/>
          </a:blip>
          <a:srcRect b="0" l="0" r="0" t="0"/>
          <a:stretch/>
        </p:blipFill>
        <p:spPr>
          <a:xfrm>
            <a:off x="298725" y="4880004"/>
            <a:ext cx="413251" cy="129343"/>
          </a:xfrm>
          <a:prstGeom prst="rect">
            <a:avLst/>
          </a:prstGeom>
          <a:noFill/>
          <a:ln>
            <a:noFill/>
          </a:ln>
        </p:spPr>
      </p:pic>
      <p:sp>
        <p:nvSpPr>
          <p:cNvPr id="528" name="Google Shape;528;p77"/>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529" name="Google Shape;529;p77"/>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sp>
        <p:nvSpPr>
          <p:cNvPr id="530" name="Google Shape;530;p77"/>
          <p:cNvSpPr/>
          <p:nvPr/>
        </p:nvSpPr>
        <p:spPr>
          <a:xfrm>
            <a:off x="297824" y="647150"/>
            <a:ext cx="92400" cy="92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Divider - White">
  <p:cSld name="TITLE_2_1_2_2">
    <p:bg>
      <p:bgPr>
        <a:solidFill>
          <a:schemeClr val="lt1"/>
        </a:solidFill>
      </p:bgPr>
    </p:bg>
    <p:spTree>
      <p:nvGrpSpPr>
        <p:cNvPr id="531" name="Shape 531"/>
        <p:cNvGrpSpPr/>
        <p:nvPr/>
      </p:nvGrpSpPr>
      <p:grpSpPr>
        <a:xfrm>
          <a:off x="0" y="0"/>
          <a:ext cx="0" cy="0"/>
          <a:chOff x="0" y="0"/>
          <a:chExt cx="0" cy="0"/>
        </a:xfrm>
      </p:grpSpPr>
      <p:pic>
        <p:nvPicPr>
          <p:cNvPr id="532" name="Google Shape;532;p78"/>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33" name="Google Shape;533;p78"/>
          <p:cNvSpPr txBox="1"/>
          <p:nvPr>
            <p:ph idx="1" type="subTitle"/>
          </p:nvPr>
        </p:nvSpPr>
        <p:spPr>
          <a:xfrm>
            <a:off x="298725" y="1050700"/>
            <a:ext cx="6229200" cy="421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1pPr>
            <a:lvl2pPr lvl="1" algn="l">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2pPr>
            <a:lvl3pPr lvl="2" algn="l">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3pPr>
            <a:lvl4pPr lvl="3" algn="l">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4pPr>
            <a:lvl5pPr lvl="4" algn="l">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5pPr>
            <a:lvl6pPr lvl="5" algn="l">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6pPr>
            <a:lvl7pPr lvl="6" algn="l">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7pPr>
            <a:lvl8pPr lvl="7" algn="l">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8pPr>
            <a:lvl9pPr lvl="8" algn="l">
              <a:lnSpc>
                <a:spcPct val="100000"/>
              </a:lnSpc>
              <a:spcBef>
                <a:spcPts val="0"/>
              </a:spcBef>
              <a:spcAft>
                <a:spcPts val="0"/>
              </a:spcAft>
              <a:buSzPts val="2500"/>
              <a:buFont typeface="Space Grotesk"/>
              <a:buNone/>
              <a:defRPr sz="2500">
                <a:latin typeface="Space Grotesk"/>
                <a:ea typeface="Space Grotesk"/>
                <a:cs typeface="Space Grotesk"/>
                <a:sym typeface="Space Grotesk"/>
              </a:defRPr>
            </a:lvl9pPr>
          </a:lstStyle>
          <a:p/>
        </p:txBody>
      </p:sp>
      <p:sp>
        <p:nvSpPr>
          <p:cNvPr id="534" name="Google Shape;534;p78"/>
          <p:cNvSpPr txBox="1"/>
          <p:nvPr>
            <p:ph idx="2" type="subTitle"/>
          </p:nvPr>
        </p:nvSpPr>
        <p:spPr>
          <a:xfrm>
            <a:off x="501025" y="568550"/>
            <a:ext cx="3091800" cy="249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sz="900"/>
            </a:lvl1pPr>
            <a:lvl2pPr lvl="1" algn="l">
              <a:lnSpc>
                <a:spcPct val="100000"/>
              </a:lnSpc>
              <a:spcBef>
                <a:spcPts val="0"/>
              </a:spcBef>
              <a:spcAft>
                <a:spcPts val="0"/>
              </a:spcAft>
              <a:buSzPts val="900"/>
              <a:buNone/>
              <a:defRPr sz="900"/>
            </a:lvl2pPr>
            <a:lvl3pPr lvl="2" algn="l">
              <a:lnSpc>
                <a:spcPct val="100000"/>
              </a:lnSpc>
              <a:spcBef>
                <a:spcPts val="0"/>
              </a:spcBef>
              <a:spcAft>
                <a:spcPts val="0"/>
              </a:spcAft>
              <a:buSzPts val="900"/>
              <a:buNone/>
              <a:defRPr sz="900"/>
            </a:lvl3pPr>
            <a:lvl4pPr lvl="3" algn="l">
              <a:lnSpc>
                <a:spcPct val="100000"/>
              </a:lnSpc>
              <a:spcBef>
                <a:spcPts val="0"/>
              </a:spcBef>
              <a:spcAft>
                <a:spcPts val="0"/>
              </a:spcAft>
              <a:buSzPts val="900"/>
              <a:buNone/>
              <a:defRPr sz="900"/>
            </a:lvl4pPr>
            <a:lvl5pPr lvl="4" algn="l">
              <a:lnSpc>
                <a:spcPct val="100000"/>
              </a:lnSpc>
              <a:spcBef>
                <a:spcPts val="0"/>
              </a:spcBef>
              <a:spcAft>
                <a:spcPts val="0"/>
              </a:spcAft>
              <a:buSzPts val="900"/>
              <a:buNone/>
              <a:defRPr sz="900"/>
            </a:lvl5pPr>
            <a:lvl6pPr lvl="5" algn="l">
              <a:lnSpc>
                <a:spcPct val="100000"/>
              </a:lnSpc>
              <a:spcBef>
                <a:spcPts val="0"/>
              </a:spcBef>
              <a:spcAft>
                <a:spcPts val="0"/>
              </a:spcAft>
              <a:buSzPts val="900"/>
              <a:buNone/>
              <a:defRPr sz="900"/>
            </a:lvl6pPr>
            <a:lvl7pPr lvl="6" algn="l">
              <a:lnSpc>
                <a:spcPct val="100000"/>
              </a:lnSpc>
              <a:spcBef>
                <a:spcPts val="0"/>
              </a:spcBef>
              <a:spcAft>
                <a:spcPts val="0"/>
              </a:spcAft>
              <a:buSzPts val="900"/>
              <a:buNone/>
              <a:defRPr sz="900"/>
            </a:lvl7pPr>
            <a:lvl8pPr lvl="7" algn="l">
              <a:lnSpc>
                <a:spcPct val="100000"/>
              </a:lnSpc>
              <a:spcBef>
                <a:spcPts val="0"/>
              </a:spcBef>
              <a:spcAft>
                <a:spcPts val="0"/>
              </a:spcAft>
              <a:buSzPts val="900"/>
              <a:buNone/>
              <a:defRPr sz="900"/>
            </a:lvl8pPr>
            <a:lvl9pPr lvl="8" algn="l">
              <a:lnSpc>
                <a:spcPct val="100000"/>
              </a:lnSpc>
              <a:spcBef>
                <a:spcPts val="0"/>
              </a:spcBef>
              <a:spcAft>
                <a:spcPts val="0"/>
              </a:spcAft>
              <a:buSzPts val="900"/>
              <a:buNone/>
              <a:defRPr sz="900"/>
            </a:lvl9pPr>
          </a:lstStyle>
          <a:p/>
        </p:txBody>
      </p:sp>
      <p:pic>
        <p:nvPicPr>
          <p:cNvPr id="535" name="Google Shape;535;p78"/>
          <p:cNvPicPr preferRelativeResize="0"/>
          <p:nvPr/>
        </p:nvPicPr>
        <p:blipFill rotWithShape="1">
          <a:blip r:embed="rId3">
            <a:alphaModFix/>
          </a:blip>
          <a:srcRect b="0" l="0" r="0" t="0"/>
          <a:stretch/>
        </p:blipFill>
        <p:spPr>
          <a:xfrm>
            <a:off x="298725" y="4880004"/>
            <a:ext cx="413251" cy="129343"/>
          </a:xfrm>
          <a:prstGeom prst="rect">
            <a:avLst/>
          </a:prstGeom>
          <a:noFill/>
          <a:ln>
            <a:noFill/>
          </a:ln>
        </p:spPr>
      </p:pic>
      <p:sp>
        <p:nvSpPr>
          <p:cNvPr id="536" name="Google Shape;536;p78"/>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rgbClr val="B9C2C6"/>
                </a:solidFill>
                <a:latin typeface="Space Grotesk"/>
                <a:ea typeface="Space Grotesk"/>
                <a:cs typeface="Space Grotesk"/>
                <a:sym typeface="Space Grotesk"/>
              </a:rPr>
              <a:t>ⓒ 2024 Redis Ltd. All rights reserved.</a:t>
            </a:r>
            <a:endParaRPr b="0" i="0" sz="1300" u="none" cap="none" strike="noStrike">
              <a:solidFill>
                <a:srgbClr val="B9C2C6"/>
              </a:solidFill>
              <a:latin typeface="Space Grotesk"/>
              <a:ea typeface="Space Grotesk"/>
              <a:cs typeface="Space Grotesk"/>
              <a:sym typeface="Space Grotesk"/>
            </a:endParaRPr>
          </a:p>
        </p:txBody>
      </p:sp>
      <p:sp>
        <p:nvSpPr>
          <p:cNvPr id="537" name="Google Shape;537;p78"/>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sp>
        <p:nvSpPr>
          <p:cNvPr id="538" name="Google Shape;538;p78"/>
          <p:cNvSpPr/>
          <p:nvPr/>
        </p:nvSpPr>
        <p:spPr>
          <a:xfrm>
            <a:off x="297824" y="647150"/>
            <a:ext cx="92400" cy="924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Divider - Hyper ">
  <p:cSld name="TITLE_2_1_2_1_1">
    <p:bg>
      <p:bgPr>
        <a:solidFill>
          <a:schemeClr val="accent1"/>
        </a:solidFill>
      </p:bgPr>
    </p:bg>
    <p:spTree>
      <p:nvGrpSpPr>
        <p:cNvPr id="539" name="Shape 539"/>
        <p:cNvGrpSpPr/>
        <p:nvPr/>
      </p:nvGrpSpPr>
      <p:grpSpPr>
        <a:xfrm>
          <a:off x="0" y="0"/>
          <a:ext cx="0" cy="0"/>
          <a:chOff x="0" y="0"/>
          <a:chExt cx="0" cy="0"/>
        </a:xfrm>
      </p:grpSpPr>
      <p:pic>
        <p:nvPicPr>
          <p:cNvPr id="540" name="Google Shape;540;p79"/>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41" name="Google Shape;541;p79"/>
          <p:cNvSpPr txBox="1"/>
          <p:nvPr>
            <p:ph idx="1" type="subTitle"/>
          </p:nvPr>
        </p:nvSpPr>
        <p:spPr>
          <a:xfrm>
            <a:off x="298725" y="1050700"/>
            <a:ext cx="6229200" cy="421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1pPr>
            <a:lvl2pPr lvl="1"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2pPr>
            <a:lvl3pPr lvl="2"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3pPr>
            <a:lvl4pPr lvl="3"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4pPr>
            <a:lvl5pPr lvl="4"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5pPr>
            <a:lvl6pPr lvl="5"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6pPr>
            <a:lvl7pPr lvl="6"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7pPr>
            <a:lvl8pPr lvl="7"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8pPr>
            <a:lvl9pPr lvl="8" algn="l">
              <a:lnSpc>
                <a:spcPct val="100000"/>
              </a:lnSpc>
              <a:spcBef>
                <a:spcPts val="0"/>
              </a:spcBef>
              <a:spcAft>
                <a:spcPts val="0"/>
              </a:spcAft>
              <a:buClr>
                <a:schemeClr val="lt1"/>
              </a:buClr>
              <a:buSzPts val="2500"/>
              <a:buFont typeface="Space Grotesk"/>
              <a:buNone/>
              <a:defRPr sz="2500">
                <a:solidFill>
                  <a:schemeClr val="lt1"/>
                </a:solidFill>
                <a:latin typeface="Space Grotesk"/>
                <a:ea typeface="Space Grotesk"/>
                <a:cs typeface="Space Grotesk"/>
                <a:sym typeface="Space Grotesk"/>
              </a:defRPr>
            </a:lvl9pPr>
          </a:lstStyle>
          <a:p/>
        </p:txBody>
      </p:sp>
      <p:sp>
        <p:nvSpPr>
          <p:cNvPr id="542" name="Google Shape;542;p79"/>
          <p:cNvSpPr txBox="1"/>
          <p:nvPr>
            <p:ph idx="2" type="subTitle"/>
          </p:nvPr>
        </p:nvSpPr>
        <p:spPr>
          <a:xfrm>
            <a:off x="501025" y="568550"/>
            <a:ext cx="3091800" cy="249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900"/>
              <a:buNone/>
              <a:defRPr sz="900">
                <a:solidFill>
                  <a:schemeClr val="lt1"/>
                </a:solidFill>
              </a:defRPr>
            </a:lvl1pPr>
            <a:lvl2pPr lvl="1" algn="l">
              <a:lnSpc>
                <a:spcPct val="100000"/>
              </a:lnSpc>
              <a:spcBef>
                <a:spcPts val="0"/>
              </a:spcBef>
              <a:spcAft>
                <a:spcPts val="0"/>
              </a:spcAft>
              <a:buClr>
                <a:schemeClr val="lt1"/>
              </a:buClr>
              <a:buSzPts val="900"/>
              <a:buNone/>
              <a:defRPr sz="900">
                <a:solidFill>
                  <a:schemeClr val="lt1"/>
                </a:solidFill>
              </a:defRPr>
            </a:lvl2pPr>
            <a:lvl3pPr lvl="2" algn="l">
              <a:lnSpc>
                <a:spcPct val="100000"/>
              </a:lnSpc>
              <a:spcBef>
                <a:spcPts val="0"/>
              </a:spcBef>
              <a:spcAft>
                <a:spcPts val="0"/>
              </a:spcAft>
              <a:buClr>
                <a:schemeClr val="lt1"/>
              </a:buClr>
              <a:buSzPts val="900"/>
              <a:buNone/>
              <a:defRPr sz="900">
                <a:solidFill>
                  <a:schemeClr val="lt1"/>
                </a:solidFill>
              </a:defRPr>
            </a:lvl3pPr>
            <a:lvl4pPr lvl="3" algn="l">
              <a:lnSpc>
                <a:spcPct val="100000"/>
              </a:lnSpc>
              <a:spcBef>
                <a:spcPts val="0"/>
              </a:spcBef>
              <a:spcAft>
                <a:spcPts val="0"/>
              </a:spcAft>
              <a:buClr>
                <a:schemeClr val="lt1"/>
              </a:buClr>
              <a:buSzPts val="900"/>
              <a:buNone/>
              <a:defRPr sz="900">
                <a:solidFill>
                  <a:schemeClr val="lt1"/>
                </a:solidFill>
              </a:defRPr>
            </a:lvl4pPr>
            <a:lvl5pPr lvl="4" algn="l">
              <a:lnSpc>
                <a:spcPct val="100000"/>
              </a:lnSpc>
              <a:spcBef>
                <a:spcPts val="0"/>
              </a:spcBef>
              <a:spcAft>
                <a:spcPts val="0"/>
              </a:spcAft>
              <a:buClr>
                <a:schemeClr val="lt1"/>
              </a:buClr>
              <a:buSzPts val="900"/>
              <a:buNone/>
              <a:defRPr sz="900">
                <a:solidFill>
                  <a:schemeClr val="lt1"/>
                </a:solidFill>
              </a:defRPr>
            </a:lvl5pPr>
            <a:lvl6pPr lvl="5" algn="l">
              <a:lnSpc>
                <a:spcPct val="100000"/>
              </a:lnSpc>
              <a:spcBef>
                <a:spcPts val="0"/>
              </a:spcBef>
              <a:spcAft>
                <a:spcPts val="0"/>
              </a:spcAft>
              <a:buClr>
                <a:schemeClr val="lt1"/>
              </a:buClr>
              <a:buSzPts val="900"/>
              <a:buNone/>
              <a:defRPr sz="900">
                <a:solidFill>
                  <a:schemeClr val="lt1"/>
                </a:solidFill>
              </a:defRPr>
            </a:lvl6pPr>
            <a:lvl7pPr lvl="6" algn="l">
              <a:lnSpc>
                <a:spcPct val="100000"/>
              </a:lnSpc>
              <a:spcBef>
                <a:spcPts val="0"/>
              </a:spcBef>
              <a:spcAft>
                <a:spcPts val="0"/>
              </a:spcAft>
              <a:buClr>
                <a:schemeClr val="lt1"/>
              </a:buClr>
              <a:buSzPts val="900"/>
              <a:buNone/>
              <a:defRPr sz="900">
                <a:solidFill>
                  <a:schemeClr val="lt1"/>
                </a:solidFill>
              </a:defRPr>
            </a:lvl7pPr>
            <a:lvl8pPr lvl="7" algn="l">
              <a:lnSpc>
                <a:spcPct val="100000"/>
              </a:lnSpc>
              <a:spcBef>
                <a:spcPts val="0"/>
              </a:spcBef>
              <a:spcAft>
                <a:spcPts val="0"/>
              </a:spcAft>
              <a:buClr>
                <a:schemeClr val="lt1"/>
              </a:buClr>
              <a:buSzPts val="900"/>
              <a:buNone/>
              <a:defRPr sz="900">
                <a:solidFill>
                  <a:schemeClr val="lt1"/>
                </a:solidFill>
              </a:defRPr>
            </a:lvl8pPr>
            <a:lvl9pPr lvl="8" algn="l">
              <a:lnSpc>
                <a:spcPct val="100000"/>
              </a:lnSpc>
              <a:spcBef>
                <a:spcPts val="0"/>
              </a:spcBef>
              <a:spcAft>
                <a:spcPts val="0"/>
              </a:spcAft>
              <a:buClr>
                <a:schemeClr val="lt1"/>
              </a:buClr>
              <a:buSzPts val="900"/>
              <a:buNone/>
              <a:defRPr sz="900">
                <a:solidFill>
                  <a:schemeClr val="lt1"/>
                </a:solidFill>
              </a:defRPr>
            </a:lvl9pPr>
          </a:lstStyle>
          <a:p/>
        </p:txBody>
      </p:sp>
      <p:pic>
        <p:nvPicPr>
          <p:cNvPr id="543" name="Google Shape;543;p79"/>
          <p:cNvPicPr preferRelativeResize="0"/>
          <p:nvPr/>
        </p:nvPicPr>
        <p:blipFill rotWithShape="1">
          <a:blip r:embed="rId3">
            <a:alphaModFix/>
          </a:blip>
          <a:srcRect b="0" l="0" r="0" t="0"/>
          <a:stretch/>
        </p:blipFill>
        <p:spPr>
          <a:xfrm>
            <a:off x="298725" y="4880004"/>
            <a:ext cx="413251" cy="129343"/>
          </a:xfrm>
          <a:prstGeom prst="rect">
            <a:avLst/>
          </a:prstGeom>
          <a:noFill/>
          <a:ln>
            <a:noFill/>
          </a:ln>
        </p:spPr>
      </p:pic>
      <p:sp>
        <p:nvSpPr>
          <p:cNvPr id="544" name="Google Shape;544;p79"/>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545" name="Google Shape;545;p79"/>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sp>
        <p:nvSpPr>
          <p:cNvPr id="546" name="Google Shape;546;p79"/>
          <p:cNvSpPr/>
          <p:nvPr/>
        </p:nvSpPr>
        <p:spPr>
          <a:xfrm>
            <a:off x="297824" y="647150"/>
            <a:ext cx="92400" cy="9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shot - Dark">
  <p:cSld name="TITLE_2_2">
    <p:bg>
      <p:bgPr>
        <a:solidFill>
          <a:schemeClr val="dk2"/>
        </a:solidFill>
      </p:bgPr>
    </p:bg>
    <p:spTree>
      <p:nvGrpSpPr>
        <p:cNvPr id="547" name="Shape 547"/>
        <p:cNvGrpSpPr/>
        <p:nvPr/>
      </p:nvGrpSpPr>
      <p:grpSpPr>
        <a:xfrm>
          <a:off x="0" y="0"/>
          <a:ext cx="0" cy="0"/>
          <a:chOff x="0" y="0"/>
          <a:chExt cx="0" cy="0"/>
        </a:xfrm>
      </p:grpSpPr>
      <p:pic>
        <p:nvPicPr>
          <p:cNvPr id="548" name="Google Shape;548;p80"/>
          <p:cNvPicPr preferRelativeResize="0"/>
          <p:nvPr/>
        </p:nvPicPr>
        <p:blipFill rotWithShape="1">
          <a:blip r:embed="rId2">
            <a:alphaModFix amt="3000"/>
          </a:blip>
          <a:srcRect b="14420" l="-1410" r="27604" t="0"/>
          <a:stretch/>
        </p:blipFill>
        <p:spPr>
          <a:xfrm>
            <a:off x="4682834" y="371125"/>
            <a:ext cx="4461165" cy="4772376"/>
          </a:xfrm>
          <a:prstGeom prst="rect">
            <a:avLst/>
          </a:prstGeom>
          <a:noFill/>
          <a:ln>
            <a:noFill/>
          </a:ln>
        </p:spPr>
      </p:pic>
      <p:pic>
        <p:nvPicPr>
          <p:cNvPr id="549" name="Google Shape;549;p80"/>
          <p:cNvPicPr preferRelativeResize="0"/>
          <p:nvPr/>
        </p:nvPicPr>
        <p:blipFill rotWithShape="1">
          <a:blip r:embed="rId3">
            <a:alphaModFix/>
          </a:blip>
          <a:srcRect b="0" l="0" r="0" t="0"/>
          <a:stretch/>
        </p:blipFill>
        <p:spPr>
          <a:xfrm>
            <a:off x="298725" y="4880004"/>
            <a:ext cx="413251" cy="129343"/>
          </a:xfrm>
          <a:prstGeom prst="rect">
            <a:avLst/>
          </a:prstGeom>
          <a:noFill/>
          <a:ln>
            <a:noFill/>
          </a:ln>
        </p:spPr>
      </p:pic>
      <p:sp>
        <p:nvSpPr>
          <p:cNvPr id="550" name="Google Shape;550;p80"/>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551" name="Google Shape;551;p80"/>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sp>
        <p:nvSpPr>
          <p:cNvPr id="552" name="Google Shape;552;p80"/>
          <p:cNvSpPr/>
          <p:nvPr/>
        </p:nvSpPr>
        <p:spPr>
          <a:xfrm>
            <a:off x="487813" y="3071700"/>
            <a:ext cx="89100" cy="888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Light" type="tx">
  <p:cSld name="TITLE_AND_BODY">
    <p:spTree>
      <p:nvGrpSpPr>
        <p:cNvPr id="553" name="Shape 553"/>
        <p:cNvGrpSpPr/>
        <p:nvPr/>
      </p:nvGrpSpPr>
      <p:grpSpPr>
        <a:xfrm>
          <a:off x="0" y="0"/>
          <a:ext cx="0" cy="0"/>
          <a:chOff x="0" y="0"/>
          <a:chExt cx="0" cy="0"/>
        </a:xfrm>
      </p:grpSpPr>
      <p:sp>
        <p:nvSpPr>
          <p:cNvPr id="554" name="Google Shape;554;p81"/>
          <p:cNvSpPr txBox="1"/>
          <p:nvPr>
            <p:ph type="title"/>
          </p:nvPr>
        </p:nvSpPr>
        <p:spPr>
          <a:xfrm>
            <a:off x="298725" y="445025"/>
            <a:ext cx="8349900" cy="405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2400"/>
              <a:buNone/>
              <a:defRPr/>
            </a:lvl4pPr>
            <a:lvl5pPr lvl="4" algn="l">
              <a:lnSpc>
                <a:spcPct val="100000"/>
              </a:lnSpc>
              <a:spcBef>
                <a:spcPts val="0"/>
              </a:spcBef>
              <a:spcAft>
                <a:spcPts val="0"/>
              </a:spcAft>
              <a:buSzPts val="2400"/>
              <a:buNone/>
              <a:defRPr/>
            </a:lvl5pPr>
            <a:lvl6pPr lvl="5" algn="l">
              <a:lnSpc>
                <a:spcPct val="100000"/>
              </a:lnSpc>
              <a:spcBef>
                <a:spcPts val="0"/>
              </a:spcBef>
              <a:spcAft>
                <a:spcPts val="0"/>
              </a:spcAft>
              <a:buSzPts val="2400"/>
              <a:buNone/>
              <a:defRPr/>
            </a:lvl6pPr>
            <a:lvl7pPr lvl="6" algn="l">
              <a:lnSpc>
                <a:spcPct val="100000"/>
              </a:lnSpc>
              <a:spcBef>
                <a:spcPts val="0"/>
              </a:spcBef>
              <a:spcAft>
                <a:spcPts val="0"/>
              </a:spcAft>
              <a:buSzPts val="2400"/>
              <a:buNone/>
              <a:defRPr/>
            </a:lvl7pPr>
            <a:lvl8pPr lvl="7" algn="l">
              <a:lnSpc>
                <a:spcPct val="100000"/>
              </a:lnSpc>
              <a:spcBef>
                <a:spcPts val="0"/>
              </a:spcBef>
              <a:spcAft>
                <a:spcPts val="0"/>
              </a:spcAft>
              <a:buSzPts val="2400"/>
              <a:buNone/>
              <a:defRPr/>
            </a:lvl8pPr>
            <a:lvl9pPr lvl="8" algn="l">
              <a:lnSpc>
                <a:spcPct val="100000"/>
              </a:lnSpc>
              <a:spcBef>
                <a:spcPts val="0"/>
              </a:spcBef>
              <a:spcAft>
                <a:spcPts val="0"/>
              </a:spcAft>
              <a:buSzPts val="2400"/>
              <a:buNone/>
              <a:defRPr/>
            </a:lvl9pPr>
          </a:lstStyle>
          <a:p/>
        </p:txBody>
      </p:sp>
      <p:sp>
        <p:nvSpPr>
          <p:cNvPr id="555" name="Google Shape;555;p81"/>
          <p:cNvSpPr txBox="1"/>
          <p:nvPr>
            <p:ph idx="1" type="body"/>
          </p:nvPr>
        </p:nvSpPr>
        <p:spPr>
          <a:xfrm>
            <a:off x="298725" y="1482775"/>
            <a:ext cx="8349900" cy="3162300"/>
          </a:xfrm>
          <a:prstGeom prst="rect">
            <a:avLst/>
          </a:prstGeom>
          <a:noFill/>
          <a:ln>
            <a:noFill/>
          </a:ln>
        </p:spPr>
        <p:txBody>
          <a:bodyPr anchorCtr="0" anchor="t" bIns="0" lIns="0" spcFirstLastPara="1" rIns="0" wrap="square" tIns="0">
            <a:noAutofit/>
          </a:bodyPr>
          <a:lstStyle>
            <a:lvl1pPr indent="-304800" lvl="0" marL="4572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1pPr>
            <a:lvl2pPr indent="-304800" lvl="1" marL="9144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2pPr>
            <a:lvl3pPr indent="-304800" lvl="2" marL="13716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3pPr>
            <a:lvl4pPr indent="-304800" lvl="3" marL="18288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4pPr>
            <a:lvl5pPr indent="-304800" lvl="4" marL="22860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5pPr>
            <a:lvl6pPr indent="-304800" lvl="5" marL="27432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6pPr>
            <a:lvl7pPr indent="-304800" lvl="6" marL="32004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7pPr>
            <a:lvl8pPr indent="-304800" lvl="7" marL="36576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8pPr>
            <a:lvl9pPr indent="-304800" lvl="8" marL="41148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9pPr>
          </a:lstStyle>
          <a:p/>
        </p:txBody>
      </p:sp>
      <p:sp>
        <p:nvSpPr>
          <p:cNvPr id="556" name="Google Shape;556;p81"/>
          <p:cNvSpPr txBox="1"/>
          <p:nvPr>
            <p:ph idx="2" type="title"/>
          </p:nvPr>
        </p:nvSpPr>
        <p:spPr>
          <a:xfrm>
            <a:off x="298725" y="898175"/>
            <a:ext cx="8349900" cy="209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1pPr>
            <a:lvl2pPr lvl="1"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2pPr>
            <a:lvl3pPr lvl="2"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3pPr>
            <a:lvl4pPr lvl="3"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4pPr>
            <a:lvl5pPr lvl="4"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5pPr>
            <a:lvl6pPr lvl="5"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6pPr>
            <a:lvl7pPr lvl="6"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7pPr>
            <a:lvl8pPr lvl="7"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8pPr>
            <a:lvl9pPr lvl="8"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9pPr>
          </a:lstStyle>
          <a:p/>
        </p:txBody>
      </p:sp>
      <p:sp>
        <p:nvSpPr>
          <p:cNvPr id="557" name="Google Shape;557;p81"/>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rgbClr val="B9C2C6"/>
                </a:solidFill>
                <a:latin typeface="Space Grotesk"/>
                <a:ea typeface="Space Grotesk"/>
                <a:cs typeface="Space Grotesk"/>
                <a:sym typeface="Space Grotesk"/>
              </a:rPr>
              <a:t>ⓒ 2024 Redis Ltd. All rights reserved.</a:t>
            </a:r>
            <a:endParaRPr b="0" i="0" sz="1300" u="none" cap="none" strike="noStrike">
              <a:solidFill>
                <a:srgbClr val="B9C2C6"/>
              </a:solidFill>
              <a:latin typeface="Space Grotesk"/>
              <a:ea typeface="Space Grotesk"/>
              <a:cs typeface="Space Grotesk"/>
              <a:sym typeface="Space Grotesk"/>
            </a:endParaRPr>
          </a:p>
        </p:txBody>
      </p:sp>
      <p:sp>
        <p:nvSpPr>
          <p:cNvPr id="558" name="Google Shape;558;p81"/>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pic>
        <p:nvPicPr>
          <p:cNvPr id="559" name="Google Shape;559;p81"/>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Light" type="twoColTx">
  <p:cSld name="TITLE_AND_TWO_COLUMNS">
    <p:spTree>
      <p:nvGrpSpPr>
        <p:cNvPr id="560" name="Shape 560"/>
        <p:cNvGrpSpPr/>
        <p:nvPr/>
      </p:nvGrpSpPr>
      <p:grpSpPr>
        <a:xfrm>
          <a:off x="0" y="0"/>
          <a:ext cx="0" cy="0"/>
          <a:chOff x="0" y="0"/>
          <a:chExt cx="0" cy="0"/>
        </a:xfrm>
      </p:grpSpPr>
      <p:sp>
        <p:nvSpPr>
          <p:cNvPr id="561" name="Google Shape;561;p82"/>
          <p:cNvSpPr txBox="1"/>
          <p:nvPr>
            <p:ph idx="1" type="body"/>
          </p:nvPr>
        </p:nvSpPr>
        <p:spPr>
          <a:xfrm>
            <a:off x="4774200" y="1863775"/>
            <a:ext cx="4058100" cy="3162300"/>
          </a:xfrm>
          <a:prstGeom prst="rect">
            <a:avLst/>
          </a:prstGeom>
          <a:noFill/>
          <a:ln>
            <a:noFill/>
          </a:ln>
        </p:spPr>
        <p:txBody>
          <a:bodyPr anchorCtr="0" anchor="t" bIns="0" lIns="0" spcFirstLastPara="1" rIns="0" wrap="square" tIns="0">
            <a:noAutofit/>
          </a:bodyPr>
          <a:lstStyle>
            <a:lvl1pPr indent="-304800" lvl="0" marL="4572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1pPr>
            <a:lvl2pPr indent="-304800" lvl="1" marL="9144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2pPr>
            <a:lvl3pPr indent="-304800" lvl="2" marL="13716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3pPr>
            <a:lvl4pPr indent="-304800" lvl="3" marL="18288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4pPr>
            <a:lvl5pPr indent="-304800" lvl="4" marL="22860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5pPr>
            <a:lvl6pPr indent="-304800" lvl="5" marL="27432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6pPr>
            <a:lvl7pPr indent="-304800" lvl="6" marL="32004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7pPr>
            <a:lvl8pPr indent="-304800" lvl="7" marL="36576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8pPr>
            <a:lvl9pPr indent="-304800" lvl="8" marL="41148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9pPr>
          </a:lstStyle>
          <a:p/>
        </p:txBody>
      </p:sp>
      <p:sp>
        <p:nvSpPr>
          <p:cNvPr id="562" name="Google Shape;562;p82"/>
          <p:cNvSpPr txBox="1"/>
          <p:nvPr>
            <p:ph type="title"/>
          </p:nvPr>
        </p:nvSpPr>
        <p:spPr>
          <a:xfrm>
            <a:off x="298725" y="445025"/>
            <a:ext cx="8349900" cy="405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2400"/>
              <a:buNone/>
              <a:defRPr/>
            </a:lvl4pPr>
            <a:lvl5pPr lvl="4" algn="l">
              <a:lnSpc>
                <a:spcPct val="100000"/>
              </a:lnSpc>
              <a:spcBef>
                <a:spcPts val="0"/>
              </a:spcBef>
              <a:spcAft>
                <a:spcPts val="0"/>
              </a:spcAft>
              <a:buSzPts val="2400"/>
              <a:buNone/>
              <a:defRPr/>
            </a:lvl5pPr>
            <a:lvl6pPr lvl="5" algn="l">
              <a:lnSpc>
                <a:spcPct val="100000"/>
              </a:lnSpc>
              <a:spcBef>
                <a:spcPts val="0"/>
              </a:spcBef>
              <a:spcAft>
                <a:spcPts val="0"/>
              </a:spcAft>
              <a:buSzPts val="2400"/>
              <a:buNone/>
              <a:defRPr/>
            </a:lvl6pPr>
            <a:lvl7pPr lvl="6" algn="l">
              <a:lnSpc>
                <a:spcPct val="100000"/>
              </a:lnSpc>
              <a:spcBef>
                <a:spcPts val="0"/>
              </a:spcBef>
              <a:spcAft>
                <a:spcPts val="0"/>
              </a:spcAft>
              <a:buSzPts val="2400"/>
              <a:buNone/>
              <a:defRPr/>
            </a:lvl7pPr>
            <a:lvl8pPr lvl="7" algn="l">
              <a:lnSpc>
                <a:spcPct val="100000"/>
              </a:lnSpc>
              <a:spcBef>
                <a:spcPts val="0"/>
              </a:spcBef>
              <a:spcAft>
                <a:spcPts val="0"/>
              </a:spcAft>
              <a:buSzPts val="2400"/>
              <a:buNone/>
              <a:defRPr/>
            </a:lvl8pPr>
            <a:lvl9pPr lvl="8" algn="l">
              <a:lnSpc>
                <a:spcPct val="100000"/>
              </a:lnSpc>
              <a:spcBef>
                <a:spcPts val="0"/>
              </a:spcBef>
              <a:spcAft>
                <a:spcPts val="0"/>
              </a:spcAft>
              <a:buSzPts val="2400"/>
              <a:buNone/>
              <a:defRPr/>
            </a:lvl9pPr>
          </a:lstStyle>
          <a:p/>
        </p:txBody>
      </p:sp>
      <p:sp>
        <p:nvSpPr>
          <p:cNvPr id="563" name="Google Shape;563;p82"/>
          <p:cNvSpPr txBox="1"/>
          <p:nvPr>
            <p:ph idx="2" type="body"/>
          </p:nvPr>
        </p:nvSpPr>
        <p:spPr>
          <a:xfrm>
            <a:off x="298725" y="1863775"/>
            <a:ext cx="4058100" cy="3162300"/>
          </a:xfrm>
          <a:prstGeom prst="rect">
            <a:avLst/>
          </a:prstGeom>
          <a:noFill/>
          <a:ln>
            <a:noFill/>
          </a:ln>
        </p:spPr>
        <p:txBody>
          <a:bodyPr anchorCtr="0" anchor="t" bIns="0" lIns="0" spcFirstLastPara="1" rIns="0" wrap="square" tIns="0">
            <a:noAutofit/>
          </a:bodyPr>
          <a:lstStyle>
            <a:lvl1pPr indent="-304800" lvl="0" marL="4572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1pPr>
            <a:lvl2pPr indent="-304800" lvl="1" marL="9144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2pPr>
            <a:lvl3pPr indent="-304800" lvl="2" marL="13716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3pPr>
            <a:lvl4pPr indent="-304800" lvl="3" marL="18288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4pPr>
            <a:lvl5pPr indent="-304800" lvl="4" marL="22860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5pPr>
            <a:lvl6pPr indent="-304800" lvl="5" marL="27432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6pPr>
            <a:lvl7pPr indent="-304800" lvl="6" marL="32004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7pPr>
            <a:lvl8pPr indent="-304800" lvl="7" marL="36576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8pPr>
            <a:lvl9pPr indent="-304800" lvl="8" marL="41148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9pPr>
          </a:lstStyle>
          <a:p/>
        </p:txBody>
      </p:sp>
      <p:sp>
        <p:nvSpPr>
          <p:cNvPr id="564" name="Google Shape;564;p82"/>
          <p:cNvSpPr txBox="1"/>
          <p:nvPr>
            <p:ph idx="3" type="title"/>
          </p:nvPr>
        </p:nvSpPr>
        <p:spPr>
          <a:xfrm>
            <a:off x="298725" y="898175"/>
            <a:ext cx="8349900" cy="209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1pPr>
            <a:lvl2pPr lvl="1"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2pPr>
            <a:lvl3pPr lvl="2"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3pPr>
            <a:lvl4pPr lvl="3"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4pPr>
            <a:lvl5pPr lvl="4"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5pPr>
            <a:lvl6pPr lvl="5"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6pPr>
            <a:lvl7pPr lvl="6"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7pPr>
            <a:lvl8pPr lvl="7"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8pPr>
            <a:lvl9pPr lvl="8"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9pPr>
          </a:lstStyle>
          <a:p/>
        </p:txBody>
      </p:sp>
      <p:sp>
        <p:nvSpPr>
          <p:cNvPr id="565" name="Google Shape;565;p82"/>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rgbClr val="B9C2C6"/>
                </a:solidFill>
                <a:latin typeface="Space Grotesk"/>
                <a:ea typeface="Space Grotesk"/>
                <a:cs typeface="Space Grotesk"/>
                <a:sym typeface="Space Grotesk"/>
              </a:rPr>
              <a:t>ⓒ 2024 Redis Ltd. All rights reserved.</a:t>
            </a:r>
            <a:endParaRPr b="0" i="0" sz="1300" u="none" cap="none" strike="noStrike">
              <a:solidFill>
                <a:srgbClr val="B9C2C6"/>
              </a:solidFill>
              <a:latin typeface="Space Grotesk"/>
              <a:ea typeface="Space Grotesk"/>
              <a:cs typeface="Space Grotesk"/>
              <a:sym typeface="Space Grotesk"/>
            </a:endParaRPr>
          </a:p>
        </p:txBody>
      </p:sp>
      <p:sp>
        <p:nvSpPr>
          <p:cNvPr id="566" name="Google Shape;566;p82"/>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pic>
        <p:nvPicPr>
          <p:cNvPr id="567" name="Google Shape;567;p82"/>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568" name="Google Shape;568;p82"/>
          <p:cNvSpPr txBox="1"/>
          <p:nvPr>
            <p:ph idx="4" type="title"/>
          </p:nvPr>
        </p:nvSpPr>
        <p:spPr>
          <a:xfrm>
            <a:off x="300775" y="1486375"/>
            <a:ext cx="3999900" cy="296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400"/>
              <a:buFont typeface="Space Grotesk SemiBold"/>
              <a:buNone/>
              <a:defRPr sz="1400">
                <a:solidFill>
                  <a:schemeClr val="accent1"/>
                </a:solidFill>
                <a:latin typeface="Space Grotesk SemiBold"/>
                <a:ea typeface="Space Grotesk SemiBold"/>
                <a:cs typeface="Space Grotesk SemiBold"/>
                <a:sym typeface="Space Grotesk SemiBold"/>
              </a:defRPr>
            </a:lvl1pPr>
            <a:lvl2pPr lvl="1" algn="l">
              <a:lnSpc>
                <a:spcPct val="100000"/>
              </a:lnSpc>
              <a:spcBef>
                <a:spcPts val="0"/>
              </a:spcBef>
              <a:spcAft>
                <a:spcPts val="0"/>
              </a:spcAft>
              <a:buClr>
                <a:schemeClr val="accent1"/>
              </a:buClr>
              <a:buSzPts val="2400"/>
              <a:buNone/>
              <a:defRPr>
                <a:solidFill>
                  <a:schemeClr val="accent1"/>
                </a:solidFill>
              </a:defRPr>
            </a:lvl2pPr>
            <a:lvl3pPr lvl="2" algn="l">
              <a:lnSpc>
                <a:spcPct val="100000"/>
              </a:lnSpc>
              <a:spcBef>
                <a:spcPts val="0"/>
              </a:spcBef>
              <a:spcAft>
                <a:spcPts val="0"/>
              </a:spcAft>
              <a:buClr>
                <a:schemeClr val="accent1"/>
              </a:buClr>
              <a:buSzPts val="2400"/>
              <a:buNone/>
              <a:defRPr>
                <a:solidFill>
                  <a:schemeClr val="accent1"/>
                </a:solidFill>
              </a:defRPr>
            </a:lvl3pPr>
            <a:lvl4pPr lvl="3" algn="l">
              <a:lnSpc>
                <a:spcPct val="100000"/>
              </a:lnSpc>
              <a:spcBef>
                <a:spcPts val="0"/>
              </a:spcBef>
              <a:spcAft>
                <a:spcPts val="0"/>
              </a:spcAft>
              <a:buClr>
                <a:schemeClr val="accent1"/>
              </a:buClr>
              <a:buSzPts val="2400"/>
              <a:buNone/>
              <a:defRPr>
                <a:solidFill>
                  <a:schemeClr val="accent1"/>
                </a:solidFill>
              </a:defRPr>
            </a:lvl4pPr>
            <a:lvl5pPr lvl="4" algn="l">
              <a:lnSpc>
                <a:spcPct val="100000"/>
              </a:lnSpc>
              <a:spcBef>
                <a:spcPts val="0"/>
              </a:spcBef>
              <a:spcAft>
                <a:spcPts val="0"/>
              </a:spcAft>
              <a:buClr>
                <a:schemeClr val="accent1"/>
              </a:buClr>
              <a:buSzPts val="2400"/>
              <a:buNone/>
              <a:defRPr>
                <a:solidFill>
                  <a:schemeClr val="accent1"/>
                </a:solidFill>
              </a:defRPr>
            </a:lvl5pPr>
            <a:lvl6pPr lvl="5" algn="l">
              <a:lnSpc>
                <a:spcPct val="100000"/>
              </a:lnSpc>
              <a:spcBef>
                <a:spcPts val="0"/>
              </a:spcBef>
              <a:spcAft>
                <a:spcPts val="0"/>
              </a:spcAft>
              <a:buClr>
                <a:schemeClr val="accent1"/>
              </a:buClr>
              <a:buSzPts val="2400"/>
              <a:buNone/>
              <a:defRPr>
                <a:solidFill>
                  <a:schemeClr val="accent1"/>
                </a:solidFill>
              </a:defRPr>
            </a:lvl6pPr>
            <a:lvl7pPr lvl="6" algn="l">
              <a:lnSpc>
                <a:spcPct val="100000"/>
              </a:lnSpc>
              <a:spcBef>
                <a:spcPts val="0"/>
              </a:spcBef>
              <a:spcAft>
                <a:spcPts val="0"/>
              </a:spcAft>
              <a:buClr>
                <a:schemeClr val="accent1"/>
              </a:buClr>
              <a:buSzPts val="2400"/>
              <a:buNone/>
              <a:defRPr>
                <a:solidFill>
                  <a:schemeClr val="accent1"/>
                </a:solidFill>
              </a:defRPr>
            </a:lvl7pPr>
            <a:lvl8pPr lvl="7" algn="l">
              <a:lnSpc>
                <a:spcPct val="100000"/>
              </a:lnSpc>
              <a:spcBef>
                <a:spcPts val="0"/>
              </a:spcBef>
              <a:spcAft>
                <a:spcPts val="0"/>
              </a:spcAft>
              <a:buClr>
                <a:schemeClr val="accent1"/>
              </a:buClr>
              <a:buSzPts val="2400"/>
              <a:buNone/>
              <a:defRPr>
                <a:solidFill>
                  <a:schemeClr val="accent1"/>
                </a:solidFill>
              </a:defRPr>
            </a:lvl8pPr>
            <a:lvl9pPr lvl="8" algn="l">
              <a:lnSpc>
                <a:spcPct val="100000"/>
              </a:lnSpc>
              <a:spcBef>
                <a:spcPts val="0"/>
              </a:spcBef>
              <a:spcAft>
                <a:spcPts val="0"/>
              </a:spcAft>
              <a:buClr>
                <a:schemeClr val="accent1"/>
              </a:buClr>
              <a:buSzPts val="2400"/>
              <a:buNone/>
              <a:defRPr>
                <a:solidFill>
                  <a:schemeClr val="accent1"/>
                </a:solidFill>
              </a:defRPr>
            </a:lvl9pPr>
          </a:lstStyle>
          <a:p/>
        </p:txBody>
      </p:sp>
      <p:sp>
        <p:nvSpPr>
          <p:cNvPr id="569" name="Google Shape;569;p82"/>
          <p:cNvSpPr txBox="1"/>
          <p:nvPr>
            <p:ph idx="5" type="title"/>
          </p:nvPr>
        </p:nvSpPr>
        <p:spPr>
          <a:xfrm>
            <a:off x="4774200" y="1486375"/>
            <a:ext cx="3999900" cy="296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400"/>
              <a:buFont typeface="Space Grotesk SemiBold"/>
              <a:buNone/>
              <a:defRPr sz="1400">
                <a:solidFill>
                  <a:schemeClr val="accent1"/>
                </a:solidFill>
                <a:latin typeface="Space Grotesk SemiBold"/>
                <a:ea typeface="Space Grotesk SemiBold"/>
                <a:cs typeface="Space Grotesk SemiBold"/>
                <a:sym typeface="Space Grotesk SemiBold"/>
              </a:defRPr>
            </a:lvl1pPr>
            <a:lvl2pPr lvl="1" algn="l">
              <a:lnSpc>
                <a:spcPct val="100000"/>
              </a:lnSpc>
              <a:spcBef>
                <a:spcPts val="0"/>
              </a:spcBef>
              <a:spcAft>
                <a:spcPts val="0"/>
              </a:spcAft>
              <a:buClr>
                <a:schemeClr val="accent1"/>
              </a:buClr>
              <a:buSzPts val="2400"/>
              <a:buNone/>
              <a:defRPr>
                <a:solidFill>
                  <a:schemeClr val="accent1"/>
                </a:solidFill>
              </a:defRPr>
            </a:lvl2pPr>
            <a:lvl3pPr lvl="2" algn="l">
              <a:lnSpc>
                <a:spcPct val="100000"/>
              </a:lnSpc>
              <a:spcBef>
                <a:spcPts val="0"/>
              </a:spcBef>
              <a:spcAft>
                <a:spcPts val="0"/>
              </a:spcAft>
              <a:buClr>
                <a:schemeClr val="accent1"/>
              </a:buClr>
              <a:buSzPts val="2400"/>
              <a:buNone/>
              <a:defRPr>
                <a:solidFill>
                  <a:schemeClr val="accent1"/>
                </a:solidFill>
              </a:defRPr>
            </a:lvl3pPr>
            <a:lvl4pPr lvl="3" algn="l">
              <a:lnSpc>
                <a:spcPct val="100000"/>
              </a:lnSpc>
              <a:spcBef>
                <a:spcPts val="0"/>
              </a:spcBef>
              <a:spcAft>
                <a:spcPts val="0"/>
              </a:spcAft>
              <a:buClr>
                <a:schemeClr val="accent1"/>
              </a:buClr>
              <a:buSzPts val="2400"/>
              <a:buNone/>
              <a:defRPr>
                <a:solidFill>
                  <a:schemeClr val="accent1"/>
                </a:solidFill>
              </a:defRPr>
            </a:lvl4pPr>
            <a:lvl5pPr lvl="4" algn="l">
              <a:lnSpc>
                <a:spcPct val="100000"/>
              </a:lnSpc>
              <a:spcBef>
                <a:spcPts val="0"/>
              </a:spcBef>
              <a:spcAft>
                <a:spcPts val="0"/>
              </a:spcAft>
              <a:buClr>
                <a:schemeClr val="accent1"/>
              </a:buClr>
              <a:buSzPts val="2400"/>
              <a:buNone/>
              <a:defRPr>
                <a:solidFill>
                  <a:schemeClr val="accent1"/>
                </a:solidFill>
              </a:defRPr>
            </a:lvl5pPr>
            <a:lvl6pPr lvl="5" algn="l">
              <a:lnSpc>
                <a:spcPct val="100000"/>
              </a:lnSpc>
              <a:spcBef>
                <a:spcPts val="0"/>
              </a:spcBef>
              <a:spcAft>
                <a:spcPts val="0"/>
              </a:spcAft>
              <a:buClr>
                <a:schemeClr val="accent1"/>
              </a:buClr>
              <a:buSzPts val="2400"/>
              <a:buNone/>
              <a:defRPr>
                <a:solidFill>
                  <a:schemeClr val="accent1"/>
                </a:solidFill>
              </a:defRPr>
            </a:lvl6pPr>
            <a:lvl7pPr lvl="6" algn="l">
              <a:lnSpc>
                <a:spcPct val="100000"/>
              </a:lnSpc>
              <a:spcBef>
                <a:spcPts val="0"/>
              </a:spcBef>
              <a:spcAft>
                <a:spcPts val="0"/>
              </a:spcAft>
              <a:buClr>
                <a:schemeClr val="accent1"/>
              </a:buClr>
              <a:buSzPts val="2400"/>
              <a:buNone/>
              <a:defRPr>
                <a:solidFill>
                  <a:schemeClr val="accent1"/>
                </a:solidFill>
              </a:defRPr>
            </a:lvl7pPr>
            <a:lvl8pPr lvl="7" algn="l">
              <a:lnSpc>
                <a:spcPct val="100000"/>
              </a:lnSpc>
              <a:spcBef>
                <a:spcPts val="0"/>
              </a:spcBef>
              <a:spcAft>
                <a:spcPts val="0"/>
              </a:spcAft>
              <a:buClr>
                <a:schemeClr val="accent1"/>
              </a:buClr>
              <a:buSzPts val="2400"/>
              <a:buNone/>
              <a:defRPr>
                <a:solidFill>
                  <a:schemeClr val="accent1"/>
                </a:solidFill>
              </a:defRPr>
            </a:lvl8pPr>
            <a:lvl9pPr lvl="8" algn="l">
              <a:lnSpc>
                <a:spcPct val="100000"/>
              </a:lnSpc>
              <a:spcBef>
                <a:spcPts val="0"/>
              </a:spcBef>
              <a:spcAft>
                <a:spcPts val="0"/>
              </a:spcAft>
              <a:buClr>
                <a:schemeClr val="accent1"/>
              </a:buClr>
              <a:buSzPts val="2400"/>
              <a:buNone/>
              <a:defRPr>
                <a:solidFill>
                  <a:schemeClr val="accent1"/>
                </a:solidFill>
              </a:defRPr>
            </a:lvl9pPr>
          </a:lstStyle>
          <a:p/>
        </p:txBody>
      </p:sp>
    </p:spTree>
  </p:cSld>
  <p:clrMapOvr>
    <a:masterClrMapping/>
  </p:clrMapOvr>
  <p:extLst>
    <p:ext uri="{DCECCB84-F9BA-43D5-87BE-67443E8EF086}">
      <p15:sldGuideLst>
        <p15:guide id="1" orient="horz" pos="934">
          <p15:clr>
            <a:srgbClr val="E46962"/>
          </p15:clr>
        </p15:guide>
        <p15:guide id="2" orient="horz" pos="936">
          <p15:clr>
            <a:srgbClr val="E46962"/>
          </p15:clr>
        </p15:guide>
      </p15:sldGuideLst>
    </p:ext>
  </p:extLst>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Light">
  <p:cSld name="ONE_COLUMN_TEXT">
    <p:spTree>
      <p:nvGrpSpPr>
        <p:cNvPr id="570" name="Shape 570"/>
        <p:cNvGrpSpPr/>
        <p:nvPr/>
      </p:nvGrpSpPr>
      <p:grpSpPr>
        <a:xfrm>
          <a:off x="0" y="0"/>
          <a:ext cx="0" cy="0"/>
          <a:chOff x="0" y="0"/>
          <a:chExt cx="0" cy="0"/>
        </a:xfrm>
      </p:grpSpPr>
      <p:sp>
        <p:nvSpPr>
          <p:cNvPr id="571" name="Google Shape;571;p83"/>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rgbClr val="B9C2C6"/>
                </a:solidFill>
                <a:latin typeface="Space Grotesk"/>
                <a:ea typeface="Space Grotesk"/>
                <a:cs typeface="Space Grotesk"/>
                <a:sym typeface="Space Grotesk"/>
              </a:rPr>
              <a:t>ⓒ 2024 Redis Ltd. All rights reserved.</a:t>
            </a:r>
            <a:endParaRPr b="0" i="0" sz="1300" u="none" cap="none" strike="noStrike">
              <a:solidFill>
                <a:srgbClr val="B9C2C6"/>
              </a:solidFill>
              <a:latin typeface="Space Grotesk"/>
              <a:ea typeface="Space Grotesk"/>
              <a:cs typeface="Space Grotesk"/>
              <a:sym typeface="Space Grotesk"/>
            </a:endParaRPr>
          </a:p>
        </p:txBody>
      </p:sp>
      <p:sp>
        <p:nvSpPr>
          <p:cNvPr id="572" name="Google Shape;572;p83"/>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pic>
        <p:nvPicPr>
          <p:cNvPr id="573" name="Google Shape;573;p83"/>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574" name="Google Shape;574;p83"/>
          <p:cNvSpPr txBox="1"/>
          <p:nvPr>
            <p:ph type="title"/>
          </p:nvPr>
        </p:nvSpPr>
        <p:spPr>
          <a:xfrm>
            <a:off x="298725" y="445025"/>
            <a:ext cx="8349900" cy="405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2400"/>
              <a:buNone/>
              <a:defRPr/>
            </a:lvl4pPr>
            <a:lvl5pPr lvl="4" algn="l">
              <a:lnSpc>
                <a:spcPct val="100000"/>
              </a:lnSpc>
              <a:spcBef>
                <a:spcPts val="0"/>
              </a:spcBef>
              <a:spcAft>
                <a:spcPts val="0"/>
              </a:spcAft>
              <a:buSzPts val="2400"/>
              <a:buNone/>
              <a:defRPr/>
            </a:lvl5pPr>
            <a:lvl6pPr lvl="5" algn="l">
              <a:lnSpc>
                <a:spcPct val="100000"/>
              </a:lnSpc>
              <a:spcBef>
                <a:spcPts val="0"/>
              </a:spcBef>
              <a:spcAft>
                <a:spcPts val="0"/>
              </a:spcAft>
              <a:buSzPts val="2400"/>
              <a:buNone/>
              <a:defRPr/>
            </a:lvl6pPr>
            <a:lvl7pPr lvl="6" algn="l">
              <a:lnSpc>
                <a:spcPct val="100000"/>
              </a:lnSpc>
              <a:spcBef>
                <a:spcPts val="0"/>
              </a:spcBef>
              <a:spcAft>
                <a:spcPts val="0"/>
              </a:spcAft>
              <a:buSzPts val="2400"/>
              <a:buNone/>
              <a:defRPr/>
            </a:lvl7pPr>
            <a:lvl8pPr lvl="7" algn="l">
              <a:lnSpc>
                <a:spcPct val="100000"/>
              </a:lnSpc>
              <a:spcBef>
                <a:spcPts val="0"/>
              </a:spcBef>
              <a:spcAft>
                <a:spcPts val="0"/>
              </a:spcAft>
              <a:buSzPts val="2400"/>
              <a:buNone/>
              <a:defRPr/>
            </a:lvl8pPr>
            <a:lvl9pPr lvl="8" algn="l">
              <a:lnSpc>
                <a:spcPct val="100000"/>
              </a:lnSpc>
              <a:spcBef>
                <a:spcPts val="0"/>
              </a:spcBef>
              <a:spcAft>
                <a:spcPts val="0"/>
              </a:spcAft>
              <a:buSzPts val="2400"/>
              <a:buNone/>
              <a:defRPr/>
            </a:lvl9pPr>
          </a:lstStyle>
          <a:p/>
        </p:txBody>
      </p:sp>
      <p:sp>
        <p:nvSpPr>
          <p:cNvPr id="575" name="Google Shape;575;p83"/>
          <p:cNvSpPr txBox="1"/>
          <p:nvPr>
            <p:ph idx="2" type="title"/>
          </p:nvPr>
        </p:nvSpPr>
        <p:spPr>
          <a:xfrm>
            <a:off x="298725" y="898175"/>
            <a:ext cx="8349900" cy="209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1pPr>
            <a:lvl2pPr lvl="1"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2pPr>
            <a:lvl3pPr lvl="2"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3pPr>
            <a:lvl4pPr lvl="3"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4pPr>
            <a:lvl5pPr lvl="4"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5pPr>
            <a:lvl6pPr lvl="5"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6pPr>
            <a:lvl7pPr lvl="6"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7pPr>
            <a:lvl8pPr lvl="7"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8pPr>
            <a:lvl9pPr lvl="8"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9pPr>
          </a:lstStyle>
          <a:p/>
        </p:txBody>
      </p:sp>
      <p:sp>
        <p:nvSpPr>
          <p:cNvPr id="576" name="Google Shape;576;p83"/>
          <p:cNvSpPr txBox="1"/>
          <p:nvPr>
            <p:ph idx="1" type="body"/>
          </p:nvPr>
        </p:nvSpPr>
        <p:spPr>
          <a:xfrm>
            <a:off x="3211139" y="1863775"/>
            <a:ext cx="2593500" cy="3162300"/>
          </a:xfrm>
          <a:prstGeom prst="rect">
            <a:avLst/>
          </a:prstGeom>
          <a:noFill/>
          <a:ln>
            <a:noFill/>
          </a:ln>
        </p:spPr>
        <p:txBody>
          <a:bodyPr anchorCtr="0" anchor="t" bIns="0" lIns="0" spcFirstLastPara="1" rIns="0" wrap="square" tIns="0">
            <a:noAutofit/>
          </a:bodyPr>
          <a:lstStyle>
            <a:lvl1pPr indent="-304800" lvl="0" marL="4572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1pPr>
            <a:lvl2pPr indent="-292100" lvl="1" marL="914400" algn="l">
              <a:lnSpc>
                <a:spcPct val="115000"/>
              </a:lnSpc>
              <a:spcBef>
                <a:spcPts val="0"/>
              </a:spcBef>
              <a:spcAft>
                <a:spcPts val="0"/>
              </a:spcAft>
              <a:buSzPts val="1000"/>
              <a:buFont typeface="Space Grotesk"/>
              <a:buChar char="○"/>
              <a:defRPr sz="1000">
                <a:latin typeface="Space Grotesk"/>
                <a:ea typeface="Space Grotesk"/>
                <a:cs typeface="Space Grotesk"/>
                <a:sym typeface="Space Grotesk"/>
              </a:defRPr>
            </a:lvl2pPr>
            <a:lvl3pPr indent="-292100" lvl="2" marL="1371600" algn="l">
              <a:lnSpc>
                <a:spcPct val="115000"/>
              </a:lnSpc>
              <a:spcBef>
                <a:spcPts val="0"/>
              </a:spcBef>
              <a:spcAft>
                <a:spcPts val="0"/>
              </a:spcAft>
              <a:buSzPts val="1000"/>
              <a:buFont typeface="Space Grotesk"/>
              <a:buChar char="■"/>
              <a:defRPr sz="1000">
                <a:latin typeface="Space Grotesk"/>
                <a:ea typeface="Space Grotesk"/>
                <a:cs typeface="Space Grotesk"/>
                <a:sym typeface="Space Grotesk"/>
              </a:defRPr>
            </a:lvl3pPr>
            <a:lvl4pPr indent="-292100" lvl="3" marL="1828800" algn="l">
              <a:lnSpc>
                <a:spcPct val="115000"/>
              </a:lnSpc>
              <a:spcBef>
                <a:spcPts val="0"/>
              </a:spcBef>
              <a:spcAft>
                <a:spcPts val="0"/>
              </a:spcAft>
              <a:buSzPts val="1000"/>
              <a:buFont typeface="Space Grotesk"/>
              <a:buChar char="●"/>
              <a:defRPr sz="1000">
                <a:latin typeface="Space Grotesk"/>
                <a:ea typeface="Space Grotesk"/>
                <a:cs typeface="Space Grotesk"/>
                <a:sym typeface="Space Grotesk"/>
              </a:defRPr>
            </a:lvl4pPr>
            <a:lvl5pPr indent="-292100" lvl="4" marL="2286000" algn="l">
              <a:lnSpc>
                <a:spcPct val="115000"/>
              </a:lnSpc>
              <a:spcBef>
                <a:spcPts val="0"/>
              </a:spcBef>
              <a:spcAft>
                <a:spcPts val="0"/>
              </a:spcAft>
              <a:buSzPts val="1000"/>
              <a:buFont typeface="Space Grotesk"/>
              <a:buChar char="○"/>
              <a:defRPr sz="1000">
                <a:latin typeface="Space Grotesk"/>
                <a:ea typeface="Space Grotesk"/>
                <a:cs typeface="Space Grotesk"/>
                <a:sym typeface="Space Grotesk"/>
              </a:defRPr>
            </a:lvl5pPr>
            <a:lvl6pPr indent="-292100" lvl="5" marL="2743200" algn="l">
              <a:lnSpc>
                <a:spcPct val="115000"/>
              </a:lnSpc>
              <a:spcBef>
                <a:spcPts val="0"/>
              </a:spcBef>
              <a:spcAft>
                <a:spcPts val="0"/>
              </a:spcAft>
              <a:buSzPts val="1000"/>
              <a:buFont typeface="Space Grotesk"/>
              <a:buChar char="■"/>
              <a:defRPr sz="1000">
                <a:latin typeface="Space Grotesk"/>
                <a:ea typeface="Space Grotesk"/>
                <a:cs typeface="Space Grotesk"/>
                <a:sym typeface="Space Grotesk"/>
              </a:defRPr>
            </a:lvl6pPr>
            <a:lvl7pPr indent="-292100" lvl="6" marL="3200400" algn="l">
              <a:lnSpc>
                <a:spcPct val="115000"/>
              </a:lnSpc>
              <a:spcBef>
                <a:spcPts val="0"/>
              </a:spcBef>
              <a:spcAft>
                <a:spcPts val="0"/>
              </a:spcAft>
              <a:buSzPts val="1000"/>
              <a:buFont typeface="Space Grotesk"/>
              <a:buChar char="●"/>
              <a:defRPr sz="1000">
                <a:latin typeface="Space Grotesk"/>
                <a:ea typeface="Space Grotesk"/>
                <a:cs typeface="Space Grotesk"/>
                <a:sym typeface="Space Grotesk"/>
              </a:defRPr>
            </a:lvl7pPr>
            <a:lvl8pPr indent="-292100" lvl="7" marL="3657600" algn="l">
              <a:lnSpc>
                <a:spcPct val="115000"/>
              </a:lnSpc>
              <a:spcBef>
                <a:spcPts val="0"/>
              </a:spcBef>
              <a:spcAft>
                <a:spcPts val="0"/>
              </a:spcAft>
              <a:buSzPts val="1000"/>
              <a:buFont typeface="Space Grotesk"/>
              <a:buChar char="○"/>
              <a:defRPr sz="1000">
                <a:latin typeface="Space Grotesk"/>
                <a:ea typeface="Space Grotesk"/>
                <a:cs typeface="Space Grotesk"/>
                <a:sym typeface="Space Grotesk"/>
              </a:defRPr>
            </a:lvl8pPr>
            <a:lvl9pPr indent="-292100" lvl="8" marL="4114800" algn="l">
              <a:lnSpc>
                <a:spcPct val="115000"/>
              </a:lnSpc>
              <a:spcBef>
                <a:spcPts val="0"/>
              </a:spcBef>
              <a:spcAft>
                <a:spcPts val="0"/>
              </a:spcAft>
              <a:buSzPts val="1000"/>
              <a:buFont typeface="Space Grotesk"/>
              <a:buChar char="■"/>
              <a:defRPr sz="1000">
                <a:latin typeface="Space Grotesk"/>
                <a:ea typeface="Space Grotesk"/>
                <a:cs typeface="Space Grotesk"/>
                <a:sym typeface="Space Grotesk"/>
              </a:defRPr>
            </a:lvl9pPr>
          </a:lstStyle>
          <a:p/>
        </p:txBody>
      </p:sp>
      <p:sp>
        <p:nvSpPr>
          <p:cNvPr id="577" name="Google Shape;577;p83"/>
          <p:cNvSpPr txBox="1"/>
          <p:nvPr>
            <p:ph idx="3" type="body"/>
          </p:nvPr>
        </p:nvSpPr>
        <p:spPr>
          <a:xfrm>
            <a:off x="298725" y="1863775"/>
            <a:ext cx="2631300" cy="3162300"/>
          </a:xfrm>
          <a:prstGeom prst="rect">
            <a:avLst/>
          </a:prstGeom>
          <a:noFill/>
          <a:ln>
            <a:noFill/>
          </a:ln>
        </p:spPr>
        <p:txBody>
          <a:bodyPr anchorCtr="0" anchor="t" bIns="0" lIns="0" spcFirstLastPara="1" rIns="0" wrap="square" tIns="0">
            <a:noAutofit/>
          </a:bodyPr>
          <a:lstStyle>
            <a:lvl1pPr indent="-304800" lvl="0" marL="4572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1pPr>
            <a:lvl2pPr indent="-304800" lvl="1" marL="9144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2pPr>
            <a:lvl3pPr indent="-304800" lvl="2" marL="13716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3pPr>
            <a:lvl4pPr indent="-304800" lvl="3" marL="18288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4pPr>
            <a:lvl5pPr indent="-304800" lvl="4" marL="22860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5pPr>
            <a:lvl6pPr indent="-304800" lvl="5" marL="27432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6pPr>
            <a:lvl7pPr indent="-304800" lvl="6" marL="32004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7pPr>
            <a:lvl8pPr indent="-304800" lvl="7" marL="36576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8pPr>
            <a:lvl9pPr indent="-304800" lvl="8" marL="41148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9pPr>
          </a:lstStyle>
          <a:p/>
        </p:txBody>
      </p:sp>
      <p:sp>
        <p:nvSpPr>
          <p:cNvPr id="578" name="Google Shape;578;p83"/>
          <p:cNvSpPr txBox="1"/>
          <p:nvPr>
            <p:ph idx="4" type="body"/>
          </p:nvPr>
        </p:nvSpPr>
        <p:spPr>
          <a:xfrm>
            <a:off x="6085752" y="1863775"/>
            <a:ext cx="2593500" cy="3162300"/>
          </a:xfrm>
          <a:prstGeom prst="rect">
            <a:avLst/>
          </a:prstGeom>
          <a:noFill/>
          <a:ln>
            <a:noFill/>
          </a:ln>
        </p:spPr>
        <p:txBody>
          <a:bodyPr anchorCtr="0" anchor="t" bIns="0" lIns="0" spcFirstLastPara="1" rIns="0" wrap="square" tIns="0">
            <a:noAutofit/>
          </a:bodyPr>
          <a:lstStyle>
            <a:lvl1pPr indent="-304800" lvl="0" marL="4572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1pPr>
            <a:lvl2pPr indent="-292100" lvl="1" marL="914400" algn="l">
              <a:lnSpc>
                <a:spcPct val="115000"/>
              </a:lnSpc>
              <a:spcBef>
                <a:spcPts val="0"/>
              </a:spcBef>
              <a:spcAft>
                <a:spcPts val="0"/>
              </a:spcAft>
              <a:buSzPts val="1000"/>
              <a:buFont typeface="Space Grotesk"/>
              <a:buChar char="○"/>
              <a:defRPr sz="1000">
                <a:latin typeface="Space Grotesk"/>
                <a:ea typeface="Space Grotesk"/>
                <a:cs typeface="Space Grotesk"/>
                <a:sym typeface="Space Grotesk"/>
              </a:defRPr>
            </a:lvl2pPr>
            <a:lvl3pPr indent="-292100" lvl="2" marL="1371600" algn="l">
              <a:lnSpc>
                <a:spcPct val="115000"/>
              </a:lnSpc>
              <a:spcBef>
                <a:spcPts val="0"/>
              </a:spcBef>
              <a:spcAft>
                <a:spcPts val="0"/>
              </a:spcAft>
              <a:buSzPts val="1000"/>
              <a:buFont typeface="Space Grotesk"/>
              <a:buChar char="■"/>
              <a:defRPr sz="1000">
                <a:latin typeface="Space Grotesk"/>
                <a:ea typeface="Space Grotesk"/>
                <a:cs typeface="Space Grotesk"/>
                <a:sym typeface="Space Grotesk"/>
              </a:defRPr>
            </a:lvl3pPr>
            <a:lvl4pPr indent="-292100" lvl="3" marL="1828800" algn="l">
              <a:lnSpc>
                <a:spcPct val="115000"/>
              </a:lnSpc>
              <a:spcBef>
                <a:spcPts val="0"/>
              </a:spcBef>
              <a:spcAft>
                <a:spcPts val="0"/>
              </a:spcAft>
              <a:buSzPts val="1000"/>
              <a:buFont typeface="Space Grotesk"/>
              <a:buChar char="●"/>
              <a:defRPr sz="1000">
                <a:latin typeface="Space Grotesk"/>
                <a:ea typeface="Space Grotesk"/>
                <a:cs typeface="Space Grotesk"/>
                <a:sym typeface="Space Grotesk"/>
              </a:defRPr>
            </a:lvl4pPr>
            <a:lvl5pPr indent="-292100" lvl="4" marL="2286000" algn="l">
              <a:lnSpc>
                <a:spcPct val="115000"/>
              </a:lnSpc>
              <a:spcBef>
                <a:spcPts val="0"/>
              </a:spcBef>
              <a:spcAft>
                <a:spcPts val="0"/>
              </a:spcAft>
              <a:buSzPts val="1000"/>
              <a:buFont typeface="Space Grotesk"/>
              <a:buChar char="○"/>
              <a:defRPr sz="1000">
                <a:latin typeface="Space Grotesk"/>
                <a:ea typeface="Space Grotesk"/>
                <a:cs typeface="Space Grotesk"/>
                <a:sym typeface="Space Grotesk"/>
              </a:defRPr>
            </a:lvl5pPr>
            <a:lvl6pPr indent="-292100" lvl="5" marL="2743200" algn="l">
              <a:lnSpc>
                <a:spcPct val="115000"/>
              </a:lnSpc>
              <a:spcBef>
                <a:spcPts val="0"/>
              </a:spcBef>
              <a:spcAft>
                <a:spcPts val="0"/>
              </a:spcAft>
              <a:buSzPts val="1000"/>
              <a:buFont typeface="Space Grotesk"/>
              <a:buChar char="■"/>
              <a:defRPr sz="1000">
                <a:latin typeface="Space Grotesk"/>
                <a:ea typeface="Space Grotesk"/>
                <a:cs typeface="Space Grotesk"/>
                <a:sym typeface="Space Grotesk"/>
              </a:defRPr>
            </a:lvl6pPr>
            <a:lvl7pPr indent="-292100" lvl="6" marL="3200400" algn="l">
              <a:lnSpc>
                <a:spcPct val="115000"/>
              </a:lnSpc>
              <a:spcBef>
                <a:spcPts val="0"/>
              </a:spcBef>
              <a:spcAft>
                <a:spcPts val="0"/>
              </a:spcAft>
              <a:buSzPts val="1000"/>
              <a:buFont typeface="Space Grotesk"/>
              <a:buChar char="●"/>
              <a:defRPr sz="1000">
                <a:latin typeface="Space Grotesk"/>
                <a:ea typeface="Space Grotesk"/>
                <a:cs typeface="Space Grotesk"/>
                <a:sym typeface="Space Grotesk"/>
              </a:defRPr>
            </a:lvl7pPr>
            <a:lvl8pPr indent="-292100" lvl="7" marL="3657600" algn="l">
              <a:lnSpc>
                <a:spcPct val="115000"/>
              </a:lnSpc>
              <a:spcBef>
                <a:spcPts val="0"/>
              </a:spcBef>
              <a:spcAft>
                <a:spcPts val="0"/>
              </a:spcAft>
              <a:buSzPts val="1000"/>
              <a:buFont typeface="Space Grotesk"/>
              <a:buChar char="○"/>
              <a:defRPr sz="1000">
                <a:latin typeface="Space Grotesk"/>
                <a:ea typeface="Space Grotesk"/>
                <a:cs typeface="Space Grotesk"/>
                <a:sym typeface="Space Grotesk"/>
              </a:defRPr>
            </a:lvl8pPr>
            <a:lvl9pPr indent="-292100" lvl="8" marL="4114800" algn="l">
              <a:lnSpc>
                <a:spcPct val="115000"/>
              </a:lnSpc>
              <a:spcBef>
                <a:spcPts val="0"/>
              </a:spcBef>
              <a:spcAft>
                <a:spcPts val="0"/>
              </a:spcAft>
              <a:buSzPts val="1000"/>
              <a:buFont typeface="Space Grotesk"/>
              <a:buChar char="■"/>
              <a:defRPr sz="1000">
                <a:latin typeface="Space Grotesk"/>
                <a:ea typeface="Space Grotesk"/>
                <a:cs typeface="Space Grotesk"/>
                <a:sym typeface="Space Grotesk"/>
              </a:defRPr>
            </a:lvl9pPr>
          </a:lstStyle>
          <a:p/>
        </p:txBody>
      </p:sp>
      <p:sp>
        <p:nvSpPr>
          <p:cNvPr id="579" name="Google Shape;579;p83"/>
          <p:cNvSpPr txBox="1"/>
          <p:nvPr>
            <p:ph idx="5" type="title"/>
          </p:nvPr>
        </p:nvSpPr>
        <p:spPr>
          <a:xfrm>
            <a:off x="300775" y="1486375"/>
            <a:ext cx="2195400" cy="296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400"/>
              <a:buFont typeface="Space Grotesk SemiBold"/>
              <a:buNone/>
              <a:defRPr sz="1400">
                <a:solidFill>
                  <a:schemeClr val="accent1"/>
                </a:solidFill>
                <a:latin typeface="Space Grotesk SemiBold"/>
                <a:ea typeface="Space Grotesk SemiBold"/>
                <a:cs typeface="Space Grotesk SemiBold"/>
                <a:sym typeface="Space Grotesk SemiBold"/>
              </a:defRPr>
            </a:lvl1pPr>
            <a:lvl2pPr lvl="1" algn="l">
              <a:lnSpc>
                <a:spcPct val="100000"/>
              </a:lnSpc>
              <a:spcBef>
                <a:spcPts val="0"/>
              </a:spcBef>
              <a:spcAft>
                <a:spcPts val="0"/>
              </a:spcAft>
              <a:buClr>
                <a:schemeClr val="accent1"/>
              </a:buClr>
              <a:buSzPts val="2400"/>
              <a:buNone/>
              <a:defRPr>
                <a:solidFill>
                  <a:schemeClr val="accent1"/>
                </a:solidFill>
              </a:defRPr>
            </a:lvl2pPr>
            <a:lvl3pPr lvl="2" algn="l">
              <a:lnSpc>
                <a:spcPct val="100000"/>
              </a:lnSpc>
              <a:spcBef>
                <a:spcPts val="0"/>
              </a:spcBef>
              <a:spcAft>
                <a:spcPts val="0"/>
              </a:spcAft>
              <a:buClr>
                <a:schemeClr val="accent1"/>
              </a:buClr>
              <a:buSzPts val="2400"/>
              <a:buNone/>
              <a:defRPr>
                <a:solidFill>
                  <a:schemeClr val="accent1"/>
                </a:solidFill>
              </a:defRPr>
            </a:lvl3pPr>
            <a:lvl4pPr lvl="3" algn="l">
              <a:lnSpc>
                <a:spcPct val="100000"/>
              </a:lnSpc>
              <a:spcBef>
                <a:spcPts val="0"/>
              </a:spcBef>
              <a:spcAft>
                <a:spcPts val="0"/>
              </a:spcAft>
              <a:buClr>
                <a:schemeClr val="accent1"/>
              </a:buClr>
              <a:buSzPts val="2400"/>
              <a:buNone/>
              <a:defRPr>
                <a:solidFill>
                  <a:schemeClr val="accent1"/>
                </a:solidFill>
              </a:defRPr>
            </a:lvl4pPr>
            <a:lvl5pPr lvl="4" algn="l">
              <a:lnSpc>
                <a:spcPct val="100000"/>
              </a:lnSpc>
              <a:spcBef>
                <a:spcPts val="0"/>
              </a:spcBef>
              <a:spcAft>
                <a:spcPts val="0"/>
              </a:spcAft>
              <a:buClr>
                <a:schemeClr val="accent1"/>
              </a:buClr>
              <a:buSzPts val="2400"/>
              <a:buNone/>
              <a:defRPr>
                <a:solidFill>
                  <a:schemeClr val="accent1"/>
                </a:solidFill>
              </a:defRPr>
            </a:lvl5pPr>
            <a:lvl6pPr lvl="5" algn="l">
              <a:lnSpc>
                <a:spcPct val="100000"/>
              </a:lnSpc>
              <a:spcBef>
                <a:spcPts val="0"/>
              </a:spcBef>
              <a:spcAft>
                <a:spcPts val="0"/>
              </a:spcAft>
              <a:buClr>
                <a:schemeClr val="accent1"/>
              </a:buClr>
              <a:buSzPts val="2400"/>
              <a:buNone/>
              <a:defRPr>
                <a:solidFill>
                  <a:schemeClr val="accent1"/>
                </a:solidFill>
              </a:defRPr>
            </a:lvl6pPr>
            <a:lvl7pPr lvl="6" algn="l">
              <a:lnSpc>
                <a:spcPct val="100000"/>
              </a:lnSpc>
              <a:spcBef>
                <a:spcPts val="0"/>
              </a:spcBef>
              <a:spcAft>
                <a:spcPts val="0"/>
              </a:spcAft>
              <a:buClr>
                <a:schemeClr val="accent1"/>
              </a:buClr>
              <a:buSzPts val="2400"/>
              <a:buNone/>
              <a:defRPr>
                <a:solidFill>
                  <a:schemeClr val="accent1"/>
                </a:solidFill>
              </a:defRPr>
            </a:lvl7pPr>
            <a:lvl8pPr lvl="7" algn="l">
              <a:lnSpc>
                <a:spcPct val="100000"/>
              </a:lnSpc>
              <a:spcBef>
                <a:spcPts val="0"/>
              </a:spcBef>
              <a:spcAft>
                <a:spcPts val="0"/>
              </a:spcAft>
              <a:buClr>
                <a:schemeClr val="accent1"/>
              </a:buClr>
              <a:buSzPts val="2400"/>
              <a:buNone/>
              <a:defRPr>
                <a:solidFill>
                  <a:schemeClr val="accent1"/>
                </a:solidFill>
              </a:defRPr>
            </a:lvl8pPr>
            <a:lvl9pPr lvl="8" algn="l">
              <a:lnSpc>
                <a:spcPct val="100000"/>
              </a:lnSpc>
              <a:spcBef>
                <a:spcPts val="0"/>
              </a:spcBef>
              <a:spcAft>
                <a:spcPts val="0"/>
              </a:spcAft>
              <a:buClr>
                <a:schemeClr val="accent1"/>
              </a:buClr>
              <a:buSzPts val="2400"/>
              <a:buNone/>
              <a:defRPr>
                <a:solidFill>
                  <a:schemeClr val="accent1"/>
                </a:solidFill>
              </a:defRPr>
            </a:lvl9pPr>
          </a:lstStyle>
          <a:p/>
        </p:txBody>
      </p:sp>
      <p:sp>
        <p:nvSpPr>
          <p:cNvPr id="580" name="Google Shape;580;p83"/>
          <p:cNvSpPr txBox="1"/>
          <p:nvPr>
            <p:ph idx="6" type="title"/>
          </p:nvPr>
        </p:nvSpPr>
        <p:spPr>
          <a:xfrm>
            <a:off x="3211150" y="1486375"/>
            <a:ext cx="2195400" cy="296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400"/>
              <a:buFont typeface="Space Grotesk SemiBold"/>
              <a:buNone/>
              <a:defRPr sz="1400">
                <a:solidFill>
                  <a:schemeClr val="accent1"/>
                </a:solidFill>
                <a:latin typeface="Space Grotesk SemiBold"/>
                <a:ea typeface="Space Grotesk SemiBold"/>
                <a:cs typeface="Space Grotesk SemiBold"/>
                <a:sym typeface="Space Grotesk SemiBold"/>
              </a:defRPr>
            </a:lvl1pPr>
            <a:lvl2pPr lvl="1" algn="l">
              <a:lnSpc>
                <a:spcPct val="100000"/>
              </a:lnSpc>
              <a:spcBef>
                <a:spcPts val="0"/>
              </a:spcBef>
              <a:spcAft>
                <a:spcPts val="0"/>
              </a:spcAft>
              <a:buClr>
                <a:schemeClr val="accent1"/>
              </a:buClr>
              <a:buSzPts val="2400"/>
              <a:buNone/>
              <a:defRPr>
                <a:solidFill>
                  <a:schemeClr val="accent1"/>
                </a:solidFill>
              </a:defRPr>
            </a:lvl2pPr>
            <a:lvl3pPr lvl="2" algn="l">
              <a:lnSpc>
                <a:spcPct val="100000"/>
              </a:lnSpc>
              <a:spcBef>
                <a:spcPts val="0"/>
              </a:spcBef>
              <a:spcAft>
                <a:spcPts val="0"/>
              </a:spcAft>
              <a:buClr>
                <a:schemeClr val="accent1"/>
              </a:buClr>
              <a:buSzPts val="2400"/>
              <a:buNone/>
              <a:defRPr>
                <a:solidFill>
                  <a:schemeClr val="accent1"/>
                </a:solidFill>
              </a:defRPr>
            </a:lvl3pPr>
            <a:lvl4pPr lvl="3" algn="l">
              <a:lnSpc>
                <a:spcPct val="100000"/>
              </a:lnSpc>
              <a:spcBef>
                <a:spcPts val="0"/>
              </a:spcBef>
              <a:spcAft>
                <a:spcPts val="0"/>
              </a:spcAft>
              <a:buClr>
                <a:schemeClr val="accent1"/>
              </a:buClr>
              <a:buSzPts val="2400"/>
              <a:buNone/>
              <a:defRPr>
                <a:solidFill>
                  <a:schemeClr val="accent1"/>
                </a:solidFill>
              </a:defRPr>
            </a:lvl4pPr>
            <a:lvl5pPr lvl="4" algn="l">
              <a:lnSpc>
                <a:spcPct val="100000"/>
              </a:lnSpc>
              <a:spcBef>
                <a:spcPts val="0"/>
              </a:spcBef>
              <a:spcAft>
                <a:spcPts val="0"/>
              </a:spcAft>
              <a:buClr>
                <a:schemeClr val="accent1"/>
              </a:buClr>
              <a:buSzPts val="2400"/>
              <a:buNone/>
              <a:defRPr>
                <a:solidFill>
                  <a:schemeClr val="accent1"/>
                </a:solidFill>
              </a:defRPr>
            </a:lvl5pPr>
            <a:lvl6pPr lvl="5" algn="l">
              <a:lnSpc>
                <a:spcPct val="100000"/>
              </a:lnSpc>
              <a:spcBef>
                <a:spcPts val="0"/>
              </a:spcBef>
              <a:spcAft>
                <a:spcPts val="0"/>
              </a:spcAft>
              <a:buClr>
                <a:schemeClr val="accent1"/>
              </a:buClr>
              <a:buSzPts val="2400"/>
              <a:buNone/>
              <a:defRPr>
                <a:solidFill>
                  <a:schemeClr val="accent1"/>
                </a:solidFill>
              </a:defRPr>
            </a:lvl6pPr>
            <a:lvl7pPr lvl="6" algn="l">
              <a:lnSpc>
                <a:spcPct val="100000"/>
              </a:lnSpc>
              <a:spcBef>
                <a:spcPts val="0"/>
              </a:spcBef>
              <a:spcAft>
                <a:spcPts val="0"/>
              </a:spcAft>
              <a:buClr>
                <a:schemeClr val="accent1"/>
              </a:buClr>
              <a:buSzPts val="2400"/>
              <a:buNone/>
              <a:defRPr>
                <a:solidFill>
                  <a:schemeClr val="accent1"/>
                </a:solidFill>
              </a:defRPr>
            </a:lvl7pPr>
            <a:lvl8pPr lvl="7" algn="l">
              <a:lnSpc>
                <a:spcPct val="100000"/>
              </a:lnSpc>
              <a:spcBef>
                <a:spcPts val="0"/>
              </a:spcBef>
              <a:spcAft>
                <a:spcPts val="0"/>
              </a:spcAft>
              <a:buClr>
                <a:schemeClr val="accent1"/>
              </a:buClr>
              <a:buSzPts val="2400"/>
              <a:buNone/>
              <a:defRPr>
                <a:solidFill>
                  <a:schemeClr val="accent1"/>
                </a:solidFill>
              </a:defRPr>
            </a:lvl8pPr>
            <a:lvl9pPr lvl="8" algn="l">
              <a:lnSpc>
                <a:spcPct val="100000"/>
              </a:lnSpc>
              <a:spcBef>
                <a:spcPts val="0"/>
              </a:spcBef>
              <a:spcAft>
                <a:spcPts val="0"/>
              </a:spcAft>
              <a:buClr>
                <a:schemeClr val="accent1"/>
              </a:buClr>
              <a:buSzPts val="2400"/>
              <a:buNone/>
              <a:defRPr>
                <a:solidFill>
                  <a:schemeClr val="accent1"/>
                </a:solidFill>
              </a:defRPr>
            </a:lvl9pPr>
          </a:lstStyle>
          <a:p/>
        </p:txBody>
      </p:sp>
      <p:sp>
        <p:nvSpPr>
          <p:cNvPr id="581" name="Google Shape;581;p83"/>
          <p:cNvSpPr txBox="1"/>
          <p:nvPr>
            <p:ph idx="7" type="title"/>
          </p:nvPr>
        </p:nvSpPr>
        <p:spPr>
          <a:xfrm>
            <a:off x="6121525" y="1486375"/>
            <a:ext cx="2195400" cy="296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400"/>
              <a:buFont typeface="Space Grotesk SemiBold"/>
              <a:buNone/>
              <a:defRPr sz="1400">
                <a:solidFill>
                  <a:schemeClr val="accent1"/>
                </a:solidFill>
                <a:latin typeface="Space Grotesk SemiBold"/>
                <a:ea typeface="Space Grotesk SemiBold"/>
                <a:cs typeface="Space Grotesk SemiBold"/>
                <a:sym typeface="Space Grotesk SemiBold"/>
              </a:defRPr>
            </a:lvl1pPr>
            <a:lvl2pPr lvl="1" algn="l">
              <a:lnSpc>
                <a:spcPct val="100000"/>
              </a:lnSpc>
              <a:spcBef>
                <a:spcPts val="0"/>
              </a:spcBef>
              <a:spcAft>
                <a:spcPts val="0"/>
              </a:spcAft>
              <a:buClr>
                <a:schemeClr val="accent1"/>
              </a:buClr>
              <a:buSzPts val="2400"/>
              <a:buNone/>
              <a:defRPr>
                <a:solidFill>
                  <a:schemeClr val="accent1"/>
                </a:solidFill>
              </a:defRPr>
            </a:lvl2pPr>
            <a:lvl3pPr lvl="2" algn="l">
              <a:lnSpc>
                <a:spcPct val="100000"/>
              </a:lnSpc>
              <a:spcBef>
                <a:spcPts val="0"/>
              </a:spcBef>
              <a:spcAft>
                <a:spcPts val="0"/>
              </a:spcAft>
              <a:buClr>
                <a:schemeClr val="accent1"/>
              </a:buClr>
              <a:buSzPts val="2400"/>
              <a:buNone/>
              <a:defRPr>
                <a:solidFill>
                  <a:schemeClr val="accent1"/>
                </a:solidFill>
              </a:defRPr>
            </a:lvl3pPr>
            <a:lvl4pPr lvl="3" algn="l">
              <a:lnSpc>
                <a:spcPct val="100000"/>
              </a:lnSpc>
              <a:spcBef>
                <a:spcPts val="0"/>
              </a:spcBef>
              <a:spcAft>
                <a:spcPts val="0"/>
              </a:spcAft>
              <a:buClr>
                <a:schemeClr val="accent1"/>
              </a:buClr>
              <a:buSzPts val="2400"/>
              <a:buNone/>
              <a:defRPr>
                <a:solidFill>
                  <a:schemeClr val="accent1"/>
                </a:solidFill>
              </a:defRPr>
            </a:lvl4pPr>
            <a:lvl5pPr lvl="4" algn="l">
              <a:lnSpc>
                <a:spcPct val="100000"/>
              </a:lnSpc>
              <a:spcBef>
                <a:spcPts val="0"/>
              </a:spcBef>
              <a:spcAft>
                <a:spcPts val="0"/>
              </a:spcAft>
              <a:buClr>
                <a:schemeClr val="accent1"/>
              </a:buClr>
              <a:buSzPts val="2400"/>
              <a:buNone/>
              <a:defRPr>
                <a:solidFill>
                  <a:schemeClr val="accent1"/>
                </a:solidFill>
              </a:defRPr>
            </a:lvl5pPr>
            <a:lvl6pPr lvl="5" algn="l">
              <a:lnSpc>
                <a:spcPct val="100000"/>
              </a:lnSpc>
              <a:spcBef>
                <a:spcPts val="0"/>
              </a:spcBef>
              <a:spcAft>
                <a:spcPts val="0"/>
              </a:spcAft>
              <a:buClr>
                <a:schemeClr val="accent1"/>
              </a:buClr>
              <a:buSzPts val="2400"/>
              <a:buNone/>
              <a:defRPr>
                <a:solidFill>
                  <a:schemeClr val="accent1"/>
                </a:solidFill>
              </a:defRPr>
            </a:lvl6pPr>
            <a:lvl7pPr lvl="6" algn="l">
              <a:lnSpc>
                <a:spcPct val="100000"/>
              </a:lnSpc>
              <a:spcBef>
                <a:spcPts val="0"/>
              </a:spcBef>
              <a:spcAft>
                <a:spcPts val="0"/>
              </a:spcAft>
              <a:buClr>
                <a:schemeClr val="accent1"/>
              </a:buClr>
              <a:buSzPts val="2400"/>
              <a:buNone/>
              <a:defRPr>
                <a:solidFill>
                  <a:schemeClr val="accent1"/>
                </a:solidFill>
              </a:defRPr>
            </a:lvl7pPr>
            <a:lvl8pPr lvl="7" algn="l">
              <a:lnSpc>
                <a:spcPct val="100000"/>
              </a:lnSpc>
              <a:spcBef>
                <a:spcPts val="0"/>
              </a:spcBef>
              <a:spcAft>
                <a:spcPts val="0"/>
              </a:spcAft>
              <a:buClr>
                <a:schemeClr val="accent1"/>
              </a:buClr>
              <a:buSzPts val="2400"/>
              <a:buNone/>
              <a:defRPr>
                <a:solidFill>
                  <a:schemeClr val="accent1"/>
                </a:solidFill>
              </a:defRPr>
            </a:lvl8pPr>
            <a:lvl9pPr lvl="8" algn="l">
              <a:lnSpc>
                <a:spcPct val="100000"/>
              </a:lnSpc>
              <a:spcBef>
                <a:spcPts val="0"/>
              </a:spcBef>
              <a:spcAft>
                <a:spcPts val="0"/>
              </a:spcAft>
              <a:buClr>
                <a:schemeClr val="accent1"/>
              </a:buClr>
              <a:buSzPts val="2400"/>
              <a:buNone/>
              <a:defRPr>
                <a:solidFill>
                  <a:schemeClr val="accent1"/>
                </a:solidFill>
              </a:defRPr>
            </a:lvl9pPr>
          </a:lstStyle>
          <a:p/>
        </p:txBody>
      </p:sp>
    </p:spTree>
  </p:cSld>
  <p:clrMapOvr>
    <a:masterClrMapping/>
  </p:clrMapOvr>
  <p:extLst>
    <p:ext uri="{DCECCB84-F9BA-43D5-87BE-67443E8EF086}">
      <p15:sldGuideLst>
        <p15:guide id="1" orient="horz" pos="934">
          <p15:clr>
            <a:srgbClr val="E46962"/>
          </p15:clr>
        </p15:guide>
      </p15:sldGuideLst>
    </p:ext>
  </p:extLst>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Light">
  <p:cSld name="TITLE_AND_TWO_COLUMNS_1">
    <p:spTree>
      <p:nvGrpSpPr>
        <p:cNvPr id="582" name="Shape 582"/>
        <p:cNvGrpSpPr/>
        <p:nvPr/>
      </p:nvGrpSpPr>
      <p:grpSpPr>
        <a:xfrm>
          <a:off x="0" y="0"/>
          <a:ext cx="0" cy="0"/>
          <a:chOff x="0" y="0"/>
          <a:chExt cx="0" cy="0"/>
        </a:xfrm>
      </p:grpSpPr>
      <p:sp>
        <p:nvSpPr>
          <p:cNvPr id="583" name="Google Shape;583;p84"/>
          <p:cNvSpPr txBox="1"/>
          <p:nvPr>
            <p:ph type="title"/>
          </p:nvPr>
        </p:nvSpPr>
        <p:spPr>
          <a:xfrm>
            <a:off x="298725" y="445025"/>
            <a:ext cx="8349900" cy="405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2400"/>
              <a:buNone/>
              <a:defRPr/>
            </a:lvl4pPr>
            <a:lvl5pPr lvl="4" algn="l">
              <a:lnSpc>
                <a:spcPct val="100000"/>
              </a:lnSpc>
              <a:spcBef>
                <a:spcPts val="0"/>
              </a:spcBef>
              <a:spcAft>
                <a:spcPts val="0"/>
              </a:spcAft>
              <a:buSzPts val="2400"/>
              <a:buNone/>
              <a:defRPr/>
            </a:lvl5pPr>
            <a:lvl6pPr lvl="5" algn="l">
              <a:lnSpc>
                <a:spcPct val="100000"/>
              </a:lnSpc>
              <a:spcBef>
                <a:spcPts val="0"/>
              </a:spcBef>
              <a:spcAft>
                <a:spcPts val="0"/>
              </a:spcAft>
              <a:buSzPts val="2400"/>
              <a:buNone/>
              <a:defRPr/>
            </a:lvl6pPr>
            <a:lvl7pPr lvl="6" algn="l">
              <a:lnSpc>
                <a:spcPct val="100000"/>
              </a:lnSpc>
              <a:spcBef>
                <a:spcPts val="0"/>
              </a:spcBef>
              <a:spcAft>
                <a:spcPts val="0"/>
              </a:spcAft>
              <a:buSzPts val="2400"/>
              <a:buNone/>
              <a:defRPr/>
            </a:lvl7pPr>
            <a:lvl8pPr lvl="7" algn="l">
              <a:lnSpc>
                <a:spcPct val="100000"/>
              </a:lnSpc>
              <a:spcBef>
                <a:spcPts val="0"/>
              </a:spcBef>
              <a:spcAft>
                <a:spcPts val="0"/>
              </a:spcAft>
              <a:buSzPts val="2400"/>
              <a:buNone/>
              <a:defRPr/>
            </a:lvl8pPr>
            <a:lvl9pPr lvl="8" algn="l">
              <a:lnSpc>
                <a:spcPct val="100000"/>
              </a:lnSpc>
              <a:spcBef>
                <a:spcPts val="0"/>
              </a:spcBef>
              <a:spcAft>
                <a:spcPts val="0"/>
              </a:spcAft>
              <a:buSzPts val="2400"/>
              <a:buNone/>
              <a:defRPr/>
            </a:lvl9pPr>
          </a:lstStyle>
          <a:p/>
        </p:txBody>
      </p:sp>
      <p:sp>
        <p:nvSpPr>
          <p:cNvPr id="584" name="Google Shape;584;p84"/>
          <p:cNvSpPr txBox="1"/>
          <p:nvPr>
            <p:ph idx="2" type="title"/>
          </p:nvPr>
        </p:nvSpPr>
        <p:spPr>
          <a:xfrm>
            <a:off x="298725" y="898175"/>
            <a:ext cx="8349900" cy="209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1pPr>
            <a:lvl2pPr lvl="1"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2pPr>
            <a:lvl3pPr lvl="2"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3pPr>
            <a:lvl4pPr lvl="3"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4pPr>
            <a:lvl5pPr lvl="4"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5pPr>
            <a:lvl6pPr lvl="5"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6pPr>
            <a:lvl7pPr lvl="6"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7pPr>
            <a:lvl8pPr lvl="7"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8pPr>
            <a:lvl9pPr lvl="8" algn="l">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9pPr>
          </a:lstStyle>
          <a:p/>
        </p:txBody>
      </p:sp>
      <p:sp>
        <p:nvSpPr>
          <p:cNvPr id="585" name="Google Shape;585;p84"/>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rgbClr val="B9C2C6"/>
                </a:solidFill>
                <a:latin typeface="Space Grotesk"/>
                <a:ea typeface="Space Grotesk"/>
                <a:cs typeface="Space Grotesk"/>
                <a:sym typeface="Space Grotesk"/>
              </a:rPr>
              <a:t>ⓒ 2024 Redis Ltd. All rights reserved.</a:t>
            </a:r>
            <a:endParaRPr b="0" i="0" sz="1300" u="none" cap="none" strike="noStrike">
              <a:solidFill>
                <a:srgbClr val="B9C2C6"/>
              </a:solidFill>
              <a:latin typeface="Space Grotesk"/>
              <a:ea typeface="Space Grotesk"/>
              <a:cs typeface="Space Grotesk"/>
              <a:sym typeface="Space Grotesk"/>
            </a:endParaRPr>
          </a:p>
        </p:txBody>
      </p:sp>
      <p:sp>
        <p:nvSpPr>
          <p:cNvPr id="586" name="Google Shape;586;p84"/>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pic>
        <p:nvPicPr>
          <p:cNvPr id="587" name="Google Shape;587;p84"/>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Centered Diagram - White">
  <p:cSld name="TITLE_AND_BODY_2">
    <p:spTree>
      <p:nvGrpSpPr>
        <p:cNvPr id="588" name="Shape 588"/>
        <p:cNvGrpSpPr/>
        <p:nvPr/>
      </p:nvGrpSpPr>
      <p:grpSpPr>
        <a:xfrm>
          <a:off x="0" y="0"/>
          <a:ext cx="0" cy="0"/>
          <a:chOff x="0" y="0"/>
          <a:chExt cx="0" cy="0"/>
        </a:xfrm>
      </p:grpSpPr>
      <p:sp>
        <p:nvSpPr>
          <p:cNvPr id="589" name="Google Shape;589;p85"/>
          <p:cNvSpPr txBox="1"/>
          <p:nvPr>
            <p:ph type="title"/>
          </p:nvPr>
        </p:nvSpPr>
        <p:spPr>
          <a:xfrm>
            <a:off x="298725" y="445025"/>
            <a:ext cx="8349900" cy="4053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2400"/>
              <a:buNone/>
              <a:defRPr/>
            </a:lvl1pPr>
            <a:lvl2pPr lvl="1" algn="ctr">
              <a:lnSpc>
                <a:spcPct val="100000"/>
              </a:lnSpc>
              <a:spcBef>
                <a:spcPts val="0"/>
              </a:spcBef>
              <a:spcAft>
                <a:spcPts val="0"/>
              </a:spcAft>
              <a:buSzPts val="2400"/>
              <a:buNone/>
              <a:defRPr/>
            </a:lvl2pPr>
            <a:lvl3pPr lvl="2" algn="ctr">
              <a:lnSpc>
                <a:spcPct val="100000"/>
              </a:lnSpc>
              <a:spcBef>
                <a:spcPts val="0"/>
              </a:spcBef>
              <a:spcAft>
                <a:spcPts val="0"/>
              </a:spcAft>
              <a:buSzPts val="2400"/>
              <a:buNone/>
              <a:defRPr/>
            </a:lvl3pPr>
            <a:lvl4pPr lvl="3" algn="ctr">
              <a:lnSpc>
                <a:spcPct val="100000"/>
              </a:lnSpc>
              <a:spcBef>
                <a:spcPts val="0"/>
              </a:spcBef>
              <a:spcAft>
                <a:spcPts val="0"/>
              </a:spcAft>
              <a:buSzPts val="2400"/>
              <a:buNone/>
              <a:defRPr/>
            </a:lvl4pPr>
            <a:lvl5pPr lvl="4" algn="ctr">
              <a:lnSpc>
                <a:spcPct val="100000"/>
              </a:lnSpc>
              <a:spcBef>
                <a:spcPts val="0"/>
              </a:spcBef>
              <a:spcAft>
                <a:spcPts val="0"/>
              </a:spcAft>
              <a:buSzPts val="2400"/>
              <a:buNone/>
              <a:defRPr/>
            </a:lvl5pPr>
            <a:lvl6pPr lvl="5" algn="ctr">
              <a:lnSpc>
                <a:spcPct val="100000"/>
              </a:lnSpc>
              <a:spcBef>
                <a:spcPts val="0"/>
              </a:spcBef>
              <a:spcAft>
                <a:spcPts val="0"/>
              </a:spcAft>
              <a:buSzPts val="2400"/>
              <a:buNone/>
              <a:defRPr/>
            </a:lvl6pPr>
            <a:lvl7pPr lvl="6" algn="ctr">
              <a:lnSpc>
                <a:spcPct val="100000"/>
              </a:lnSpc>
              <a:spcBef>
                <a:spcPts val="0"/>
              </a:spcBef>
              <a:spcAft>
                <a:spcPts val="0"/>
              </a:spcAft>
              <a:buSzPts val="2400"/>
              <a:buNone/>
              <a:defRPr/>
            </a:lvl7pPr>
            <a:lvl8pPr lvl="7" algn="ctr">
              <a:lnSpc>
                <a:spcPct val="100000"/>
              </a:lnSpc>
              <a:spcBef>
                <a:spcPts val="0"/>
              </a:spcBef>
              <a:spcAft>
                <a:spcPts val="0"/>
              </a:spcAft>
              <a:buSzPts val="2400"/>
              <a:buNone/>
              <a:defRPr/>
            </a:lvl8pPr>
            <a:lvl9pPr lvl="8" algn="ctr">
              <a:lnSpc>
                <a:spcPct val="100000"/>
              </a:lnSpc>
              <a:spcBef>
                <a:spcPts val="0"/>
              </a:spcBef>
              <a:spcAft>
                <a:spcPts val="0"/>
              </a:spcAft>
              <a:buSzPts val="2400"/>
              <a:buNone/>
              <a:defRPr/>
            </a:lvl9pPr>
          </a:lstStyle>
          <a:p/>
        </p:txBody>
      </p:sp>
      <p:sp>
        <p:nvSpPr>
          <p:cNvPr id="590" name="Google Shape;590;p85"/>
          <p:cNvSpPr txBox="1"/>
          <p:nvPr>
            <p:ph idx="2" type="title"/>
          </p:nvPr>
        </p:nvSpPr>
        <p:spPr>
          <a:xfrm>
            <a:off x="298725" y="898175"/>
            <a:ext cx="8349900" cy="2097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1pPr>
            <a:lvl2pPr lvl="1" algn="ctr">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2pPr>
            <a:lvl3pPr lvl="2" algn="ctr">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3pPr>
            <a:lvl4pPr lvl="3" algn="ctr">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4pPr>
            <a:lvl5pPr lvl="4" algn="ctr">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5pPr>
            <a:lvl6pPr lvl="5" algn="ctr">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6pPr>
            <a:lvl7pPr lvl="6" algn="ctr">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7pPr>
            <a:lvl8pPr lvl="7" algn="ctr">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8pPr>
            <a:lvl9pPr lvl="8" algn="ctr">
              <a:lnSpc>
                <a:spcPct val="100000"/>
              </a:lnSpc>
              <a:spcBef>
                <a:spcPts val="0"/>
              </a:spcBef>
              <a:spcAft>
                <a:spcPts val="0"/>
              </a:spcAft>
              <a:buSzPts val="1400"/>
              <a:buFont typeface="Space Grotesk"/>
              <a:buNone/>
              <a:defRPr sz="1400">
                <a:latin typeface="Space Grotesk"/>
                <a:ea typeface="Space Grotesk"/>
                <a:cs typeface="Space Grotesk"/>
                <a:sym typeface="Space Grotesk"/>
              </a:defRPr>
            </a:lvl9pPr>
          </a:lstStyle>
          <a:p/>
        </p:txBody>
      </p:sp>
      <p:sp>
        <p:nvSpPr>
          <p:cNvPr id="591" name="Google Shape;591;p85"/>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rgbClr val="B9C2C6"/>
                </a:solidFill>
                <a:latin typeface="Space Grotesk"/>
                <a:ea typeface="Space Grotesk"/>
                <a:cs typeface="Space Grotesk"/>
                <a:sym typeface="Space Grotesk"/>
              </a:rPr>
              <a:t>ⓒ 2024 Redis Ltd. All rights reserved.</a:t>
            </a:r>
            <a:endParaRPr b="0" i="0" sz="1300" u="none" cap="none" strike="noStrike">
              <a:solidFill>
                <a:srgbClr val="B9C2C6"/>
              </a:solidFill>
              <a:latin typeface="Space Grotesk"/>
              <a:ea typeface="Space Grotesk"/>
              <a:cs typeface="Space Grotesk"/>
              <a:sym typeface="Space Grotesk"/>
            </a:endParaRPr>
          </a:p>
        </p:txBody>
      </p:sp>
      <p:sp>
        <p:nvSpPr>
          <p:cNvPr id="592" name="Google Shape;592;p85"/>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pic>
        <p:nvPicPr>
          <p:cNvPr id="593" name="Google Shape;593;p85"/>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594" name="Google Shape;594;p85"/>
          <p:cNvSpPr/>
          <p:nvPr>
            <p:ph idx="3" type="pic"/>
          </p:nvPr>
        </p:nvSpPr>
        <p:spPr>
          <a:xfrm>
            <a:off x="984600" y="1333825"/>
            <a:ext cx="7174800" cy="3251700"/>
          </a:xfrm>
          <a:prstGeom prst="rect">
            <a:avLst/>
          </a:prstGeom>
          <a:noFill/>
          <a:ln>
            <a:noFill/>
          </a:ln>
        </p:spPr>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Dark">
  <p:cSld name="TITLE_AND_BODY_1">
    <p:bg>
      <p:bgPr>
        <a:solidFill>
          <a:schemeClr val="dk2"/>
        </a:solidFill>
      </p:bgPr>
    </p:bg>
    <p:spTree>
      <p:nvGrpSpPr>
        <p:cNvPr id="595" name="Shape 595"/>
        <p:cNvGrpSpPr/>
        <p:nvPr/>
      </p:nvGrpSpPr>
      <p:grpSpPr>
        <a:xfrm>
          <a:off x="0" y="0"/>
          <a:ext cx="0" cy="0"/>
          <a:chOff x="0" y="0"/>
          <a:chExt cx="0" cy="0"/>
        </a:xfrm>
      </p:grpSpPr>
      <p:sp>
        <p:nvSpPr>
          <p:cNvPr id="596" name="Google Shape;596;p86"/>
          <p:cNvSpPr txBox="1"/>
          <p:nvPr>
            <p:ph type="title"/>
          </p:nvPr>
        </p:nvSpPr>
        <p:spPr>
          <a:xfrm>
            <a:off x="298725" y="445025"/>
            <a:ext cx="8349900" cy="405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400"/>
              <a:buNone/>
              <a:defRPr>
                <a:solidFill>
                  <a:schemeClr val="lt1"/>
                </a:solidFill>
              </a:defRPr>
            </a:lvl2pPr>
            <a:lvl3pPr lvl="2" algn="l">
              <a:lnSpc>
                <a:spcPct val="100000"/>
              </a:lnSpc>
              <a:spcBef>
                <a:spcPts val="0"/>
              </a:spcBef>
              <a:spcAft>
                <a:spcPts val="0"/>
              </a:spcAft>
              <a:buClr>
                <a:schemeClr val="lt1"/>
              </a:buClr>
              <a:buSzPts val="2400"/>
              <a:buNone/>
              <a:defRPr>
                <a:solidFill>
                  <a:schemeClr val="lt1"/>
                </a:solidFill>
              </a:defRPr>
            </a:lvl3pPr>
            <a:lvl4pPr lvl="3" algn="l">
              <a:lnSpc>
                <a:spcPct val="100000"/>
              </a:lnSpc>
              <a:spcBef>
                <a:spcPts val="0"/>
              </a:spcBef>
              <a:spcAft>
                <a:spcPts val="0"/>
              </a:spcAft>
              <a:buClr>
                <a:schemeClr val="lt1"/>
              </a:buClr>
              <a:buSzPts val="2400"/>
              <a:buNone/>
              <a:defRPr>
                <a:solidFill>
                  <a:schemeClr val="lt1"/>
                </a:solidFill>
              </a:defRPr>
            </a:lvl4pPr>
            <a:lvl5pPr lvl="4" algn="l">
              <a:lnSpc>
                <a:spcPct val="100000"/>
              </a:lnSpc>
              <a:spcBef>
                <a:spcPts val="0"/>
              </a:spcBef>
              <a:spcAft>
                <a:spcPts val="0"/>
              </a:spcAft>
              <a:buClr>
                <a:schemeClr val="lt1"/>
              </a:buClr>
              <a:buSzPts val="2400"/>
              <a:buNone/>
              <a:defRPr>
                <a:solidFill>
                  <a:schemeClr val="lt1"/>
                </a:solidFill>
              </a:defRPr>
            </a:lvl5pPr>
            <a:lvl6pPr lvl="5" algn="l">
              <a:lnSpc>
                <a:spcPct val="100000"/>
              </a:lnSpc>
              <a:spcBef>
                <a:spcPts val="0"/>
              </a:spcBef>
              <a:spcAft>
                <a:spcPts val="0"/>
              </a:spcAft>
              <a:buClr>
                <a:schemeClr val="lt1"/>
              </a:buClr>
              <a:buSzPts val="2400"/>
              <a:buNone/>
              <a:defRPr>
                <a:solidFill>
                  <a:schemeClr val="lt1"/>
                </a:solidFill>
              </a:defRPr>
            </a:lvl6pPr>
            <a:lvl7pPr lvl="6" algn="l">
              <a:lnSpc>
                <a:spcPct val="100000"/>
              </a:lnSpc>
              <a:spcBef>
                <a:spcPts val="0"/>
              </a:spcBef>
              <a:spcAft>
                <a:spcPts val="0"/>
              </a:spcAft>
              <a:buClr>
                <a:schemeClr val="lt1"/>
              </a:buClr>
              <a:buSzPts val="2400"/>
              <a:buNone/>
              <a:defRPr>
                <a:solidFill>
                  <a:schemeClr val="lt1"/>
                </a:solidFill>
              </a:defRPr>
            </a:lvl7pPr>
            <a:lvl8pPr lvl="7" algn="l">
              <a:lnSpc>
                <a:spcPct val="100000"/>
              </a:lnSpc>
              <a:spcBef>
                <a:spcPts val="0"/>
              </a:spcBef>
              <a:spcAft>
                <a:spcPts val="0"/>
              </a:spcAft>
              <a:buClr>
                <a:schemeClr val="lt1"/>
              </a:buClr>
              <a:buSzPts val="2400"/>
              <a:buNone/>
              <a:defRPr>
                <a:solidFill>
                  <a:schemeClr val="lt1"/>
                </a:solidFill>
              </a:defRPr>
            </a:lvl8pPr>
            <a:lvl9pPr lvl="8" algn="l">
              <a:lnSpc>
                <a:spcPct val="100000"/>
              </a:lnSpc>
              <a:spcBef>
                <a:spcPts val="0"/>
              </a:spcBef>
              <a:spcAft>
                <a:spcPts val="0"/>
              </a:spcAft>
              <a:buClr>
                <a:schemeClr val="lt1"/>
              </a:buClr>
              <a:buSzPts val="2400"/>
              <a:buNone/>
              <a:defRPr>
                <a:solidFill>
                  <a:schemeClr val="lt1"/>
                </a:solidFill>
              </a:defRPr>
            </a:lvl9pPr>
          </a:lstStyle>
          <a:p/>
        </p:txBody>
      </p:sp>
      <p:sp>
        <p:nvSpPr>
          <p:cNvPr id="597" name="Google Shape;597;p86"/>
          <p:cNvSpPr txBox="1"/>
          <p:nvPr>
            <p:ph idx="1" type="body"/>
          </p:nvPr>
        </p:nvSpPr>
        <p:spPr>
          <a:xfrm>
            <a:off x="298725" y="1482775"/>
            <a:ext cx="8349900" cy="3162300"/>
          </a:xfrm>
          <a:prstGeom prst="rect">
            <a:avLst/>
          </a:prstGeom>
          <a:noFill/>
          <a:ln>
            <a:noFill/>
          </a:ln>
        </p:spPr>
        <p:txBody>
          <a:bodyPr anchorCtr="0" anchor="t" bIns="0" lIns="0" spcFirstLastPara="1" rIns="0" wrap="square" tIns="0">
            <a:noAutofit/>
          </a:bodyPr>
          <a:lstStyle>
            <a:lvl1pPr indent="-304800" lvl="0" marL="4572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1pPr>
            <a:lvl2pPr indent="-304800" lvl="1" marL="9144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2pPr>
            <a:lvl3pPr indent="-304800" lvl="2" marL="13716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3pPr>
            <a:lvl4pPr indent="-304800" lvl="3" marL="18288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4pPr>
            <a:lvl5pPr indent="-304800" lvl="4" marL="22860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5pPr>
            <a:lvl6pPr indent="-304800" lvl="5" marL="27432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6pPr>
            <a:lvl7pPr indent="-304800" lvl="6" marL="32004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7pPr>
            <a:lvl8pPr indent="-304800" lvl="7" marL="36576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8pPr>
            <a:lvl9pPr indent="-304800" lvl="8" marL="41148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9pPr>
          </a:lstStyle>
          <a:p/>
        </p:txBody>
      </p:sp>
      <p:sp>
        <p:nvSpPr>
          <p:cNvPr id="598" name="Google Shape;598;p86"/>
          <p:cNvSpPr txBox="1"/>
          <p:nvPr>
            <p:ph idx="2" type="title"/>
          </p:nvPr>
        </p:nvSpPr>
        <p:spPr>
          <a:xfrm>
            <a:off x="298725" y="898175"/>
            <a:ext cx="8349900" cy="209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1pPr>
            <a:lvl2pPr lvl="1"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2pPr>
            <a:lvl3pPr lvl="2"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3pPr>
            <a:lvl4pPr lvl="3"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4pPr>
            <a:lvl5pPr lvl="4"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5pPr>
            <a:lvl6pPr lvl="5"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6pPr>
            <a:lvl7pPr lvl="6"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7pPr>
            <a:lvl8pPr lvl="7"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8pPr>
            <a:lvl9pPr lvl="8"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9pPr>
          </a:lstStyle>
          <a:p/>
        </p:txBody>
      </p:sp>
      <p:pic>
        <p:nvPicPr>
          <p:cNvPr id="599" name="Google Shape;599;p86"/>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600" name="Google Shape;600;p86"/>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601" name="Google Shape;601;p86"/>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Dark">
  <p:cSld name="TITLE_AND_TWO_COLUMNS_2">
    <p:bg>
      <p:bgPr>
        <a:solidFill>
          <a:schemeClr val="dk2"/>
        </a:solidFill>
      </p:bgPr>
    </p:bg>
    <p:spTree>
      <p:nvGrpSpPr>
        <p:cNvPr id="602" name="Shape 602"/>
        <p:cNvGrpSpPr/>
        <p:nvPr/>
      </p:nvGrpSpPr>
      <p:grpSpPr>
        <a:xfrm>
          <a:off x="0" y="0"/>
          <a:ext cx="0" cy="0"/>
          <a:chOff x="0" y="0"/>
          <a:chExt cx="0" cy="0"/>
        </a:xfrm>
      </p:grpSpPr>
      <p:sp>
        <p:nvSpPr>
          <p:cNvPr id="603" name="Google Shape;603;p87"/>
          <p:cNvSpPr txBox="1"/>
          <p:nvPr>
            <p:ph idx="1" type="body"/>
          </p:nvPr>
        </p:nvSpPr>
        <p:spPr>
          <a:xfrm>
            <a:off x="4832400" y="1863775"/>
            <a:ext cx="3999900" cy="3162300"/>
          </a:xfrm>
          <a:prstGeom prst="rect">
            <a:avLst/>
          </a:prstGeom>
          <a:noFill/>
          <a:ln>
            <a:noFill/>
          </a:ln>
        </p:spPr>
        <p:txBody>
          <a:bodyPr anchorCtr="0" anchor="t" bIns="0" lIns="0" spcFirstLastPara="1" rIns="0" wrap="square" tIns="0">
            <a:noAutofit/>
          </a:bodyPr>
          <a:lstStyle>
            <a:lvl1pPr indent="-304800" lvl="0" marL="4572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1pPr>
            <a:lvl2pPr indent="-304800" lvl="1" marL="9144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2pPr>
            <a:lvl3pPr indent="-304800" lvl="2" marL="13716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3pPr>
            <a:lvl4pPr indent="-304800" lvl="3" marL="18288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4pPr>
            <a:lvl5pPr indent="-304800" lvl="4" marL="22860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5pPr>
            <a:lvl6pPr indent="-304800" lvl="5" marL="27432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6pPr>
            <a:lvl7pPr indent="-304800" lvl="6" marL="32004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7pPr>
            <a:lvl8pPr indent="-304800" lvl="7" marL="36576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8pPr>
            <a:lvl9pPr indent="-304800" lvl="8" marL="41148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9pPr>
          </a:lstStyle>
          <a:p/>
        </p:txBody>
      </p:sp>
      <p:sp>
        <p:nvSpPr>
          <p:cNvPr id="604" name="Google Shape;604;p87"/>
          <p:cNvSpPr txBox="1"/>
          <p:nvPr>
            <p:ph type="title"/>
          </p:nvPr>
        </p:nvSpPr>
        <p:spPr>
          <a:xfrm>
            <a:off x="298725" y="445025"/>
            <a:ext cx="8349900" cy="405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400"/>
              <a:buNone/>
              <a:defRPr>
                <a:solidFill>
                  <a:schemeClr val="lt1"/>
                </a:solidFill>
              </a:defRPr>
            </a:lvl2pPr>
            <a:lvl3pPr lvl="2" algn="l">
              <a:lnSpc>
                <a:spcPct val="100000"/>
              </a:lnSpc>
              <a:spcBef>
                <a:spcPts val="0"/>
              </a:spcBef>
              <a:spcAft>
                <a:spcPts val="0"/>
              </a:spcAft>
              <a:buClr>
                <a:schemeClr val="lt1"/>
              </a:buClr>
              <a:buSzPts val="2400"/>
              <a:buNone/>
              <a:defRPr>
                <a:solidFill>
                  <a:schemeClr val="lt1"/>
                </a:solidFill>
              </a:defRPr>
            </a:lvl3pPr>
            <a:lvl4pPr lvl="3" algn="l">
              <a:lnSpc>
                <a:spcPct val="100000"/>
              </a:lnSpc>
              <a:spcBef>
                <a:spcPts val="0"/>
              </a:spcBef>
              <a:spcAft>
                <a:spcPts val="0"/>
              </a:spcAft>
              <a:buClr>
                <a:schemeClr val="lt1"/>
              </a:buClr>
              <a:buSzPts val="2400"/>
              <a:buNone/>
              <a:defRPr>
                <a:solidFill>
                  <a:schemeClr val="lt1"/>
                </a:solidFill>
              </a:defRPr>
            </a:lvl4pPr>
            <a:lvl5pPr lvl="4" algn="l">
              <a:lnSpc>
                <a:spcPct val="100000"/>
              </a:lnSpc>
              <a:spcBef>
                <a:spcPts val="0"/>
              </a:spcBef>
              <a:spcAft>
                <a:spcPts val="0"/>
              </a:spcAft>
              <a:buClr>
                <a:schemeClr val="lt1"/>
              </a:buClr>
              <a:buSzPts val="2400"/>
              <a:buNone/>
              <a:defRPr>
                <a:solidFill>
                  <a:schemeClr val="lt1"/>
                </a:solidFill>
              </a:defRPr>
            </a:lvl5pPr>
            <a:lvl6pPr lvl="5" algn="l">
              <a:lnSpc>
                <a:spcPct val="100000"/>
              </a:lnSpc>
              <a:spcBef>
                <a:spcPts val="0"/>
              </a:spcBef>
              <a:spcAft>
                <a:spcPts val="0"/>
              </a:spcAft>
              <a:buClr>
                <a:schemeClr val="lt1"/>
              </a:buClr>
              <a:buSzPts val="2400"/>
              <a:buNone/>
              <a:defRPr>
                <a:solidFill>
                  <a:schemeClr val="lt1"/>
                </a:solidFill>
              </a:defRPr>
            </a:lvl6pPr>
            <a:lvl7pPr lvl="6" algn="l">
              <a:lnSpc>
                <a:spcPct val="100000"/>
              </a:lnSpc>
              <a:spcBef>
                <a:spcPts val="0"/>
              </a:spcBef>
              <a:spcAft>
                <a:spcPts val="0"/>
              </a:spcAft>
              <a:buClr>
                <a:schemeClr val="lt1"/>
              </a:buClr>
              <a:buSzPts val="2400"/>
              <a:buNone/>
              <a:defRPr>
                <a:solidFill>
                  <a:schemeClr val="lt1"/>
                </a:solidFill>
              </a:defRPr>
            </a:lvl7pPr>
            <a:lvl8pPr lvl="7" algn="l">
              <a:lnSpc>
                <a:spcPct val="100000"/>
              </a:lnSpc>
              <a:spcBef>
                <a:spcPts val="0"/>
              </a:spcBef>
              <a:spcAft>
                <a:spcPts val="0"/>
              </a:spcAft>
              <a:buClr>
                <a:schemeClr val="lt1"/>
              </a:buClr>
              <a:buSzPts val="2400"/>
              <a:buNone/>
              <a:defRPr>
                <a:solidFill>
                  <a:schemeClr val="lt1"/>
                </a:solidFill>
              </a:defRPr>
            </a:lvl8pPr>
            <a:lvl9pPr lvl="8" algn="l">
              <a:lnSpc>
                <a:spcPct val="100000"/>
              </a:lnSpc>
              <a:spcBef>
                <a:spcPts val="0"/>
              </a:spcBef>
              <a:spcAft>
                <a:spcPts val="0"/>
              </a:spcAft>
              <a:buClr>
                <a:schemeClr val="lt1"/>
              </a:buClr>
              <a:buSzPts val="2400"/>
              <a:buNone/>
              <a:defRPr>
                <a:solidFill>
                  <a:schemeClr val="lt1"/>
                </a:solidFill>
              </a:defRPr>
            </a:lvl9pPr>
          </a:lstStyle>
          <a:p/>
        </p:txBody>
      </p:sp>
      <p:sp>
        <p:nvSpPr>
          <p:cNvPr id="605" name="Google Shape;605;p87"/>
          <p:cNvSpPr txBox="1"/>
          <p:nvPr>
            <p:ph idx="2" type="body"/>
          </p:nvPr>
        </p:nvSpPr>
        <p:spPr>
          <a:xfrm>
            <a:off x="298725" y="1863775"/>
            <a:ext cx="4058100" cy="3162300"/>
          </a:xfrm>
          <a:prstGeom prst="rect">
            <a:avLst/>
          </a:prstGeom>
          <a:noFill/>
          <a:ln>
            <a:noFill/>
          </a:ln>
        </p:spPr>
        <p:txBody>
          <a:bodyPr anchorCtr="0" anchor="t" bIns="0" lIns="0" spcFirstLastPara="1" rIns="0" wrap="square" tIns="0">
            <a:noAutofit/>
          </a:bodyPr>
          <a:lstStyle>
            <a:lvl1pPr indent="-304800" lvl="0" marL="4572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1pPr>
            <a:lvl2pPr indent="-304800" lvl="1" marL="9144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2pPr>
            <a:lvl3pPr indent="-304800" lvl="2" marL="13716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3pPr>
            <a:lvl4pPr indent="-304800" lvl="3" marL="18288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4pPr>
            <a:lvl5pPr indent="-304800" lvl="4" marL="22860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5pPr>
            <a:lvl6pPr indent="-304800" lvl="5" marL="27432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6pPr>
            <a:lvl7pPr indent="-304800" lvl="6" marL="32004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7pPr>
            <a:lvl8pPr indent="-304800" lvl="7" marL="36576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8pPr>
            <a:lvl9pPr indent="-304800" lvl="8" marL="41148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9pPr>
          </a:lstStyle>
          <a:p/>
        </p:txBody>
      </p:sp>
      <p:sp>
        <p:nvSpPr>
          <p:cNvPr id="606" name="Google Shape;606;p87"/>
          <p:cNvSpPr txBox="1"/>
          <p:nvPr>
            <p:ph idx="3" type="title"/>
          </p:nvPr>
        </p:nvSpPr>
        <p:spPr>
          <a:xfrm>
            <a:off x="298725" y="898175"/>
            <a:ext cx="8349900" cy="209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1pPr>
            <a:lvl2pPr lvl="1"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2pPr>
            <a:lvl3pPr lvl="2"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3pPr>
            <a:lvl4pPr lvl="3"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4pPr>
            <a:lvl5pPr lvl="4"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5pPr>
            <a:lvl6pPr lvl="5"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6pPr>
            <a:lvl7pPr lvl="6"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7pPr>
            <a:lvl8pPr lvl="7"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8pPr>
            <a:lvl9pPr lvl="8"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9pPr>
          </a:lstStyle>
          <a:p/>
        </p:txBody>
      </p:sp>
      <p:pic>
        <p:nvPicPr>
          <p:cNvPr id="607" name="Google Shape;607;p87"/>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608" name="Google Shape;608;p87"/>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609" name="Google Shape;609;p87"/>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sp>
        <p:nvSpPr>
          <p:cNvPr id="610" name="Google Shape;610;p87"/>
          <p:cNvSpPr txBox="1"/>
          <p:nvPr>
            <p:ph idx="4" type="title"/>
          </p:nvPr>
        </p:nvSpPr>
        <p:spPr>
          <a:xfrm>
            <a:off x="300775" y="1486375"/>
            <a:ext cx="3999900" cy="296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4"/>
              </a:buClr>
              <a:buSzPts val="1400"/>
              <a:buFont typeface="Space Grotesk SemiBold"/>
              <a:buNone/>
              <a:defRPr sz="1400">
                <a:solidFill>
                  <a:schemeClr val="accent4"/>
                </a:solidFill>
                <a:latin typeface="Space Grotesk SemiBold"/>
                <a:ea typeface="Space Grotesk SemiBold"/>
                <a:cs typeface="Space Grotesk SemiBold"/>
                <a:sym typeface="Space Grotesk SemiBold"/>
              </a:defRPr>
            </a:lvl1pPr>
            <a:lvl2pPr lvl="1" algn="l">
              <a:lnSpc>
                <a:spcPct val="100000"/>
              </a:lnSpc>
              <a:spcBef>
                <a:spcPts val="0"/>
              </a:spcBef>
              <a:spcAft>
                <a:spcPts val="0"/>
              </a:spcAft>
              <a:buClr>
                <a:schemeClr val="accent4"/>
              </a:buClr>
              <a:buSzPts val="2400"/>
              <a:buNone/>
              <a:defRPr>
                <a:solidFill>
                  <a:schemeClr val="accent4"/>
                </a:solidFill>
              </a:defRPr>
            </a:lvl2pPr>
            <a:lvl3pPr lvl="2" algn="l">
              <a:lnSpc>
                <a:spcPct val="100000"/>
              </a:lnSpc>
              <a:spcBef>
                <a:spcPts val="0"/>
              </a:spcBef>
              <a:spcAft>
                <a:spcPts val="0"/>
              </a:spcAft>
              <a:buClr>
                <a:schemeClr val="accent4"/>
              </a:buClr>
              <a:buSzPts val="2400"/>
              <a:buNone/>
              <a:defRPr>
                <a:solidFill>
                  <a:schemeClr val="accent4"/>
                </a:solidFill>
              </a:defRPr>
            </a:lvl3pPr>
            <a:lvl4pPr lvl="3" algn="l">
              <a:lnSpc>
                <a:spcPct val="100000"/>
              </a:lnSpc>
              <a:spcBef>
                <a:spcPts val="0"/>
              </a:spcBef>
              <a:spcAft>
                <a:spcPts val="0"/>
              </a:spcAft>
              <a:buClr>
                <a:schemeClr val="accent4"/>
              </a:buClr>
              <a:buSzPts val="2400"/>
              <a:buNone/>
              <a:defRPr>
                <a:solidFill>
                  <a:schemeClr val="accent4"/>
                </a:solidFill>
              </a:defRPr>
            </a:lvl4pPr>
            <a:lvl5pPr lvl="4" algn="l">
              <a:lnSpc>
                <a:spcPct val="100000"/>
              </a:lnSpc>
              <a:spcBef>
                <a:spcPts val="0"/>
              </a:spcBef>
              <a:spcAft>
                <a:spcPts val="0"/>
              </a:spcAft>
              <a:buClr>
                <a:schemeClr val="accent4"/>
              </a:buClr>
              <a:buSzPts val="2400"/>
              <a:buNone/>
              <a:defRPr>
                <a:solidFill>
                  <a:schemeClr val="accent4"/>
                </a:solidFill>
              </a:defRPr>
            </a:lvl5pPr>
            <a:lvl6pPr lvl="5" algn="l">
              <a:lnSpc>
                <a:spcPct val="100000"/>
              </a:lnSpc>
              <a:spcBef>
                <a:spcPts val="0"/>
              </a:spcBef>
              <a:spcAft>
                <a:spcPts val="0"/>
              </a:spcAft>
              <a:buClr>
                <a:schemeClr val="accent4"/>
              </a:buClr>
              <a:buSzPts val="2400"/>
              <a:buNone/>
              <a:defRPr>
                <a:solidFill>
                  <a:schemeClr val="accent4"/>
                </a:solidFill>
              </a:defRPr>
            </a:lvl6pPr>
            <a:lvl7pPr lvl="6" algn="l">
              <a:lnSpc>
                <a:spcPct val="100000"/>
              </a:lnSpc>
              <a:spcBef>
                <a:spcPts val="0"/>
              </a:spcBef>
              <a:spcAft>
                <a:spcPts val="0"/>
              </a:spcAft>
              <a:buClr>
                <a:schemeClr val="accent4"/>
              </a:buClr>
              <a:buSzPts val="2400"/>
              <a:buNone/>
              <a:defRPr>
                <a:solidFill>
                  <a:schemeClr val="accent4"/>
                </a:solidFill>
              </a:defRPr>
            </a:lvl7pPr>
            <a:lvl8pPr lvl="7" algn="l">
              <a:lnSpc>
                <a:spcPct val="100000"/>
              </a:lnSpc>
              <a:spcBef>
                <a:spcPts val="0"/>
              </a:spcBef>
              <a:spcAft>
                <a:spcPts val="0"/>
              </a:spcAft>
              <a:buClr>
                <a:schemeClr val="accent4"/>
              </a:buClr>
              <a:buSzPts val="2400"/>
              <a:buNone/>
              <a:defRPr>
                <a:solidFill>
                  <a:schemeClr val="accent4"/>
                </a:solidFill>
              </a:defRPr>
            </a:lvl8pPr>
            <a:lvl9pPr lvl="8" algn="l">
              <a:lnSpc>
                <a:spcPct val="100000"/>
              </a:lnSpc>
              <a:spcBef>
                <a:spcPts val="0"/>
              </a:spcBef>
              <a:spcAft>
                <a:spcPts val="0"/>
              </a:spcAft>
              <a:buClr>
                <a:schemeClr val="accent4"/>
              </a:buClr>
              <a:buSzPts val="2400"/>
              <a:buNone/>
              <a:defRPr>
                <a:solidFill>
                  <a:schemeClr val="accent4"/>
                </a:solidFill>
              </a:defRPr>
            </a:lvl9pPr>
          </a:lstStyle>
          <a:p/>
        </p:txBody>
      </p:sp>
      <p:sp>
        <p:nvSpPr>
          <p:cNvPr id="611" name="Google Shape;611;p87"/>
          <p:cNvSpPr txBox="1"/>
          <p:nvPr>
            <p:ph idx="5" type="title"/>
          </p:nvPr>
        </p:nvSpPr>
        <p:spPr>
          <a:xfrm>
            <a:off x="4832400" y="1486375"/>
            <a:ext cx="3999900" cy="296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4"/>
              </a:buClr>
              <a:buSzPts val="1400"/>
              <a:buFont typeface="Space Grotesk SemiBold"/>
              <a:buNone/>
              <a:defRPr sz="1400">
                <a:solidFill>
                  <a:schemeClr val="accent4"/>
                </a:solidFill>
                <a:latin typeface="Space Grotesk SemiBold"/>
                <a:ea typeface="Space Grotesk SemiBold"/>
                <a:cs typeface="Space Grotesk SemiBold"/>
                <a:sym typeface="Space Grotesk SemiBold"/>
              </a:defRPr>
            </a:lvl1pPr>
            <a:lvl2pPr lvl="1" algn="l">
              <a:lnSpc>
                <a:spcPct val="100000"/>
              </a:lnSpc>
              <a:spcBef>
                <a:spcPts val="0"/>
              </a:spcBef>
              <a:spcAft>
                <a:spcPts val="0"/>
              </a:spcAft>
              <a:buClr>
                <a:schemeClr val="accent4"/>
              </a:buClr>
              <a:buSzPts val="2400"/>
              <a:buNone/>
              <a:defRPr>
                <a:solidFill>
                  <a:schemeClr val="accent4"/>
                </a:solidFill>
              </a:defRPr>
            </a:lvl2pPr>
            <a:lvl3pPr lvl="2" algn="l">
              <a:lnSpc>
                <a:spcPct val="100000"/>
              </a:lnSpc>
              <a:spcBef>
                <a:spcPts val="0"/>
              </a:spcBef>
              <a:spcAft>
                <a:spcPts val="0"/>
              </a:spcAft>
              <a:buClr>
                <a:schemeClr val="accent4"/>
              </a:buClr>
              <a:buSzPts val="2400"/>
              <a:buNone/>
              <a:defRPr>
                <a:solidFill>
                  <a:schemeClr val="accent4"/>
                </a:solidFill>
              </a:defRPr>
            </a:lvl3pPr>
            <a:lvl4pPr lvl="3" algn="l">
              <a:lnSpc>
                <a:spcPct val="100000"/>
              </a:lnSpc>
              <a:spcBef>
                <a:spcPts val="0"/>
              </a:spcBef>
              <a:spcAft>
                <a:spcPts val="0"/>
              </a:spcAft>
              <a:buClr>
                <a:schemeClr val="accent4"/>
              </a:buClr>
              <a:buSzPts val="2400"/>
              <a:buNone/>
              <a:defRPr>
                <a:solidFill>
                  <a:schemeClr val="accent4"/>
                </a:solidFill>
              </a:defRPr>
            </a:lvl4pPr>
            <a:lvl5pPr lvl="4" algn="l">
              <a:lnSpc>
                <a:spcPct val="100000"/>
              </a:lnSpc>
              <a:spcBef>
                <a:spcPts val="0"/>
              </a:spcBef>
              <a:spcAft>
                <a:spcPts val="0"/>
              </a:spcAft>
              <a:buClr>
                <a:schemeClr val="accent4"/>
              </a:buClr>
              <a:buSzPts val="2400"/>
              <a:buNone/>
              <a:defRPr>
                <a:solidFill>
                  <a:schemeClr val="accent4"/>
                </a:solidFill>
              </a:defRPr>
            </a:lvl5pPr>
            <a:lvl6pPr lvl="5" algn="l">
              <a:lnSpc>
                <a:spcPct val="100000"/>
              </a:lnSpc>
              <a:spcBef>
                <a:spcPts val="0"/>
              </a:spcBef>
              <a:spcAft>
                <a:spcPts val="0"/>
              </a:spcAft>
              <a:buClr>
                <a:schemeClr val="accent4"/>
              </a:buClr>
              <a:buSzPts val="2400"/>
              <a:buNone/>
              <a:defRPr>
                <a:solidFill>
                  <a:schemeClr val="accent4"/>
                </a:solidFill>
              </a:defRPr>
            </a:lvl6pPr>
            <a:lvl7pPr lvl="6" algn="l">
              <a:lnSpc>
                <a:spcPct val="100000"/>
              </a:lnSpc>
              <a:spcBef>
                <a:spcPts val="0"/>
              </a:spcBef>
              <a:spcAft>
                <a:spcPts val="0"/>
              </a:spcAft>
              <a:buClr>
                <a:schemeClr val="accent4"/>
              </a:buClr>
              <a:buSzPts val="2400"/>
              <a:buNone/>
              <a:defRPr>
                <a:solidFill>
                  <a:schemeClr val="accent4"/>
                </a:solidFill>
              </a:defRPr>
            </a:lvl7pPr>
            <a:lvl8pPr lvl="7" algn="l">
              <a:lnSpc>
                <a:spcPct val="100000"/>
              </a:lnSpc>
              <a:spcBef>
                <a:spcPts val="0"/>
              </a:spcBef>
              <a:spcAft>
                <a:spcPts val="0"/>
              </a:spcAft>
              <a:buClr>
                <a:schemeClr val="accent4"/>
              </a:buClr>
              <a:buSzPts val="2400"/>
              <a:buNone/>
              <a:defRPr>
                <a:solidFill>
                  <a:schemeClr val="accent4"/>
                </a:solidFill>
              </a:defRPr>
            </a:lvl8pPr>
            <a:lvl9pPr lvl="8" algn="l">
              <a:lnSpc>
                <a:spcPct val="100000"/>
              </a:lnSpc>
              <a:spcBef>
                <a:spcPts val="0"/>
              </a:spcBef>
              <a:spcAft>
                <a:spcPts val="0"/>
              </a:spcAft>
              <a:buClr>
                <a:schemeClr val="accent4"/>
              </a:buClr>
              <a:buSzPts val="2400"/>
              <a:buNone/>
              <a:defRPr>
                <a:solidFill>
                  <a:schemeClr val="accent4"/>
                </a:solidFill>
              </a:defRPr>
            </a:lvl9pPr>
          </a:lstStyle>
          <a:p/>
        </p:txBody>
      </p:sp>
    </p:spTree>
  </p:cSld>
  <p:clrMapOvr>
    <a:masterClrMapping/>
  </p:clrMapOvr>
  <p:extLst>
    <p:ext uri="{DCECCB84-F9BA-43D5-87BE-67443E8EF086}">
      <p15:sldGuideLst>
        <p15:guide id="1" orient="horz" pos="934">
          <p15:clr>
            <a:srgbClr val="E46962"/>
          </p15:clr>
        </p15:guide>
      </p15:sldGuideLst>
    </p:ext>
  </p:extLst>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Dark">
  <p:cSld name="ONE_COLUMN_TEXT_1">
    <p:bg>
      <p:bgPr>
        <a:solidFill>
          <a:schemeClr val="dk2"/>
        </a:solidFill>
      </p:bgPr>
    </p:bg>
    <p:spTree>
      <p:nvGrpSpPr>
        <p:cNvPr id="612" name="Shape 612"/>
        <p:cNvGrpSpPr/>
        <p:nvPr/>
      </p:nvGrpSpPr>
      <p:grpSpPr>
        <a:xfrm>
          <a:off x="0" y="0"/>
          <a:ext cx="0" cy="0"/>
          <a:chOff x="0" y="0"/>
          <a:chExt cx="0" cy="0"/>
        </a:xfrm>
      </p:grpSpPr>
      <p:sp>
        <p:nvSpPr>
          <p:cNvPr id="613" name="Google Shape;613;p88"/>
          <p:cNvSpPr txBox="1"/>
          <p:nvPr>
            <p:ph type="title"/>
          </p:nvPr>
        </p:nvSpPr>
        <p:spPr>
          <a:xfrm>
            <a:off x="298725" y="445025"/>
            <a:ext cx="8349900" cy="405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400"/>
              <a:buNone/>
              <a:defRPr>
                <a:solidFill>
                  <a:schemeClr val="lt1"/>
                </a:solidFill>
              </a:defRPr>
            </a:lvl2pPr>
            <a:lvl3pPr lvl="2" algn="l">
              <a:lnSpc>
                <a:spcPct val="100000"/>
              </a:lnSpc>
              <a:spcBef>
                <a:spcPts val="0"/>
              </a:spcBef>
              <a:spcAft>
                <a:spcPts val="0"/>
              </a:spcAft>
              <a:buClr>
                <a:schemeClr val="lt1"/>
              </a:buClr>
              <a:buSzPts val="2400"/>
              <a:buNone/>
              <a:defRPr>
                <a:solidFill>
                  <a:schemeClr val="lt1"/>
                </a:solidFill>
              </a:defRPr>
            </a:lvl3pPr>
            <a:lvl4pPr lvl="3" algn="l">
              <a:lnSpc>
                <a:spcPct val="100000"/>
              </a:lnSpc>
              <a:spcBef>
                <a:spcPts val="0"/>
              </a:spcBef>
              <a:spcAft>
                <a:spcPts val="0"/>
              </a:spcAft>
              <a:buClr>
                <a:schemeClr val="lt1"/>
              </a:buClr>
              <a:buSzPts val="2400"/>
              <a:buNone/>
              <a:defRPr>
                <a:solidFill>
                  <a:schemeClr val="lt1"/>
                </a:solidFill>
              </a:defRPr>
            </a:lvl4pPr>
            <a:lvl5pPr lvl="4" algn="l">
              <a:lnSpc>
                <a:spcPct val="100000"/>
              </a:lnSpc>
              <a:spcBef>
                <a:spcPts val="0"/>
              </a:spcBef>
              <a:spcAft>
                <a:spcPts val="0"/>
              </a:spcAft>
              <a:buClr>
                <a:schemeClr val="lt1"/>
              </a:buClr>
              <a:buSzPts val="2400"/>
              <a:buNone/>
              <a:defRPr>
                <a:solidFill>
                  <a:schemeClr val="lt1"/>
                </a:solidFill>
              </a:defRPr>
            </a:lvl5pPr>
            <a:lvl6pPr lvl="5" algn="l">
              <a:lnSpc>
                <a:spcPct val="100000"/>
              </a:lnSpc>
              <a:spcBef>
                <a:spcPts val="0"/>
              </a:spcBef>
              <a:spcAft>
                <a:spcPts val="0"/>
              </a:spcAft>
              <a:buClr>
                <a:schemeClr val="lt1"/>
              </a:buClr>
              <a:buSzPts val="2400"/>
              <a:buNone/>
              <a:defRPr>
                <a:solidFill>
                  <a:schemeClr val="lt1"/>
                </a:solidFill>
              </a:defRPr>
            </a:lvl6pPr>
            <a:lvl7pPr lvl="6" algn="l">
              <a:lnSpc>
                <a:spcPct val="100000"/>
              </a:lnSpc>
              <a:spcBef>
                <a:spcPts val="0"/>
              </a:spcBef>
              <a:spcAft>
                <a:spcPts val="0"/>
              </a:spcAft>
              <a:buClr>
                <a:schemeClr val="lt1"/>
              </a:buClr>
              <a:buSzPts val="2400"/>
              <a:buNone/>
              <a:defRPr>
                <a:solidFill>
                  <a:schemeClr val="lt1"/>
                </a:solidFill>
              </a:defRPr>
            </a:lvl7pPr>
            <a:lvl8pPr lvl="7" algn="l">
              <a:lnSpc>
                <a:spcPct val="100000"/>
              </a:lnSpc>
              <a:spcBef>
                <a:spcPts val="0"/>
              </a:spcBef>
              <a:spcAft>
                <a:spcPts val="0"/>
              </a:spcAft>
              <a:buClr>
                <a:schemeClr val="lt1"/>
              </a:buClr>
              <a:buSzPts val="2400"/>
              <a:buNone/>
              <a:defRPr>
                <a:solidFill>
                  <a:schemeClr val="lt1"/>
                </a:solidFill>
              </a:defRPr>
            </a:lvl8pPr>
            <a:lvl9pPr lvl="8" algn="l">
              <a:lnSpc>
                <a:spcPct val="100000"/>
              </a:lnSpc>
              <a:spcBef>
                <a:spcPts val="0"/>
              </a:spcBef>
              <a:spcAft>
                <a:spcPts val="0"/>
              </a:spcAft>
              <a:buClr>
                <a:schemeClr val="lt1"/>
              </a:buClr>
              <a:buSzPts val="2400"/>
              <a:buNone/>
              <a:defRPr>
                <a:solidFill>
                  <a:schemeClr val="lt1"/>
                </a:solidFill>
              </a:defRPr>
            </a:lvl9pPr>
          </a:lstStyle>
          <a:p/>
        </p:txBody>
      </p:sp>
      <p:sp>
        <p:nvSpPr>
          <p:cNvPr id="614" name="Google Shape;614;p88"/>
          <p:cNvSpPr txBox="1"/>
          <p:nvPr>
            <p:ph idx="2" type="title"/>
          </p:nvPr>
        </p:nvSpPr>
        <p:spPr>
          <a:xfrm>
            <a:off x="298725" y="898175"/>
            <a:ext cx="8349900" cy="209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1pPr>
            <a:lvl2pPr lvl="1"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2pPr>
            <a:lvl3pPr lvl="2"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3pPr>
            <a:lvl4pPr lvl="3"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4pPr>
            <a:lvl5pPr lvl="4"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5pPr>
            <a:lvl6pPr lvl="5"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6pPr>
            <a:lvl7pPr lvl="6"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7pPr>
            <a:lvl8pPr lvl="7"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8pPr>
            <a:lvl9pPr lvl="8"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9pPr>
          </a:lstStyle>
          <a:p/>
        </p:txBody>
      </p:sp>
      <p:sp>
        <p:nvSpPr>
          <p:cNvPr id="615" name="Google Shape;615;p88"/>
          <p:cNvSpPr txBox="1"/>
          <p:nvPr>
            <p:ph idx="1" type="body"/>
          </p:nvPr>
        </p:nvSpPr>
        <p:spPr>
          <a:xfrm>
            <a:off x="3211139" y="1863775"/>
            <a:ext cx="2593500" cy="3162300"/>
          </a:xfrm>
          <a:prstGeom prst="rect">
            <a:avLst/>
          </a:prstGeom>
          <a:noFill/>
          <a:ln>
            <a:noFill/>
          </a:ln>
        </p:spPr>
        <p:txBody>
          <a:bodyPr anchorCtr="0" anchor="t" bIns="0" lIns="0" spcFirstLastPara="1" rIns="0" wrap="square" tIns="0">
            <a:noAutofit/>
          </a:bodyPr>
          <a:lstStyle>
            <a:lvl1pPr indent="-304800" lvl="0" marL="4572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1pPr>
            <a:lvl2pPr indent="-292100" lvl="1" marL="9144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2pPr>
            <a:lvl3pPr indent="-292100" lvl="2" marL="13716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3pPr>
            <a:lvl4pPr indent="-292100" lvl="3" marL="18288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4pPr>
            <a:lvl5pPr indent="-292100" lvl="4" marL="22860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5pPr>
            <a:lvl6pPr indent="-292100" lvl="5" marL="27432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6pPr>
            <a:lvl7pPr indent="-292100" lvl="6" marL="32004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7pPr>
            <a:lvl8pPr indent="-292100" lvl="7" marL="36576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8pPr>
            <a:lvl9pPr indent="-292100" lvl="8" marL="41148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9pPr>
          </a:lstStyle>
          <a:p/>
        </p:txBody>
      </p:sp>
      <p:sp>
        <p:nvSpPr>
          <p:cNvPr id="616" name="Google Shape;616;p88"/>
          <p:cNvSpPr txBox="1"/>
          <p:nvPr>
            <p:ph idx="3" type="body"/>
          </p:nvPr>
        </p:nvSpPr>
        <p:spPr>
          <a:xfrm>
            <a:off x="298725" y="1863775"/>
            <a:ext cx="2631300" cy="3162300"/>
          </a:xfrm>
          <a:prstGeom prst="rect">
            <a:avLst/>
          </a:prstGeom>
          <a:noFill/>
          <a:ln>
            <a:noFill/>
          </a:ln>
        </p:spPr>
        <p:txBody>
          <a:bodyPr anchorCtr="0" anchor="t" bIns="0" lIns="0" spcFirstLastPara="1" rIns="0" wrap="square" tIns="0">
            <a:noAutofit/>
          </a:bodyPr>
          <a:lstStyle>
            <a:lvl1pPr indent="-304800" lvl="0" marL="4572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1pPr>
            <a:lvl2pPr indent="-304800" lvl="1" marL="9144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2pPr>
            <a:lvl3pPr indent="-304800" lvl="2" marL="13716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3pPr>
            <a:lvl4pPr indent="-304800" lvl="3" marL="18288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4pPr>
            <a:lvl5pPr indent="-304800" lvl="4" marL="22860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5pPr>
            <a:lvl6pPr indent="-304800" lvl="5" marL="27432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6pPr>
            <a:lvl7pPr indent="-304800" lvl="6" marL="32004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7pPr>
            <a:lvl8pPr indent="-304800" lvl="7" marL="36576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8pPr>
            <a:lvl9pPr indent="-304800" lvl="8" marL="41148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9pPr>
          </a:lstStyle>
          <a:p/>
        </p:txBody>
      </p:sp>
      <p:sp>
        <p:nvSpPr>
          <p:cNvPr id="617" name="Google Shape;617;p88"/>
          <p:cNvSpPr txBox="1"/>
          <p:nvPr>
            <p:ph idx="4" type="body"/>
          </p:nvPr>
        </p:nvSpPr>
        <p:spPr>
          <a:xfrm>
            <a:off x="6085752" y="1863775"/>
            <a:ext cx="2593500" cy="3162300"/>
          </a:xfrm>
          <a:prstGeom prst="rect">
            <a:avLst/>
          </a:prstGeom>
          <a:noFill/>
          <a:ln>
            <a:noFill/>
          </a:ln>
        </p:spPr>
        <p:txBody>
          <a:bodyPr anchorCtr="0" anchor="t" bIns="0" lIns="0" spcFirstLastPara="1" rIns="0" wrap="square" tIns="0">
            <a:noAutofit/>
          </a:bodyPr>
          <a:lstStyle>
            <a:lvl1pPr indent="-304800" lvl="0" marL="457200" algn="l">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1pPr>
            <a:lvl2pPr indent="-292100" lvl="1" marL="9144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2pPr>
            <a:lvl3pPr indent="-292100" lvl="2" marL="13716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3pPr>
            <a:lvl4pPr indent="-292100" lvl="3" marL="18288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4pPr>
            <a:lvl5pPr indent="-292100" lvl="4" marL="22860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5pPr>
            <a:lvl6pPr indent="-292100" lvl="5" marL="27432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6pPr>
            <a:lvl7pPr indent="-292100" lvl="6" marL="32004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7pPr>
            <a:lvl8pPr indent="-292100" lvl="7" marL="36576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8pPr>
            <a:lvl9pPr indent="-292100" lvl="8" marL="41148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9pPr>
          </a:lstStyle>
          <a:p/>
        </p:txBody>
      </p:sp>
      <p:pic>
        <p:nvPicPr>
          <p:cNvPr id="618" name="Google Shape;618;p88"/>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619" name="Google Shape;619;p88"/>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620" name="Google Shape;620;p88"/>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sp>
        <p:nvSpPr>
          <p:cNvPr id="621" name="Google Shape;621;p88"/>
          <p:cNvSpPr txBox="1"/>
          <p:nvPr>
            <p:ph idx="5" type="title"/>
          </p:nvPr>
        </p:nvSpPr>
        <p:spPr>
          <a:xfrm>
            <a:off x="300775" y="1486375"/>
            <a:ext cx="2195400" cy="296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4"/>
              </a:buClr>
              <a:buSzPts val="1400"/>
              <a:buFont typeface="Space Grotesk SemiBold"/>
              <a:buNone/>
              <a:defRPr sz="1400">
                <a:solidFill>
                  <a:schemeClr val="accent4"/>
                </a:solidFill>
                <a:latin typeface="Space Grotesk SemiBold"/>
                <a:ea typeface="Space Grotesk SemiBold"/>
                <a:cs typeface="Space Grotesk SemiBold"/>
                <a:sym typeface="Space Grotesk SemiBold"/>
              </a:defRPr>
            </a:lvl1pPr>
            <a:lvl2pPr lvl="1" algn="l">
              <a:lnSpc>
                <a:spcPct val="100000"/>
              </a:lnSpc>
              <a:spcBef>
                <a:spcPts val="0"/>
              </a:spcBef>
              <a:spcAft>
                <a:spcPts val="0"/>
              </a:spcAft>
              <a:buClr>
                <a:schemeClr val="accent4"/>
              </a:buClr>
              <a:buSzPts val="2400"/>
              <a:buNone/>
              <a:defRPr>
                <a:solidFill>
                  <a:schemeClr val="accent4"/>
                </a:solidFill>
              </a:defRPr>
            </a:lvl2pPr>
            <a:lvl3pPr lvl="2" algn="l">
              <a:lnSpc>
                <a:spcPct val="100000"/>
              </a:lnSpc>
              <a:spcBef>
                <a:spcPts val="0"/>
              </a:spcBef>
              <a:spcAft>
                <a:spcPts val="0"/>
              </a:spcAft>
              <a:buClr>
                <a:schemeClr val="accent4"/>
              </a:buClr>
              <a:buSzPts val="2400"/>
              <a:buNone/>
              <a:defRPr>
                <a:solidFill>
                  <a:schemeClr val="accent4"/>
                </a:solidFill>
              </a:defRPr>
            </a:lvl3pPr>
            <a:lvl4pPr lvl="3" algn="l">
              <a:lnSpc>
                <a:spcPct val="100000"/>
              </a:lnSpc>
              <a:spcBef>
                <a:spcPts val="0"/>
              </a:spcBef>
              <a:spcAft>
                <a:spcPts val="0"/>
              </a:spcAft>
              <a:buClr>
                <a:schemeClr val="accent4"/>
              </a:buClr>
              <a:buSzPts val="2400"/>
              <a:buNone/>
              <a:defRPr>
                <a:solidFill>
                  <a:schemeClr val="accent4"/>
                </a:solidFill>
              </a:defRPr>
            </a:lvl4pPr>
            <a:lvl5pPr lvl="4" algn="l">
              <a:lnSpc>
                <a:spcPct val="100000"/>
              </a:lnSpc>
              <a:spcBef>
                <a:spcPts val="0"/>
              </a:spcBef>
              <a:spcAft>
                <a:spcPts val="0"/>
              </a:spcAft>
              <a:buClr>
                <a:schemeClr val="accent4"/>
              </a:buClr>
              <a:buSzPts val="2400"/>
              <a:buNone/>
              <a:defRPr>
                <a:solidFill>
                  <a:schemeClr val="accent4"/>
                </a:solidFill>
              </a:defRPr>
            </a:lvl5pPr>
            <a:lvl6pPr lvl="5" algn="l">
              <a:lnSpc>
                <a:spcPct val="100000"/>
              </a:lnSpc>
              <a:spcBef>
                <a:spcPts val="0"/>
              </a:spcBef>
              <a:spcAft>
                <a:spcPts val="0"/>
              </a:spcAft>
              <a:buClr>
                <a:schemeClr val="accent4"/>
              </a:buClr>
              <a:buSzPts val="2400"/>
              <a:buNone/>
              <a:defRPr>
                <a:solidFill>
                  <a:schemeClr val="accent4"/>
                </a:solidFill>
              </a:defRPr>
            </a:lvl6pPr>
            <a:lvl7pPr lvl="6" algn="l">
              <a:lnSpc>
                <a:spcPct val="100000"/>
              </a:lnSpc>
              <a:spcBef>
                <a:spcPts val="0"/>
              </a:spcBef>
              <a:spcAft>
                <a:spcPts val="0"/>
              </a:spcAft>
              <a:buClr>
                <a:schemeClr val="accent4"/>
              </a:buClr>
              <a:buSzPts val="2400"/>
              <a:buNone/>
              <a:defRPr>
                <a:solidFill>
                  <a:schemeClr val="accent4"/>
                </a:solidFill>
              </a:defRPr>
            </a:lvl7pPr>
            <a:lvl8pPr lvl="7" algn="l">
              <a:lnSpc>
                <a:spcPct val="100000"/>
              </a:lnSpc>
              <a:spcBef>
                <a:spcPts val="0"/>
              </a:spcBef>
              <a:spcAft>
                <a:spcPts val="0"/>
              </a:spcAft>
              <a:buClr>
                <a:schemeClr val="accent4"/>
              </a:buClr>
              <a:buSzPts val="2400"/>
              <a:buNone/>
              <a:defRPr>
                <a:solidFill>
                  <a:schemeClr val="accent4"/>
                </a:solidFill>
              </a:defRPr>
            </a:lvl8pPr>
            <a:lvl9pPr lvl="8" algn="l">
              <a:lnSpc>
                <a:spcPct val="100000"/>
              </a:lnSpc>
              <a:spcBef>
                <a:spcPts val="0"/>
              </a:spcBef>
              <a:spcAft>
                <a:spcPts val="0"/>
              </a:spcAft>
              <a:buClr>
                <a:schemeClr val="accent4"/>
              </a:buClr>
              <a:buSzPts val="2400"/>
              <a:buNone/>
              <a:defRPr>
                <a:solidFill>
                  <a:schemeClr val="accent4"/>
                </a:solidFill>
              </a:defRPr>
            </a:lvl9pPr>
          </a:lstStyle>
          <a:p/>
        </p:txBody>
      </p:sp>
      <p:sp>
        <p:nvSpPr>
          <p:cNvPr id="622" name="Google Shape;622;p88"/>
          <p:cNvSpPr txBox="1"/>
          <p:nvPr>
            <p:ph idx="6" type="title"/>
          </p:nvPr>
        </p:nvSpPr>
        <p:spPr>
          <a:xfrm>
            <a:off x="3211150" y="1486375"/>
            <a:ext cx="2195400" cy="296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4"/>
              </a:buClr>
              <a:buSzPts val="1400"/>
              <a:buFont typeface="Space Grotesk SemiBold"/>
              <a:buNone/>
              <a:defRPr sz="1400">
                <a:solidFill>
                  <a:schemeClr val="accent4"/>
                </a:solidFill>
                <a:latin typeface="Space Grotesk SemiBold"/>
                <a:ea typeface="Space Grotesk SemiBold"/>
                <a:cs typeface="Space Grotesk SemiBold"/>
                <a:sym typeface="Space Grotesk SemiBold"/>
              </a:defRPr>
            </a:lvl1pPr>
            <a:lvl2pPr lvl="1" algn="l">
              <a:lnSpc>
                <a:spcPct val="100000"/>
              </a:lnSpc>
              <a:spcBef>
                <a:spcPts val="0"/>
              </a:spcBef>
              <a:spcAft>
                <a:spcPts val="0"/>
              </a:spcAft>
              <a:buClr>
                <a:schemeClr val="accent4"/>
              </a:buClr>
              <a:buSzPts val="2400"/>
              <a:buNone/>
              <a:defRPr>
                <a:solidFill>
                  <a:schemeClr val="accent4"/>
                </a:solidFill>
              </a:defRPr>
            </a:lvl2pPr>
            <a:lvl3pPr lvl="2" algn="l">
              <a:lnSpc>
                <a:spcPct val="100000"/>
              </a:lnSpc>
              <a:spcBef>
                <a:spcPts val="0"/>
              </a:spcBef>
              <a:spcAft>
                <a:spcPts val="0"/>
              </a:spcAft>
              <a:buClr>
                <a:schemeClr val="accent4"/>
              </a:buClr>
              <a:buSzPts val="2400"/>
              <a:buNone/>
              <a:defRPr>
                <a:solidFill>
                  <a:schemeClr val="accent4"/>
                </a:solidFill>
              </a:defRPr>
            </a:lvl3pPr>
            <a:lvl4pPr lvl="3" algn="l">
              <a:lnSpc>
                <a:spcPct val="100000"/>
              </a:lnSpc>
              <a:spcBef>
                <a:spcPts val="0"/>
              </a:spcBef>
              <a:spcAft>
                <a:spcPts val="0"/>
              </a:spcAft>
              <a:buClr>
                <a:schemeClr val="accent4"/>
              </a:buClr>
              <a:buSzPts val="2400"/>
              <a:buNone/>
              <a:defRPr>
                <a:solidFill>
                  <a:schemeClr val="accent4"/>
                </a:solidFill>
              </a:defRPr>
            </a:lvl4pPr>
            <a:lvl5pPr lvl="4" algn="l">
              <a:lnSpc>
                <a:spcPct val="100000"/>
              </a:lnSpc>
              <a:spcBef>
                <a:spcPts val="0"/>
              </a:spcBef>
              <a:spcAft>
                <a:spcPts val="0"/>
              </a:spcAft>
              <a:buClr>
                <a:schemeClr val="accent4"/>
              </a:buClr>
              <a:buSzPts val="2400"/>
              <a:buNone/>
              <a:defRPr>
                <a:solidFill>
                  <a:schemeClr val="accent4"/>
                </a:solidFill>
              </a:defRPr>
            </a:lvl5pPr>
            <a:lvl6pPr lvl="5" algn="l">
              <a:lnSpc>
                <a:spcPct val="100000"/>
              </a:lnSpc>
              <a:spcBef>
                <a:spcPts val="0"/>
              </a:spcBef>
              <a:spcAft>
                <a:spcPts val="0"/>
              </a:spcAft>
              <a:buClr>
                <a:schemeClr val="accent4"/>
              </a:buClr>
              <a:buSzPts val="2400"/>
              <a:buNone/>
              <a:defRPr>
                <a:solidFill>
                  <a:schemeClr val="accent4"/>
                </a:solidFill>
              </a:defRPr>
            </a:lvl6pPr>
            <a:lvl7pPr lvl="6" algn="l">
              <a:lnSpc>
                <a:spcPct val="100000"/>
              </a:lnSpc>
              <a:spcBef>
                <a:spcPts val="0"/>
              </a:spcBef>
              <a:spcAft>
                <a:spcPts val="0"/>
              </a:spcAft>
              <a:buClr>
                <a:schemeClr val="accent4"/>
              </a:buClr>
              <a:buSzPts val="2400"/>
              <a:buNone/>
              <a:defRPr>
                <a:solidFill>
                  <a:schemeClr val="accent4"/>
                </a:solidFill>
              </a:defRPr>
            </a:lvl7pPr>
            <a:lvl8pPr lvl="7" algn="l">
              <a:lnSpc>
                <a:spcPct val="100000"/>
              </a:lnSpc>
              <a:spcBef>
                <a:spcPts val="0"/>
              </a:spcBef>
              <a:spcAft>
                <a:spcPts val="0"/>
              </a:spcAft>
              <a:buClr>
                <a:schemeClr val="accent4"/>
              </a:buClr>
              <a:buSzPts val="2400"/>
              <a:buNone/>
              <a:defRPr>
                <a:solidFill>
                  <a:schemeClr val="accent4"/>
                </a:solidFill>
              </a:defRPr>
            </a:lvl8pPr>
            <a:lvl9pPr lvl="8" algn="l">
              <a:lnSpc>
                <a:spcPct val="100000"/>
              </a:lnSpc>
              <a:spcBef>
                <a:spcPts val="0"/>
              </a:spcBef>
              <a:spcAft>
                <a:spcPts val="0"/>
              </a:spcAft>
              <a:buClr>
                <a:schemeClr val="accent4"/>
              </a:buClr>
              <a:buSzPts val="2400"/>
              <a:buNone/>
              <a:defRPr>
                <a:solidFill>
                  <a:schemeClr val="accent4"/>
                </a:solidFill>
              </a:defRPr>
            </a:lvl9pPr>
          </a:lstStyle>
          <a:p/>
        </p:txBody>
      </p:sp>
      <p:sp>
        <p:nvSpPr>
          <p:cNvPr id="623" name="Google Shape;623;p88"/>
          <p:cNvSpPr txBox="1"/>
          <p:nvPr>
            <p:ph idx="7" type="title"/>
          </p:nvPr>
        </p:nvSpPr>
        <p:spPr>
          <a:xfrm>
            <a:off x="6121525" y="1486375"/>
            <a:ext cx="2195400" cy="296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4"/>
              </a:buClr>
              <a:buSzPts val="1400"/>
              <a:buFont typeface="Space Grotesk SemiBold"/>
              <a:buNone/>
              <a:defRPr sz="1400">
                <a:solidFill>
                  <a:schemeClr val="accent4"/>
                </a:solidFill>
                <a:latin typeface="Space Grotesk SemiBold"/>
                <a:ea typeface="Space Grotesk SemiBold"/>
                <a:cs typeface="Space Grotesk SemiBold"/>
                <a:sym typeface="Space Grotesk SemiBold"/>
              </a:defRPr>
            </a:lvl1pPr>
            <a:lvl2pPr lvl="1" algn="l">
              <a:lnSpc>
                <a:spcPct val="100000"/>
              </a:lnSpc>
              <a:spcBef>
                <a:spcPts val="0"/>
              </a:spcBef>
              <a:spcAft>
                <a:spcPts val="0"/>
              </a:spcAft>
              <a:buClr>
                <a:schemeClr val="accent4"/>
              </a:buClr>
              <a:buSzPts val="2400"/>
              <a:buNone/>
              <a:defRPr>
                <a:solidFill>
                  <a:schemeClr val="accent4"/>
                </a:solidFill>
              </a:defRPr>
            </a:lvl2pPr>
            <a:lvl3pPr lvl="2" algn="l">
              <a:lnSpc>
                <a:spcPct val="100000"/>
              </a:lnSpc>
              <a:spcBef>
                <a:spcPts val="0"/>
              </a:spcBef>
              <a:spcAft>
                <a:spcPts val="0"/>
              </a:spcAft>
              <a:buClr>
                <a:schemeClr val="accent4"/>
              </a:buClr>
              <a:buSzPts val="2400"/>
              <a:buNone/>
              <a:defRPr>
                <a:solidFill>
                  <a:schemeClr val="accent4"/>
                </a:solidFill>
              </a:defRPr>
            </a:lvl3pPr>
            <a:lvl4pPr lvl="3" algn="l">
              <a:lnSpc>
                <a:spcPct val="100000"/>
              </a:lnSpc>
              <a:spcBef>
                <a:spcPts val="0"/>
              </a:spcBef>
              <a:spcAft>
                <a:spcPts val="0"/>
              </a:spcAft>
              <a:buClr>
                <a:schemeClr val="accent4"/>
              </a:buClr>
              <a:buSzPts val="2400"/>
              <a:buNone/>
              <a:defRPr>
                <a:solidFill>
                  <a:schemeClr val="accent4"/>
                </a:solidFill>
              </a:defRPr>
            </a:lvl4pPr>
            <a:lvl5pPr lvl="4" algn="l">
              <a:lnSpc>
                <a:spcPct val="100000"/>
              </a:lnSpc>
              <a:spcBef>
                <a:spcPts val="0"/>
              </a:spcBef>
              <a:spcAft>
                <a:spcPts val="0"/>
              </a:spcAft>
              <a:buClr>
                <a:schemeClr val="accent4"/>
              </a:buClr>
              <a:buSzPts val="2400"/>
              <a:buNone/>
              <a:defRPr>
                <a:solidFill>
                  <a:schemeClr val="accent4"/>
                </a:solidFill>
              </a:defRPr>
            </a:lvl5pPr>
            <a:lvl6pPr lvl="5" algn="l">
              <a:lnSpc>
                <a:spcPct val="100000"/>
              </a:lnSpc>
              <a:spcBef>
                <a:spcPts val="0"/>
              </a:spcBef>
              <a:spcAft>
                <a:spcPts val="0"/>
              </a:spcAft>
              <a:buClr>
                <a:schemeClr val="accent4"/>
              </a:buClr>
              <a:buSzPts val="2400"/>
              <a:buNone/>
              <a:defRPr>
                <a:solidFill>
                  <a:schemeClr val="accent4"/>
                </a:solidFill>
              </a:defRPr>
            </a:lvl6pPr>
            <a:lvl7pPr lvl="6" algn="l">
              <a:lnSpc>
                <a:spcPct val="100000"/>
              </a:lnSpc>
              <a:spcBef>
                <a:spcPts val="0"/>
              </a:spcBef>
              <a:spcAft>
                <a:spcPts val="0"/>
              </a:spcAft>
              <a:buClr>
                <a:schemeClr val="accent4"/>
              </a:buClr>
              <a:buSzPts val="2400"/>
              <a:buNone/>
              <a:defRPr>
                <a:solidFill>
                  <a:schemeClr val="accent4"/>
                </a:solidFill>
              </a:defRPr>
            </a:lvl7pPr>
            <a:lvl8pPr lvl="7" algn="l">
              <a:lnSpc>
                <a:spcPct val="100000"/>
              </a:lnSpc>
              <a:spcBef>
                <a:spcPts val="0"/>
              </a:spcBef>
              <a:spcAft>
                <a:spcPts val="0"/>
              </a:spcAft>
              <a:buClr>
                <a:schemeClr val="accent4"/>
              </a:buClr>
              <a:buSzPts val="2400"/>
              <a:buNone/>
              <a:defRPr>
                <a:solidFill>
                  <a:schemeClr val="accent4"/>
                </a:solidFill>
              </a:defRPr>
            </a:lvl8pPr>
            <a:lvl9pPr lvl="8" algn="l">
              <a:lnSpc>
                <a:spcPct val="100000"/>
              </a:lnSpc>
              <a:spcBef>
                <a:spcPts val="0"/>
              </a:spcBef>
              <a:spcAft>
                <a:spcPts val="0"/>
              </a:spcAft>
              <a:buClr>
                <a:schemeClr val="accent4"/>
              </a:buClr>
              <a:buSzPts val="2400"/>
              <a:buNone/>
              <a:defRPr>
                <a:solidFill>
                  <a:schemeClr val="accent4"/>
                </a:solidFill>
              </a:defRPr>
            </a:lvl9pPr>
          </a:lstStyle>
          <a:p/>
        </p:txBody>
      </p:sp>
    </p:spTree>
  </p:cSld>
  <p:clrMapOvr>
    <a:masterClrMapping/>
  </p:clrMapOvr>
  <p:extLst>
    <p:ext uri="{DCECCB84-F9BA-43D5-87BE-67443E8EF086}">
      <p15:sldGuideLst>
        <p15:guide id="1" orient="horz" pos="934">
          <p15:clr>
            <a:srgbClr val="E46962"/>
          </p15:clr>
        </p15:guide>
        <p15:guide id="2" orient="horz" pos="936">
          <p15:clr>
            <a:srgbClr val="E46962"/>
          </p15:clr>
        </p15:guide>
      </p15:sldGuideLst>
    </p:ext>
  </p:extLst>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Dark">
  <p:cSld name="TITLE_AND_TWO_COLUMNS_1_1">
    <p:bg>
      <p:bgPr>
        <a:solidFill>
          <a:schemeClr val="dk2"/>
        </a:solidFill>
      </p:bgPr>
    </p:bg>
    <p:spTree>
      <p:nvGrpSpPr>
        <p:cNvPr id="624" name="Shape 624"/>
        <p:cNvGrpSpPr/>
        <p:nvPr/>
      </p:nvGrpSpPr>
      <p:grpSpPr>
        <a:xfrm>
          <a:off x="0" y="0"/>
          <a:ext cx="0" cy="0"/>
          <a:chOff x="0" y="0"/>
          <a:chExt cx="0" cy="0"/>
        </a:xfrm>
      </p:grpSpPr>
      <p:sp>
        <p:nvSpPr>
          <p:cNvPr id="625" name="Google Shape;625;p89"/>
          <p:cNvSpPr txBox="1"/>
          <p:nvPr>
            <p:ph type="title"/>
          </p:nvPr>
        </p:nvSpPr>
        <p:spPr>
          <a:xfrm>
            <a:off x="298725" y="445025"/>
            <a:ext cx="8349900" cy="405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400"/>
              <a:buNone/>
              <a:defRPr>
                <a:solidFill>
                  <a:schemeClr val="lt1"/>
                </a:solidFill>
              </a:defRPr>
            </a:lvl2pPr>
            <a:lvl3pPr lvl="2" algn="l">
              <a:lnSpc>
                <a:spcPct val="100000"/>
              </a:lnSpc>
              <a:spcBef>
                <a:spcPts val="0"/>
              </a:spcBef>
              <a:spcAft>
                <a:spcPts val="0"/>
              </a:spcAft>
              <a:buClr>
                <a:schemeClr val="lt1"/>
              </a:buClr>
              <a:buSzPts val="2400"/>
              <a:buNone/>
              <a:defRPr>
                <a:solidFill>
                  <a:schemeClr val="lt1"/>
                </a:solidFill>
              </a:defRPr>
            </a:lvl3pPr>
            <a:lvl4pPr lvl="3" algn="l">
              <a:lnSpc>
                <a:spcPct val="100000"/>
              </a:lnSpc>
              <a:spcBef>
                <a:spcPts val="0"/>
              </a:spcBef>
              <a:spcAft>
                <a:spcPts val="0"/>
              </a:spcAft>
              <a:buClr>
                <a:schemeClr val="lt1"/>
              </a:buClr>
              <a:buSzPts val="2400"/>
              <a:buNone/>
              <a:defRPr>
                <a:solidFill>
                  <a:schemeClr val="lt1"/>
                </a:solidFill>
              </a:defRPr>
            </a:lvl4pPr>
            <a:lvl5pPr lvl="4" algn="l">
              <a:lnSpc>
                <a:spcPct val="100000"/>
              </a:lnSpc>
              <a:spcBef>
                <a:spcPts val="0"/>
              </a:spcBef>
              <a:spcAft>
                <a:spcPts val="0"/>
              </a:spcAft>
              <a:buClr>
                <a:schemeClr val="lt1"/>
              </a:buClr>
              <a:buSzPts val="2400"/>
              <a:buNone/>
              <a:defRPr>
                <a:solidFill>
                  <a:schemeClr val="lt1"/>
                </a:solidFill>
              </a:defRPr>
            </a:lvl5pPr>
            <a:lvl6pPr lvl="5" algn="l">
              <a:lnSpc>
                <a:spcPct val="100000"/>
              </a:lnSpc>
              <a:spcBef>
                <a:spcPts val="0"/>
              </a:spcBef>
              <a:spcAft>
                <a:spcPts val="0"/>
              </a:spcAft>
              <a:buClr>
                <a:schemeClr val="lt1"/>
              </a:buClr>
              <a:buSzPts val="2400"/>
              <a:buNone/>
              <a:defRPr>
                <a:solidFill>
                  <a:schemeClr val="lt1"/>
                </a:solidFill>
              </a:defRPr>
            </a:lvl6pPr>
            <a:lvl7pPr lvl="6" algn="l">
              <a:lnSpc>
                <a:spcPct val="100000"/>
              </a:lnSpc>
              <a:spcBef>
                <a:spcPts val="0"/>
              </a:spcBef>
              <a:spcAft>
                <a:spcPts val="0"/>
              </a:spcAft>
              <a:buClr>
                <a:schemeClr val="lt1"/>
              </a:buClr>
              <a:buSzPts val="2400"/>
              <a:buNone/>
              <a:defRPr>
                <a:solidFill>
                  <a:schemeClr val="lt1"/>
                </a:solidFill>
              </a:defRPr>
            </a:lvl7pPr>
            <a:lvl8pPr lvl="7" algn="l">
              <a:lnSpc>
                <a:spcPct val="100000"/>
              </a:lnSpc>
              <a:spcBef>
                <a:spcPts val="0"/>
              </a:spcBef>
              <a:spcAft>
                <a:spcPts val="0"/>
              </a:spcAft>
              <a:buClr>
                <a:schemeClr val="lt1"/>
              </a:buClr>
              <a:buSzPts val="2400"/>
              <a:buNone/>
              <a:defRPr>
                <a:solidFill>
                  <a:schemeClr val="lt1"/>
                </a:solidFill>
              </a:defRPr>
            </a:lvl8pPr>
            <a:lvl9pPr lvl="8" algn="l">
              <a:lnSpc>
                <a:spcPct val="100000"/>
              </a:lnSpc>
              <a:spcBef>
                <a:spcPts val="0"/>
              </a:spcBef>
              <a:spcAft>
                <a:spcPts val="0"/>
              </a:spcAft>
              <a:buClr>
                <a:schemeClr val="lt1"/>
              </a:buClr>
              <a:buSzPts val="2400"/>
              <a:buNone/>
              <a:defRPr>
                <a:solidFill>
                  <a:schemeClr val="lt1"/>
                </a:solidFill>
              </a:defRPr>
            </a:lvl9pPr>
          </a:lstStyle>
          <a:p/>
        </p:txBody>
      </p:sp>
      <p:sp>
        <p:nvSpPr>
          <p:cNvPr id="626" name="Google Shape;626;p89"/>
          <p:cNvSpPr txBox="1"/>
          <p:nvPr>
            <p:ph idx="2" type="title"/>
          </p:nvPr>
        </p:nvSpPr>
        <p:spPr>
          <a:xfrm>
            <a:off x="298725" y="898175"/>
            <a:ext cx="8349900" cy="209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1pPr>
            <a:lvl2pPr lvl="1"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2pPr>
            <a:lvl3pPr lvl="2"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3pPr>
            <a:lvl4pPr lvl="3"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4pPr>
            <a:lvl5pPr lvl="4"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5pPr>
            <a:lvl6pPr lvl="5"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6pPr>
            <a:lvl7pPr lvl="6"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7pPr>
            <a:lvl8pPr lvl="7"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8pPr>
            <a:lvl9pPr lvl="8" algn="l">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9pPr>
          </a:lstStyle>
          <a:p/>
        </p:txBody>
      </p:sp>
      <p:pic>
        <p:nvPicPr>
          <p:cNvPr id="627" name="Google Shape;627;p89"/>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628" name="Google Shape;628;p89"/>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629" name="Google Shape;629;p89"/>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Centered Diagram - Dark">
  <p:cSld name="TITLE_AND_BODY_2_1">
    <p:bg>
      <p:bgPr>
        <a:solidFill>
          <a:schemeClr val="dk2"/>
        </a:solidFill>
      </p:bgPr>
    </p:bg>
    <p:spTree>
      <p:nvGrpSpPr>
        <p:cNvPr id="630" name="Shape 630"/>
        <p:cNvGrpSpPr/>
        <p:nvPr/>
      </p:nvGrpSpPr>
      <p:grpSpPr>
        <a:xfrm>
          <a:off x="0" y="0"/>
          <a:ext cx="0" cy="0"/>
          <a:chOff x="0" y="0"/>
          <a:chExt cx="0" cy="0"/>
        </a:xfrm>
      </p:grpSpPr>
      <p:sp>
        <p:nvSpPr>
          <p:cNvPr id="631" name="Google Shape;631;p90"/>
          <p:cNvSpPr txBox="1"/>
          <p:nvPr>
            <p:ph type="title"/>
          </p:nvPr>
        </p:nvSpPr>
        <p:spPr>
          <a:xfrm>
            <a:off x="298725" y="445025"/>
            <a:ext cx="8349900" cy="4053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lt1"/>
              </a:buClr>
              <a:buSzPts val="2400"/>
              <a:buNone/>
              <a:defRPr>
                <a:solidFill>
                  <a:schemeClr val="lt1"/>
                </a:solidFill>
              </a:defRPr>
            </a:lvl1pPr>
            <a:lvl2pPr lvl="1" algn="ctr">
              <a:lnSpc>
                <a:spcPct val="100000"/>
              </a:lnSpc>
              <a:spcBef>
                <a:spcPts val="0"/>
              </a:spcBef>
              <a:spcAft>
                <a:spcPts val="0"/>
              </a:spcAft>
              <a:buClr>
                <a:schemeClr val="lt1"/>
              </a:buClr>
              <a:buSzPts val="2400"/>
              <a:buNone/>
              <a:defRPr>
                <a:solidFill>
                  <a:schemeClr val="lt1"/>
                </a:solidFill>
              </a:defRPr>
            </a:lvl2pPr>
            <a:lvl3pPr lvl="2" algn="ctr">
              <a:lnSpc>
                <a:spcPct val="100000"/>
              </a:lnSpc>
              <a:spcBef>
                <a:spcPts val="0"/>
              </a:spcBef>
              <a:spcAft>
                <a:spcPts val="0"/>
              </a:spcAft>
              <a:buClr>
                <a:schemeClr val="lt1"/>
              </a:buClr>
              <a:buSzPts val="2400"/>
              <a:buNone/>
              <a:defRPr>
                <a:solidFill>
                  <a:schemeClr val="lt1"/>
                </a:solidFill>
              </a:defRPr>
            </a:lvl3pPr>
            <a:lvl4pPr lvl="3" algn="ctr">
              <a:lnSpc>
                <a:spcPct val="100000"/>
              </a:lnSpc>
              <a:spcBef>
                <a:spcPts val="0"/>
              </a:spcBef>
              <a:spcAft>
                <a:spcPts val="0"/>
              </a:spcAft>
              <a:buClr>
                <a:schemeClr val="lt1"/>
              </a:buClr>
              <a:buSzPts val="2400"/>
              <a:buNone/>
              <a:defRPr>
                <a:solidFill>
                  <a:schemeClr val="lt1"/>
                </a:solidFill>
              </a:defRPr>
            </a:lvl4pPr>
            <a:lvl5pPr lvl="4" algn="ctr">
              <a:lnSpc>
                <a:spcPct val="100000"/>
              </a:lnSpc>
              <a:spcBef>
                <a:spcPts val="0"/>
              </a:spcBef>
              <a:spcAft>
                <a:spcPts val="0"/>
              </a:spcAft>
              <a:buClr>
                <a:schemeClr val="lt1"/>
              </a:buClr>
              <a:buSzPts val="2400"/>
              <a:buNone/>
              <a:defRPr>
                <a:solidFill>
                  <a:schemeClr val="lt1"/>
                </a:solidFill>
              </a:defRPr>
            </a:lvl5pPr>
            <a:lvl6pPr lvl="5" algn="ctr">
              <a:lnSpc>
                <a:spcPct val="100000"/>
              </a:lnSpc>
              <a:spcBef>
                <a:spcPts val="0"/>
              </a:spcBef>
              <a:spcAft>
                <a:spcPts val="0"/>
              </a:spcAft>
              <a:buClr>
                <a:schemeClr val="lt1"/>
              </a:buClr>
              <a:buSzPts val="2400"/>
              <a:buNone/>
              <a:defRPr>
                <a:solidFill>
                  <a:schemeClr val="lt1"/>
                </a:solidFill>
              </a:defRPr>
            </a:lvl6pPr>
            <a:lvl7pPr lvl="6" algn="ctr">
              <a:lnSpc>
                <a:spcPct val="100000"/>
              </a:lnSpc>
              <a:spcBef>
                <a:spcPts val="0"/>
              </a:spcBef>
              <a:spcAft>
                <a:spcPts val="0"/>
              </a:spcAft>
              <a:buClr>
                <a:schemeClr val="lt1"/>
              </a:buClr>
              <a:buSzPts val="2400"/>
              <a:buNone/>
              <a:defRPr>
                <a:solidFill>
                  <a:schemeClr val="lt1"/>
                </a:solidFill>
              </a:defRPr>
            </a:lvl7pPr>
            <a:lvl8pPr lvl="7" algn="ctr">
              <a:lnSpc>
                <a:spcPct val="100000"/>
              </a:lnSpc>
              <a:spcBef>
                <a:spcPts val="0"/>
              </a:spcBef>
              <a:spcAft>
                <a:spcPts val="0"/>
              </a:spcAft>
              <a:buClr>
                <a:schemeClr val="lt1"/>
              </a:buClr>
              <a:buSzPts val="2400"/>
              <a:buNone/>
              <a:defRPr>
                <a:solidFill>
                  <a:schemeClr val="lt1"/>
                </a:solidFill>
              </a:defRPr>
            </a:lvl8pPr>
            <a:lvl9pPr lvl="8" algn="ctr">
              <a:lnSpc>
                <a:spcPct val="100000"/>
              </a:lnSpc>
              <a:spcBef>
                <a:spcPts val="0"/>
              </a:spcBef>
              <a:spcAft>
                <a:spcPts val="0"/>
              </a:spcAft>
              <a:buClr>
                <a:schemeClr val="lt1"/>
              </a:buClr>
              <a:buSzPts val="2400"/>
              <a:buNone/>
              <a:defRPr>
                <a:solidFill>
                  <a:schemeClr val="lt1"/>
                </a:solidFill>
              </a:defRPr>
            </a:lvl9pPr>
          </a:lstStyle>
          <a:p/>
        </p:txBody>
      </p:sp>
      <p:sp>
        <p:nvSpPr>
          <p:cNvPr id="632" name="Google Shape;632;p90"/>
          <p:cNvSpPr txBox="1"/>
          <p:nvPr>
            <p:ph idx="2" type="title"/>
          </p:nvPr>
        </p:nvSpPr>
        <p:spPr>
          <a:xfrm>
            <a:off x="298725" y="898175"/>
            <a:ext cx="8349900" cy="2097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1pPr>
            <a:lvl2pPr lvl="1" algn="ctr">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2pPr>
            <a:lvl3pPr lvl="2" algn="ctr">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3pPr>
            <a:lvl4pPr lvl="3" algn="ctr">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4pPr>
            <a:lvl5pPr lvl="4" algn="ctr">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5pPr>
            <a:lvl6pPr lvl="5" algn="ctr">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6pPr>
            <a:lvl7pPr lvl="6" algn="ctr">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7pPr>
            <a:lvl8pPr lvl="7" algn="ctr">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8pPr>
            <a:lvl9pPr lvl="8" algn="ctr">
              <a:lnSpc>
                <a:spcPct val="100000"/>
              </a:lnSpc>
              <a:spcBef>
                <a:spcPts val="0"/>
              </a:spcBef>
              <a:spcAft>
                <a:spcPts val="0"/>
              </a:spcAft>
              <a:buClr>
                <a:schemeClr val="lt1"/>
              </a:buClr>
              <a:buSzPts val="1400"/>
              <a:buFont typeface="Space Grotesk"/>
              <a:buNone/>
              <a:defRPr sz="1400">
                <a:solidFill>
                  <a:schemeClr val="lt1"/>
                </a:solidFill>
                <a:latin typeface="Space Grotesk"/>
                <a:ea typeface="Space Grotesk"/>
                <a:cs typeface="Space Grotesk"/>
                <a:sym typeface="Space Grotesk"/>
              </a:defRPr>
            </a:lvl9pPr>
          </a:lstStyle>
          <a:p/>
        </p:txBody>
      </p:sp>
      <p:sp>
        <p:nvSpPr>
          <p:cNvPr id="633" name="Google Shape;633;p90"/>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sp>
        <p:nvSpPr>
          <p:cNvPr id="634" name="Google Shape;634;p90"/>
          <p:cNvSpPr/>
          <p:nvPr>
            <p:ph idx="3" type="pic"/>
          </p:nvPr>
        </p:nvSpPr>
        <p:spPr>
          <a:xfrm>
            <a:off x="984600" y="1333825"/>
            <a:ext cx="7174800" cy="3251700"/>
          </a:xfrm>
          <a:prstGeom prst="rect">
            <a:avLst/>
          </a:prstGeom>
          <a:noFill/>
          <a:ln>
            <a:noFill/>
          </a:ln>
        </p:spPr>
      </p:sp>
      <p:pic>
        <p:nvPicPr>
          <p:cNvPr id="635" name="Google Shape;635;p90"/>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636" name="Google Shape;636;p90"/>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Layout - Charts">
  <p:cSld name="TITLE_AND_BODY_1_2_1_1">
    <p:bg>
      <p:bgPr>
        <a:solidFill>
          <a:schemeClr val="lt1"/>
        </a:solidFill>
      </p:bgPr>
    </p:bg>
    <p:spTree>
      <p:nvGrpSpPr>
        <p:cNvPr id="637" name="Shape 637"/>
        <p:cNvGrpSpPr/>
        <p:nvPr/>
      </p:nvGrpSpPr>
      <p:grpSpPr>
        <a:xfrm>
          <a:off x="0" y="0"/>
          <a:ext cx="0" cy="0"/>
          <a:chOff x="0" y="0"/>
          <a:chExt cx="0" cy="0"/>
        </a:xfrm>
      </p:grpSpPr>
      <p:sp>
        <p:nvSpPr>
          <p:cNvPr id="638" name="Google Shape;638;p91"/>
          <p:cNvSpPr/>
          <p:nvPr/>
        </p:nvSpPr>
        <p:spPr>
          <a:xfrm>
            <a:off x="0" y="0"/>
            <a:ext cx="3117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
        <p:nvSpPr>
          <p:cNvPr id="639" name="Google Shape;639;p91"/>
          <p:cNvSpPr txBox="1"/>
          <p:nvPr>
            <p:ph type="title"/>
          </p:nvPr>
        </p:nvSpPr>
        <p:spPr>
          <a:xfrm>
            <a:off x="298725" y="445025"/>
            <a:ext cx="2357100" cy="405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400"/>
              <a:buNone/>
              <a:defRPr>
                <a:solidFill>
                  <a:schemeClr val="lt1"/>
                </a:solidFill>
              </a:defRPr>
            </a:lvl2pPr>
            <a:lvl3pPr lvl="2" algn="l">
              <a:lnSpc>
                <a:spcPct val="100000"/>
              </a:lnSpc>
              <a:spcBef>
                <a:spcPts val="0"/>
              </a:spcBef>
              <a:spcAft>
                <a:spcPts val="0"/>
              </a:spcAft>
              <a:buClr>
                <a:schemeClr val="lt1"/>
              </a:buClr>
              <a:buSzPts val="2400"/>
              <a:buNone/>
              <a:defRPr>
                <a:solidFill>
                  <a:schemeClr val="lt1"/>
                </a:solidFill>
              </a:defRPr>
            </a:lvl3pPr>
            <a:lvl4pPr lvl="3" algn="l">
              <a:lnSpc>
                <a:spcPct val="100000"/>
              </a:lnSpc>
              <a:spcBef>
                <a:spcPts val="0"/>
              </a:spcBef>
              <a:spcAft>
                <a:spcPts val="0"/>
              </a:spcAft>
              <a:buClr>
                <a:schemeClr val="lt1"/>
              </a:buClr>
              <a:buSzPts val="2400"/>
              <a:buNone/>
              <a:defRPr>
                <a:solidFill>
                  <a:schemeClr val="lt1"/>
                </a:solidFill>
              </a:defRPr>
            </a:lvl4pPr>
            <a:lvl5pPr lvl="4" algn="l">
              <a:lnSpc>
                <a:spcPct val="100000"/>
              </a:lnSpc>
              <a:spcBef>
                <a:spcPts val="0"/>
              </a:spcBef>
              <a:spcAft>
                <a:spcPts val="0"/>
              </a:spcAft>
              <a:buClr>
                <a:schemeClr val="lt1"/>
              </a:buClr>
              <a:buSzPts val="2400"/>
              <a:buNone/>
              <a:defRPr>
                <a:solidFill>
                  <a:schemeClr val="lt1"/>
                </a:solidFill>
              </a:defRPr>
            </a:lvl5pPr>
            <a:lvl6pPr lvl="5" algn="l">
              <a:lnSpc>
                <a:spcPct val="100000"/>
              </a:lnSpc>
              <a:spcBef>
                <a:spcPts val="0"/>
              </a:spcBef>
              <a:spcAft>
                <a:spcPts val="0"/>
              </a:spcAft>
              <a:buClr>
                <a:schemeClr val="lt1"/>
              </a:buClr>
              <a:buSzPts val="2400"/>
              <a:buNone/>
              <a:defRPr>
                <a:solidFill>
                  <a:schemeClr val="lt1"/>
                </a:solidFill>
              </a:defRPr>
            </a:lvl6pPr>
            <a:lvl7pPr lvl="6" algn="l">
              <a:lnSpc>
                <a:spcPct val="100000"/>
              </a:lnSpc>
              <a:spcBef>
                <a:spcPts val="0"/>
              </a:spcBef>
              <a:spcAft>
                <a:spcPts val="0"/>
              </a:spcAft>
              <a:buClr>
                <a:schemeClr val="lt1"/>
              </a:buClr>
              <a:buSzPts val="2400"/>
              <a:buNone/>
              <a:defRPr>
                <a:solidFill>
                  <a:schemeClr val="lt1"/>
                </a:solidFill>
              </a:defRPr>
            </a:lvl7pPr>
            <a:lvl8pPr lvl="7" algn="l">
              <a:lnSpc>
                <a:spcPct val="100000"/>
              </a:lnSpc>
              <a:spcBef>
                <a:spcPts val="0"/>
              </a:spcBef>
              <a:spcAft>
                <a:spcPts val="0"/>
              </a:spcAft>
              <a:buClr>
                <a:schemeClr val="lt1"/>
              </a:buClr>
              <a:buSzPts val="2400"/>
              <a:buNone/>
              <a:defRPr>
                <a:solidFill>
                  <a:schemeClr val="lt1"/>
                </a:solidFill>
              </a:defRPr>
            </a:lvl8pPr>
            <a:lvl9pPr lvl="8" algn="l">
              <a:lnSpc>
                <a:spcPct val="100000"/>
              </a:lnSpc>
              <a:spcBef>
                <a:spcPts val="0"/>
              </a:spcBef>
              <a:spcAft>
                <a:spcPts val="0"/>
              </a:spcAft>
              <a:buClr>
                <a:schemeClr val="lt1"/>
              </a:buClr>
              <a:buSzPts val="2400"/>
              <a:buNone/>
              <a:defRPr>
                <a:solidFill>
                  <a:schemeClr val="lt1"/>
                </a:solidFill>
              </a:defRPr>
            </a:lvl9pPr>
          </a:lstStyle>
          <a:p/>
        </p:txBody>
      </p:sp>
      <p:sp>
        <p:nvSpPr>
          <p:cNvPr id="640" name="Google Shape;640;p91"/>
          <p:cNvSpPr txBox="1"/>
          <p:nvPr>
            <p:ph idx="1" type="body"/>
          </p:nvPr>
        </p:nvSpPr>
        <p:spPr>
          <a:xfrm>
            <a:off x="298725" y="1228675"/>
            <a:ext cx="2195400" cy="2883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1pPr>
            <a:lvl2pPr indent="-292100" lvl="1" marL="9144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2pPr>
            <a:lvl3pPr indent="-292100" lvl="2" marL="13716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3pPr>
            <a:lvl4pPr indent="-292100" lvl="3" marL="18288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4pPr>
            <a:lvl5pPr indent="-292100" lvl="4" marL="22860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5pPr>
            <a:lvl6pPr indent="-292100" lvl="5" marL="27432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6pPr>
            <a:lvl7pPr indent="-292100" lvl="6" marL="32004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7pPr>
            <a:lvl8pPr indent="-292100" lvl="7" marL="36576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8pPr>
            <a:lvl9pPr indent="-292100" lvl="8" marL="4114800" algn="l">
              <a:lnSpc>
                <a:spcPct val="115000"/>
              </a:lnSpc>
              <a:spcBef>
                <a:spcPts val="0"/>
              </a:spcBef>
              <a:spcAft>
                <a:spcPts val="0"/>
              </a:spcAft>
              <a:buClr>
                <a:schemeClr val="lt1"/>
              </a:buClr>
              <a:buSzPts val="1000"/>
              <a:buFont typeface="Space Grotesk"/>
              <a:buChar char="■"/>
              <a:defRPr sz="1000">
                <a:solidFill>
                  <a:schemeClr val="lt1"/>
                </a:solidFill>
                <a:latin typeface="Space Grotesk"/>
                <a:ea typeface="Space Grotesk"/>
                <a:cs typeface="Space Grotesk"/>
                <a:sym typeface="Space Grotesk"/>
              </a:defRPr>
            </a:lvl9pPr>
          </a:lstStyle>
          <a:p/>
        </p:txBody>
      </p:sp>
      <p:sp>
        <p:nvSpPr>
          <p:cNvPr id="641" name="Google Shape;641;p91"/>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pic>
        <p:nvPicPr>
          <p:cNvPr id="642" name="Google Shape;642;p91"/>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643" name="Google Shape;643;p91"/>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644" name="Google Shape;644;p91"/>
          <p:cNvSpPr txBox="1"/>
          <p:nvPr>
            <p:ph idx="2" type="body"/>
          </p:nvPr>
        </p:nvSpPr>
        <p:spPr>
          <a:xfrm>
            <a:off x="3421042" y="1228675"/>
            <a:ext cx="5423400" cy="3416400"/>
          </a:xfrm>
          <a:prstGeom prst="rect">
            <a:avLst/>
          </a:prstGeom>
          <a:noFill/>
          <a:ln>
            <a:noFill/>
          </a:ln>
        </p:spPr>
        <p:txBody>
          <a:bodyPr anchorCtr="0" anchor="t" bIns="0" lIns="0" spcFirstLastPara="1" rIns="0" wrap="square" tIns="0">
            <a:noAutofit/>
          </a:bodyPr>
          <a:lstStyle>
            <a:lvl1pPr indent="-304800" lvl="0" marL="4572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1pPr>
            <a:lvl2pPr indent="-304800" lvl="1" marL="9144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2pPr>
            <a:lvl3pPr indent="-304800" lvl="2" marL="13716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3pPr>
            <a:lvl4pPr indent="-304800" lvl="3" marL="18288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4pPr>
            <a:lvl5pPr indent="-304800" lvl="4" marL="22860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5pPr>
            <a:lvl6pPr indent="-304800" lvl="5" marL="27432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6pPr>
            <a:lvl7pPr indent="-304800" lvl="6" marL="32004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7pPr>
            <a:lvl8pPr indent="-304800" lvl="7" marL="36576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8pPr>
            <a:lvl9pPr indent="-304800" lvl="8" marL="4114800" algn="l">
              <a:lnSpc>
                <a:spcPct val="115000"/>
              </a:lnSpc>
              <a:spcBef>
                <a:spcPts val="0"/>
              </a:spcBef>
              <a:spcAft>
                <a:spcPts val="0"/>
              </a:spcAft>
              <a:buSzPts val="1200"/>
              <a:buFont typeface="Space Grotesk"/>
              <a:buChar char="■"/>
              <a:defRPr>
                <a:latin typeface="Space Grotesk"/>
                <a:ea typeface="Space Grotesk"/>
                <a:cs typeface="Space Grotesk"/>
                <a:sym typeface="Space Grotesk"/>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up Stat - White">
  <p:cSld name="CUSTOM">
    <p:spTree>
      <p:nvGrpSpPr>
        <p:cNvPr id="645" name="Shape 645"/>
        <p:cNvGrpSpPr/>
        <p:nvPr/>
      </p:nvGrpSpPr>
      <p:grpSpPr>
        <a:xfrm>
          <a:off x="0" y="0"/>
          <a:ext cx="0" cy="0"/>
          <a:chOff x="0" y="0"/>
          <a:chExt cx="0" cy="0"/>
        </a:xfrm>
      </p:grpSpPr>
      <p:sp>
        <p:nvSpPr>
          <p:cNvPr id="646" name="Google Shape;646;p92"/>
          <p:cNvSpPr/>
          <p:nvPr/>
        </p:nvSpPr>
        <p:spPr>
          <a:xfrm>
            <a:off x="745725" y="1240950"/>
            <a:ext cx="2469000" cy="1254600"/>
          </a:xfrm>
          <a:prstGeom prst="roundRect">
            <a:avLst>
              <a:gd fmla="val 2144"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Grotesk"/>
              <a:ea typeface="Space Grotesk"/>
              <a:cs typeface="Space Grotesk"/>
              <a:sym typeface="Space Grotesk"/>
            </a:endParaRPr>
          </a:p>
        </p:txBody>
      </p:sp>
      <p:sp>
        <p:nvSpPr>
          <p:cNvPr id="647" name="Google Shape;647;p92"/>
          <p:cNvSpPr/>
          <p:nvPr/>
        </p:nvSpPr>
        <p:spPr>
          <a:xfrm>
            <a:off x="3337500" y="1240950"/>
            <a:ext cx="2469000" cy="1254600"/>
          </a:xfrm>
          <a:prstGeom prst="roundRect">
            <a:avLst>
              <a:gd fmla="val 2144"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Grotesk"/>
              <a:ea typeface="Space Grotesk"/>
              <a:cs typeface="Space Grotesk"/>
              <a:sym typeface="Space Grotesk"/>
            </a:endParaRPr>
          </a:p>
        </p:txBody>
      </p:sp>
      <p:sp>
        <p:nvSpPr>
          <p:cNvPr id="648" name="Google Shape;648;p92"/>
          <p:cNvSpPr/>
          <p:nvPr/>
        </p:nvSpPr>
        <p:spPr>
          <a:xfrm>
            <a:off x="5929275" y="1240950"/>
            <a:ext cx="2469000" cy="1254600"/>
          </a:xfrm>
          <a:prstGeom prst="roundRect">
            <a:avLst>
              <a:gd fmla="val 2144"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Grotesk"/>
              <a:ea typeface="Space Grotesk"/>
              <a:cs typeface="Space Grotesk"/>
              <a:sym typeface="Space Grotesk"/>
            </a:endParaRPr>
          </a:p>
        </p:txBody>
      </p:sp>
      <p:sp>
        <p:nvSpPr>
          <p:cNvPr id="649" name="Google Shape;649;p92"/>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rgbClr val="B9C2C6"/>
                </a:solidFill>
                <a:latin typeface="Space Grotesk"/>
                <a:ea typeface="Space Grotesk"/>
                <a:cs typeface="Space Grotesk"/>
                <a:sym typeface="Space Grotesk"/>
              </a:rPr>
              <a:t>ⓒ 2024 Redis Ltd. All rights reserved.</a:t>
            </a:r>
            <a:endParaRPr b="0" i="0" sz="1300" u="none" cap="none" strike="noStrike">
              <a:solidFill>
                <a:srgbClr val="B9C2C6"/>
              </a:solidFill>
              <a:latin typeface="Space Grotesk"/>
              <a:ea typeface="Space Grotesk"/>
              <a:cs typeface="Space Grotesk"/>
              <a:sym typeface="Space Grotesk"/>
            </a:endParaRPr>
          </a:p>
        </p:txBody>
      </p:sp>
      <p:pic>
        <p:nvPicPr>
          <p:cNvPr id="650" name="Google Shape;650;p92"/>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up Stat - Dark">
  <p:cSld name="CUSTOM_1">
    <p:bg>
      <p:bgPr>
        <a:solidFill>
          <a:schemeClr val="dk2"/>
        </a:solidFill>
      </p:bgPr>
    </p:bg>
    <p:spTree>
      <p:nvGrpSpPr>
        <p:cNvPr id="651" name="Shape 651"/>
        <p:cNvGrpSpPr/>
        <p:nvPr/>
      </p:nvGrpSpPr>
      <p:grpSpPr>
        <a:xfrm>
          <a:off x="0" y="0"/>
          <a:ext cx="0" cy="0"/>
          <a:chOff x="0" y="0"/>
          <a:chExt cx="0" cy="0"/>
        </a:xfrm>
      </p:grpSpPr>
      <p:sp>
        <p:nvSpPr>
          <p:cNvPr id="652" name="Google Shape;652;p93"/>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rgbClr val="B9C2C6"/>
                </a:solidFill>
                <a:latin typeface="Space Grotesk"/>
                <a:ea typeface="Space Grotesk"/>
                <a:cs typeface="Space Grotesk"/>
                <a:sym typeface="Space Grotesk"/>
              </a:rPr>
              <a:t>ⓒ 2024 Redis Ltd. All rights reserved.</a:t>
            </a:r>
            <a:endParaRPr b="0" i="0" sz="1300" u="none" cap="none" strike="noStrike">
              <a:solidFill>
                <a:srgbClr val="B9C2C6"/>
              </a:solidFill>
              <a:latin typeface="Space Grotesk"/>
              <a:ea typeface="Space Grotesk"/>
              <a:cs typeface="Space Grotesk"/>
              <a:sym typeface="Space Grotesk"/>
            </a:endParaRPr>
          </a:p>
        </p:txBody>
      </p:sp>
      <p:pic>
        <p:nvPicPr>
          <p:cNvPr id="653" name="Google Shape;653;p93"/>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654" name="Google Shape;654;p93"/>
          <p:cNvSpPr/>
          <p:nvPr/>
        </p:nvSpPr>
        <p:spPr>
          <a:xfrm>
            <a:off x="745725" y="1298100"/>
            <a:ext cx="2469000" cy="1254600"/>
          </a:xfrm>
          <a:prstGeom prst="roundRect">
            <a:avLst>
              <a:gd fmla="val 2144" name="adj"/>
            </a:avLst>
          </a:prstGeom>
          <a:solidFill>
            <a:srgbClr val="2D475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Grotesk"/>
              <a:ea typeface="Space Grotesk"/>
              <a:cs typeface="Space Grotesk"/>
              <a:sym typeface="Space Grotesk"/>
            </a:endParaRPr>
          </a:p>
        </p:txBody>
      </p:sp>
      <p:sp>
        <p:nvSpPr>
          <p:cNvPr id="655" name="Google Shape;655;p93"/>
          <p:cNvSpPr/>
          <p:nvPr/>
        </p:nvSpPr>
        <p:spPr>
          <a:xfrm>
            <a:off x="3337500" y="1298100"/>
            <a:ext cx="2469000" cy="1254600"/>
          </a:xfrm>
          <a:prstGeom prst="roundRect">
            <a:avLst>
              <a:gd fmla="val 2144" name="adj"/>
            </a:avLst>
          </a:prstGeom>
          <a:solidFill>
            <a:srgbClr val="2D475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Grotesk"/>
              <a:ea typeface="Space Grotesk"/>
              <a:cs typeface="Space Grotesk"/>
              <a:sym typeface="Space Grotesk"/>
            </a:endParaRPr>
          </a:p>
        </p:txBody>
      </p:sp>
      <p:sp>
        <p:nvSpPr>
          <p:cNvPr id="656" name="Google Shape;656;p93"/>
          <p:cNvSpPr/>
          <p:nvPr/>
        </p:nvSpPr>
        <p:spPr>
          <a:xfrm>
            <a:off x="5929275" y="1298100"/>
            <a:ext cx="2469000" cy="1254600"/>
          </a:xfrm>
          <a:prstGeom prst="roundRect">
            <a:avLst>
              <a:gd fmla="val 2144" name="adj"/>
            </a:avLst>
          </a:prstGeom>
          <a:solidFill>
            <a:srgbClr val="2D475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Grotesk"/>
              <a:ea typeface="Space Grotesk"/>
              <a:cs typeface="Space Grotesk"/>
              <a:sym typeface="Space Grotesk"/>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up Stat Tall - Dark">
  <p:cSld name="CUSTOM_1_1">
    <p:bg>
      <p:bgPr>
        <a:solidFill>
          <a:schemeClr val="dk2"/>
        </a:solidFill>
      </p:bgPr>
    </p:bg>
    <p:spTree>
      <p:nvGrpSpPr>
        <p:cNvPr id="657" name="Shape 657"/>
        <p:cNvGrpSpPr/>
        <p:nvPr/>
      </p:nvGrpSpPr>
      <p:grpSpPr>
        <a:xfrm>
          <a:off x="0" y="0"/>
          <a:ext cx="0" cy="0"/>
          <a:chOff x="0" y="0"/>
          <a:chExt cx="0" cy="0"/>
        </a:xfrm>
      </p:grpSpPr>
      <p:sp>
        <p:nvSpPr>
          <p:cNvPr id="658" name="Google Shape;658;p94"/>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rgbClr val="B9C2C6"/>
                </a:solidFill>
                <a:latin typeface="Space Grotesk"/>
                <a:ea typeface="Space Grotesk"/>
                <a:cs typeface="Space Grotesk"/>
                <a:sym typeface="Space Grotesk"/>
              </a:rPr>
              <a:t>ⓒ 2024 Redis Ltd. All rights reserved.</a:t>
            </a:r>
            <a:endParaRPr b="0" i="0" sz="1300" u="none" cap="none" strike="noStrike">
              <a:solidFill>
                <a:srgbClr val="B9C2C6"/>
              </a:solidFill>
              <a:latin typeface="Space Grotesk"/>
              <a:ea typeface="Space Grotesk"/>
              <a:cs typeface="Space Grotesk"/>
              <a:sym typeface="Space Grotesk"/>
            </a:endParaRPr>
          </a:p>
        </p:txBody>
      </p:sp>
      <p:pic>
        <p:nvPicPr>
          <p:cNvPr id="659" name="Google Shape;659;p94"/>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660" name="Google Shape;660;p94"/>
          <p:cNvSpPr/>
          <p:nvPr/>
        </p:nvSpPr>
        <p:spPr>
          <a:xfrm>
            <a:off x="1060850" y="1857100"/>
            <a:ext cx="2210400" cy="1984500"/>
          </a:xfrm>
          <a:prstGeom prst="roundRect">
            <a:avLst>
              <a:gd fmla="val 2124" name="adj"/>
            </a:avLst>
          </a:prstGeom>
          <a:solidFill>
            <a:srgbClr val="2D4754"/>
          </a:solidFill>
          <a:ln cap="flat" cmpd="sng" w="9525">
            <a:solidFill>
              <a:srgbClr val="8A9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cxnSp>
        <p:nvCxnSpPr>
          <p:cNvPr id="661" name="Google Shape;661;p94"/>
          <p:cNvCxnSpPr/>
          <p:nvPr/>
        </p:nvCxnSpPr>
        <p:spPr>
          <a:xfrm>
            <a:off x="1060850" y="2158200"/>
            <a:ext cx="2207400" cy="0"/>
          </a:xfrm>
          <a:prstGeom prst="straightConnector1">
            <a:avLst/>
          </a:prstGeom>
          <a:noFill/>
          <a:ln cap="flat" cmpd="sng" w="9525">
            <a:solidFill>
              <a:srgbClr val="8A99A0"/>
            </a:solidFill>
            <a:prstDash val="solid"/>
            <a:round/>
            <a:headEnd len="sm" w="sm" type="none"/>
            <a:tailEnd len="sm" w="sm" type="none"/>
          </a:ln>
        </p:spPr>
      </p:cxnSp>
      <p:sp>
        <p:nvSpPr>
          <p:cNvPr id="662" name="Google Shape;662;p94"/>
          <p:cNvSpPr/>
          <p:nvPr/>
        </p:nvSpPr>
        <p:spPr>
          <a:xfrm>
            <a:off x="1205938" y="1963300"/>
            <a:ext cx="89100" cy="888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
        <p:nvSpPr>
          <p:cNvPr id="663" name="Google Shape;663;p94"/>
          <p:cNvSpPr/>
          <p:nvPr/>
        </p:nvSpPr>
        <p:spPr>
          <a:xfrm>
            <a:off x="3466800" y="1857100"/>
            <a:ext cx="2210400" cy="1984500"/>
          </a:xfrm>
          <a:prstGeom prst="roundRect">
            <a:avLst>
              <a:gd fmla="val 2124" name="adj"/>
            </a:avLst>
          </a:prstGeom>
          <a:solidFill>
            <a:srgbClr val="2D4754"/>
          </a:solidFill>
          <a:ln cap="flat" cmpd="sng" w="9525">
            <a:solidFill>
              <a:srgbClr val="8A9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cxnSp>
        <p:nvCxnSpPr>
          <p:cNvPr id="664" name="Google Shape;664;p94"/>
          <p:cNvCxnSpPr/>
          <p:nvPr/>
        </p:nvCxnSpPr>
        <p:spPr>
          <a:xfrm>
            <a:off x="3466800" y="2158200"/>
            <a:ext cx="2207400" cy="0"/>
          </a:xfrm>
          <a:prstGeom prst="straightConnector1">
            <a:avLst/>
          </a:prstGeom>
          <a:noFill/>
          <a:ln cap="flat" cmpd="sng" w="9525">
            <a:solidFill>
              <a:srgbClr val="8A99A0"/>
            </a:solidFill>
            <a:prstDash val="solid"/>
            <a:round/>
            <a:headEnd len="sm" w="sm" type="none"/>
            <a:tailEnd len="sm" w="sm" type="none"/>
          </a:ln>
        </p:spPr>
      </p:cxnSp>
      <p:sp>
        <p:nvSpPr>
          <p:cNvPr id="665" name="Google Shape;665;p94"/>
          <p:cNvSpPr/>
          <p:nvPr/>
        </p:nvSpPr>
        <p:spPr>
          <a:xfrm>
            <a:off x="3611888" y="1963300"/>
            <a:ext cx="89100" cy="888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
        <p:nvSpPr>
          <p:cNvPr id="666" name="Google Shape;666;p94"/>
          <p:cNvSpPr/>
          <p:nvPr/>
        </p:nvSpPr>
        <p:spPr>
          <a:xfrm>
            <a:off x="5872750" y="1857100"/>
            <a:ext cx="2210400" cy="1984500"/>
          </a:xfrm>
          <a:prstGeom prst="roundRect">
            <a:avLst>
              <a:gd fmla="val 2124" name="adj"/>
            </a:avLst>
          </a:prstGeom>
          <a:solidFill>
            <a:srgbClr val="2D4754"/>
          </a:solidFill>
          <a:ln cap="flat" cmpd="sng" w="9525">
            <a:solidFill>
              <a:srgbClr val="8A9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cxnSp>
        <p:nvCxnSpPr>
          <p:cNvPr id="667" name="Google Shape;667;p94"/>
          <p:cNvCxnSpPr/>
          <p:nvPr/>
        </p:nvCxnSpPr>
        <p:spPr>
          <a:xfrm>
            <a:off x="5872750" y="2158200"/>
            <a:ext cx="2207400" cy="0"/>
          </a:xfrm>
          <a:prstGeom prst="straightConnector1">
            <a:avLst/>
          </a:prstGeom>
          <a:noFill/>
          <a:ln cap="flat" cmpd="sng" w="9525">
            <a:solidFill>
              <a:srgbClr val="8A99A0"/>
            </a:solidFill>
            <a:prstDash val="solid"/>
            <a:round/>
            <a:headEnd len="sm" w="sm" type="none"/>
            <a:tailEnd len="sm" w="sm" type="none"/>
          </a:ln>
        </p:spPr>
      </p:cxnSp>
      <p:sp>
        <p:nvSpPr>
          <p:cNvPr id="668" name="Google Shape;668;p94"/>
          <p:cNvSpPr/>
          <p:nvPr/>
        </p:nvSpPr>
        <p:spPr>
          <a:xfrm>
            <a:off x="6017838" y="1963300"/>
            <a:ext cx="89100" cy="888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p:cSld name="TITLE_AND_BODY_1_2_1">
    <p:bg>
      <p:bgPr>
        <a:solidFill>
          <a:schemeClr val="lt1"/>
        </a:solidFill>
      </p:bgPr>
    </p:bg>
    <p:spTree>
      <p:nvGrpSpPr>
        <p:cNvPr id="669" name="Shape 669"/>
        <p:cNvGrpSpPr/>
        <p:nvPr/>
      </p:nvGrpSpPr>
      <p:grpSpPr>
        <a:xfrm>
          <a:off x="0" y="0"/>
          <a:ext cx="0" cy="0"/>
          <a:chOff x="0" y="0"/>
          <a:chExt cx="0" cy="0"/>
        </a:xfrm>
      </p:grpSpPr>
      <p:sp>
        <p:nvSpPr>
          <p:cNvPr id="670" name="Google Shape;670;p95"/>
          <p:cNvSpPr txBox="1"/>
          <p:nvPr>
            <p:ph idx="1" type="body"/>
          </p:nvPr>
        </p:nvSpPr>
        <p:spPr>
          <a:xfrm>
            <a:off x="292225" y="1246675"/>
            <a:ext cx="3335400" cy="10287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Font typeface="Space Grotesk"/>
              <a:buChar char="●"/>
              <a:defRPr sz="900">
                <a:latin typeface="Space Grotesk"/>
                <a:ea typeface="Space Grotesk"/>
                <a:cs typeface="Space Grotesk"/>
                <a:sym typeface="Space Grotesk"/>
              </a:defRPr>
            </a:lvl1pPr>
            <a:lvl2pPr indent="-285750" lvl="1" marL="914400" algn="l">
              <a:lnSpc>
                <a:spcPct val="115000"/>
              </a:lnSpc>
              <a:spcBef>
                <a:spcPts val="0"/>
              </a:spcBef>
              <a:spcAft>
                <a:spcPts val="0"/>
              </a:spcAft>
              <a:buSzPts val="900"/>
              <a:buFont typeface="Space Grotesk"/>
              <a:buChar char="○"/>
              <a:defRPr sz="900">
                <a:latin typeface="Space Grotesk"/>
                <a:ea typeface="Space Grotesk"/>
                <a:cs typeface="Space Grotesk"/>
                <a:sym typeface="Space Grotesk"/>
              </a:defRPr>
            </a:lvl2pPr>
            <a:lvl3pPr indent="-285750" lvl="2" marL="1371600" algn="l">
              <a:lnSpc>
                <a:spcPct val="115000"/>
              </a:lnSpc>
              <a:spcBef>
                <a:spcPts val="0"/>
              </a:spcBef>
              <a:spcAft>
                <a:spcPts val="0"/>
              </a:spcAft>
              <a:buSzPts val="900"/>
              <a:buFont typeface="Space Grotesk"/>
              <a:buChar char="■"/>
              <a:defRPr sz="900">
                <a:latin typeface="Space Grotesk"/>
                <a:ea typeface="Space Grotesk"/>
                <a:cs typeface="Space Grotesk"/>
                <a:sym typeface="Space Grotesk"/>
              </a:defRPr>
            </a:lvl3pPr>
            <a:lvl4pPr indent="-285750" lvl="3" marL="1828800" algn="l">
              <a:lnSpc>
                <a:spcPct val="115000"/>
              </a:lnSpc>
              <a:spcBef>
                <a:spcPts val="0"/>
              </a:spcBef>
              <a:spcAft>
                <a:spcPts val="0"/>
              </a:spcAft>
              <a:buSzPts val="900"/>
              <a:buFont typeface="Space Grotesk"/>
              <a:buChar char="●"/>
              <a:defRPr sz="900">
                <a:latin typeface="Space Grotesk"/>
                <a:ea typeface="Space Grotesk"/>
                <a:cs typeface="Space Grotesk"/>
                <a:sym typeface="Space Grotesk"/>
              </a:defRPr>
            </a:lvl4pPr>
            <a:lvl5pPr indent="-285750" lvl="4" marL="2286000" algn="l">
              <a:lnSpc>
                <a:spcPct val="115000"/>
              </a:lnSpc>
              <a:spcBef>
                <a:spcPts val="0"/>
              </a:spcBef>
              <a:spcAft>
                <a:spcPts val="0"/>
              </a:spcAft>
              <a:buSzPts val="900"/>
              <a:buFont typeface="Space Grotesk"/>
              <a:buChar char="○"/>
              <a:defRPr sz="900">
                <a:latin typeface="Space Grotesk"/>
                <a:ea typeface="Space Grotesk"/>
                <a:cs typeface="Space Grotesk"/>
                <a:sym typeface="Space Grotesk"/>
              </a:defRPr>
            </a:lvl5pPr>
            <a:lvl6pPr indent="-285750" lvl="5" marL="2743200" algn="l">
              <a:lnSpc>
                <a:spcPct val="115000"/>
              </a:lnSpc>
              <a:spcBef>
                <a:spcPts val="0"/>
              </a:spcBef>
              <a:spcAft>
                <a:spcPts val="0"/>
              </a:spcAft>
              <a:buSzPts val="900"/>
              <a:buFont typeface="Space Grotesk"/>
              <a:buChar char="■"/>
              <a:defRPr sz="900">
                <a:latin typeface="Space Grotesk"/>
                <a:ea typeface="Space Grotesk"/>
                <a:cs typeface="Space Grotesk"/>
                <a:sym typeface="Space Grotesk"/>
              </a:defRPr>
            </a:lvl6pPr>
            <a:lvl7pPr indent="-285750" lvl="6" marL="3200400" algn="l">
              <a:lnSpc>
                <a:spcPct val="115000"/>
              </a:lnSpc>
              <a:spcBef>
                <a:spcPts val="0"/>
              </a:spcBef>
              <a:spcAft>
                <a:spcPts val="0"/>
              </a:spcAft>
              <a:buSzPts val="900"/>
              <a:buFont typeface="Space Grotesk"/>
              <a:buChar char="●"/>
              <a:defRPr sz="900">
                <a:latin typeface="Space Grotesk"/>
                <a:ea typeface="Space Grotesk"/>
                <a:cs typeface="Space Grotesk"/>
                <a:sym typeface="Space Grotesk"/>
              </a:defRPr>
            </a:lvl7pPr>
            <a:lvl8pPr indent="-285750" lvl="7" marL="3657600" algn="l">
              <a:lnSpc>
                <a:spcPct val="115000"/>
              </a:lnSpc>
              <a:spcBef>
                <a:spcPts val="0"/>
              </a:spcBef>
              <a:spcAft>
                <a:spcPts val="0"/>
              </a:spcAft>
              <a:buSzPts val="900"/>
              <a:buFont typeface="Space Grotesk"/>
              <a:buChar char="○"/>
              <a:defRPr sz="900">
                <a:latin typeface="Space Grotesk"/>
                <a:ea typeface="Space Grotesk"/>
                <a:cs typeface="Space Grotesk"/>
                <a:sym typeface="Space Grotesk"/>
              </a:defRPr>
            </a:lvl8pPr>
            <a:lvl9pPr indent="-285750" lvl="8" marL="4114800" algn="l">
              <a:lnSpc>
                <a:spcPct val="115000"/>
              </a:lnSpc>
              <a:spcBef>
                <a:spcPts val="0"/>
              </a:spcBef>
              <a:spcAft>
                <a:spcPts val="0"/>
              </a:spcAft>
              <a:buSzPts val="900"/>
              <a:buFont typeface="Space Grotesk"/>
              <a:buChar char="■"/>
              <a:defRPr sz="900">
                <a:latin typeface="Space Grotesk"/>
                <a:ea typeface="Space Grotesk"/>
                <a:cs typeface="Space Grotesk"/>
                <a:sym typeface="Space Grotesk"/>
              </a:defRPr>
            </a:lvl9pPr>
          </a:lstStyle>
          <a:p/>
        </p:txBody>
      </p:sp>
      <p:sp>
        <p:nvSpPr>
          <p:cNvPr id="671" name="Google Shape;671;p95"/>
          <p:cNvSpPr/>
          <p:nvPr/>
        </p:nvSpPr>
        <p:spPr>
          <a:xfrm>
            <a:off x="6425725" y="0"/>
            <a:ext cx="2718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
        <p:nvSpPr>
          <p:cNvPr id="672" name="Google Shape;672;p95"/>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rgbClr val="B9C2C6"/>
                </a:solidFill>
                <a:latin typeface="Space Grotesk"/>
                <a:ea typeface="Space Grotesk"/>
                <a:cs typeface="Space Grotesk"/>
                <a:sym typeface="Space Grotesk"/>
              </a:rPr>
              <a:t>ⓒ 2024 Redis Ltd. All rights reserved.</a:t>
            </a:r>
            <a:endParaRPr b="0" i="0" sz="1300" u="none" cap="none" strike="noStrike">
              <a:solidFill>
                <a:srgbClr val="B9C2C6"/>
              </a:solidFill>
              <a:latin typeface="Space Grotesk"/>
              <a:ea typeface="Space Grotesk"/>
              <a:cs typeface="Space Grotesk"/>
              <a:sym typeface="Space Grotesk"/>
            </a:endParaRPr>
          </a:p>
        </p:txBody>
      </p:sp>
      <p:sp>
        <p:nvSpPr>
          <p:cNvPr id="673" name="Google Shape;673;p95"/>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pic>
        <p:nvPicPr>
          <p:cNvPr id="674" name="Google Shape;674;p95"/>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675" name="Google Shape;675;p95"/>
          <p:cNvSpPr txBox="1"/>
          <p:nvPr>
            <p:ph idx="2" type="body"/>
          </p:nvPr>
        </p:nvSpPr>
        <p:spPr>
          <a:xfrm>
            <a:off x="6687175" y="2562700"/>
            <a:ext cx="2195400" cy="1950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chemeClr val="lt1"/>
              </a:buClr>
              <a:buSzPts val="900"/>
              <a:buFont typeface="Space Grotesk"/>
              <a:buChar char="●"/>
              <a:defRPr sz="900">
                <a:solidFill>
                  <a:schemeClr val="lt1"/>
                </a:solidFill>
                <a:latin typeface="Space Grotesk"/>
                <a:ea typeface="Space Grotesk"/>
                <a:cs typeface="Space Grotesk"/>
                <a:sym typeface="Space Grotesk"/>
              </a:defRPr>
            </a:lvl1pPr>
            <a:lvl2pPr indent="-285750" lvl="1" marL="914400" algn="l">
              <a:lnSpc>
                <a:spcPct val="115000"/>
              </a:lnSpc>
              <a:spcBef>
                <a:spcPts val="0"/>
              </a:spcBef>
              <a:spcAft>
                <a:spcPts val="0"/>
              </a:spcAft>
              <a:buClr>
                <a:schemeClr val="lt1"/>
              </a:buClr>
              <a:buSzPts val="900"/>
              <a:buFont typeface="Space Grotesk"/>
              <a:buChar char="○"/>
              <a:defRPr sz="900">
                <a:solidFill>
                  <a:schemeClr val="lt1"/>
                </a:solidFill>
                <a:latin typeface="Space Grotesk"/>
                <a:ea typeface="Space Grotesk"/>
                <a:cs typeface="Space Grotesk"/>
                <a:sym typeface="Space Grotesk"/>
              </a:defRPr>
            </a:lvl2pPr>
            <a:lvl3pPr indent="-285750" lvl="2" marL="1371600" algn="l">
              <a:lnSpc>
                <a:spcPct val="115000"/>
              </a:lnSpc>
              <a:spcBef>
                <a:spcPts val="0"/>
              </a:spcBef>
              <a:spcAft>
                <a:spcPts val="0"/>
              </a:spcAft>
              <a:buClr>
                <a:schemeClr val="lt1"/>
              </a:buClr>
              <a:buSzPts val="900"/>
              <a:buFont typeface="Space Grotesk"/>
              <a:buChar char="■"/>
              <a:defRPr sz="900">
                <a:solidFill>
                  <a:schemeClr val="lt1"/>
                </a:solidFill>
                <a:latin typeface="Space Grotesk"/>
                <a:ea typeface="Space Grotesk"/>
                <a:cs typeface="Space Grotesk"/>
                <a:sym typeface="Space Grotesk"/>
              </a:defRPr>
            </a:lvl3pPr>
            <a:lvl4pPr indent="-285750" lvl="3" marL="1828800" algn="l">
              <a:lnSpc>
                <a:spcPct val="115000"/>
              </a:lnSpc>
              <a:spcBef>
                <a:spcPts val="0"/>
              </a:spcBef>
              <a:spcAft>
                <a:spcPts val="0"/>
              </a:spcAft>
              <a:buClr>
                <a:schemeClr val="lt1"/>
              </a:buClr>
              <a:buSzPts val="900"/>
              <a:buFont typeface="Space Grotesk"/>
              <a:buChar char="●"/>
              <a:defRPr sz="900">
                <a:solidFill>
                  <a:schemeClr val="lt1"/>
                </a:solidFill>
                <a:latin typeface="Space Grotesk"/>
                <a:ea typeface="Space Grotesk"/>
                <a:cs typeface="Space Grotesk"/>
                <a:sym typeface="Space Grotesk"/>
              </a:defRPr>
            </a:lvl4pPr>
            <a:lvl5pPr indent="-285750" lvl="4" marL="2286000" algn="l">
              <a:lnSpc>
                <a:spcPct val="115000"/>
              </a:lnSpc>
              <a:spcBef>
                <a:spcPts val="0"/>
              </a:spcBef>
              <a:spcAft>
                <a:spcPts val="0"/>
              </a:spcAft>
              <a:buClr>
                <a:schemeClr val="lt1"/>
              </a:buClr>
              <a:buSzPts val="900"/>
              <a:buFont typeface="Space Grotesk"/>
              <a:buChar char="○"/>
              <a:defRPr sz="900">
                <a:solidFill>
                  <a:schemeClr val="lt1"/>
                </a:solidFill>
                <a:latin typeface="Space Grotesk"/>
                <a:ea typeface="Space Grotesk"/>
                <a:cs typeface="Space Grotesk"/>
                <a:sym typeface="Space Grotesk"/>
              </a:defRPr>
            </a:lvl5pPr>
            <a:lvl6pPr indent="-285750" lvl="5" marL="2743200" algn="l">
              <a:lnSpc>
                <a:spcPct val="115000"/>
              </a:lnSpc>
              <a:spcBef>
                <a:spcPts val="0"/>
              </a:spcBef>
              <a:spcAft>
                <a:spcPts val="0"/>
              </a:spcAft>
              <a:buClr>
                <a:schemeClr val="lt1"/>
              </a:buClr>
              <a:buSzPts val="900"/>
              <a:buFont typeface="Space Grotesk"/>
              <a:buChar char="■"/>
              <a:defRPr sz="900">
                <a:solidFill>
                  <a:schemeClr val="lt1"/>
                </a:solidFill>
                <a:latin typeface="Space Grotesk"/>
                <a:ea typeface="Space Grotesk"/>
                <a:cs typeface="Space Grotesk"/>
                <a:sym typeface="Space Grotesk"/>
              </a:defRPr>
            </a:lvl6pPr>
            <a:lvl7pPr indent="-285750" lvl="6" marL="3200400" algn="l">
              <a:lnSpc>
                <a:spcPct val="115000"/>
              </a:lnSpc>
              <a:spcBef>
                <a:spcPts val="0"/>
              </a:spcBef>
              <a:spcAft>
                <a:spcPts val="0"/>
              </a:spcAft>
              <a:buClr>
                <a:schemeClr val="lt1"/>
              </a:buClr>
              <a:buSzPts val="900"/>
              <a:buFont typeface="Space Grotesk"/>
              <a:buChar char="●"/>
              <a:defRPr sz="900">
                <a:solidFill>
                  <a:schemeClr val="lt1"/>
                </a:solidFill>
                <a:latin typeface="Space Grotesk"/>
                <a:ea typeface="Space Grotesk"/>
                <a:cs typeface="Space Grotesk"/>
                <a:sym typeface="Space Grotesk"/>
              </a:defRPr>
            </a:lvl7pPr>
            <a:lvl8pPr indent="-285750" lvl="7" marL="3657600" algn="l">
              <a:lnSpc>
                <a:spcPct val="115000"/>
              </a:lnSpc>
              <a:spcBef>
                <a:spcPts val="0"/>
              </a:spcBef>
              <a:spcAft>
                <a:spcPts val="0"/>
              </a:spcAft>
              <a:buClr>
                <a:schemeClr val="lt1"/>
              </a:buClr>
              <a:buSzPts val="900"/>
              <a:buFont typeface="Space Grotesk"/>
              <a:buChar char="○"/>
              <a:defRPr sz="900">
                <a:solidFill>
                  <a:schemeClr val="lt1"/>
                </a:solidFill>
                <a:latin typeface="Space Grotesk"/>
                <a:ea typeface="Space Grotesk"/>
                <a:cs typeface="Space Grotesk"/>
                <a:sym typeface="Space Grotesk"/>
              </a:defRPr>
            </a:lvl8pPr>
            <a:lvl9pPr indent="-285750" lvl="8" marL="4114800" algn="l">
              <a:lnSpc>
                <a:spcPct val="115000"/>
              </a:lnSpc>
              <a:spcBef>
                <a:spcPts val="0"/>
              </a:spcBef>
              <a:spcAft>
                <a:spcPts val="0"/>
              </a:spcAft>
              <a:buClr>
                <a:schemeClr val="lt1"/>
              </a:buClr>
              <a:buSzPts val="900"/>
              <a:buFont typeface="Space Grotesk"/>
              <a:buChar char="■"/>
              <a:defRPr sz="900">
                <a:solidFill>
                  <a:schemeClr val="lt1"/>
                </a:solidFill>
                <a:latin typeface="Space Grotesk"/>
                <a:ea typeface="Space Grotesk"/>
                <a:cs typeface="Space Grotesk"/>
                <a:sym typeface="Space Grotesk"/>
              </a:defRPr>
            </a:lvl9pPr>
          </a:lstStyle>
          <a:p/>
        </p:txBody>
      </p:sp>
      <p:sp>
        <p:nvSpPr>
          <p:cNvPr id="676" name="Google Shape;676;p95"/>
          <p:cNvSpPr txBox="1"/>
          <p:nvPr/>
        </p:nvSpPr>
        <p:spPr>
          <a:xfrm>
            <a:off x="298724" y="3177450"/>
            <a:ext cx="1332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91A23"/>
                </a:solidFill>
                <a:latin typeface="Space Grotesk Medium"/>
                <a:ea typeface="Space Grotesk Medium"/>
                <a:cs typeface="Space Grotesk Medium"/>
                <a:sym typeface="Space Grotesk Medium"/>
              </a:rPr>
              <a:t>Challenge</a:t>
            </a:r>
            <a:endParaRPr b="0" i="0" sz="900" u="none" cap="none" strike="noStrike">
              <a:solidFill>
                <a:srgbClr val="091A23"/>
              </a:solidFill>
              <a:latin typeface="Space Grotesk Medium"/>
              <a:ea typeface="Space Grotesk Medium"/>
              <a:cs typeface="Space Grotesk Medium"/>
              <a:sym typeface="Space Grotesk Medium"/>
            </a:endParaRPr>
          </a:p>
        </p:txBody>
      </p:sp>
      <p:sp>
        <p:nvSpPr>
          <p:cNvPr id="677" name="Google Shape;677;p95"/>
          <p:cNvSpPr txBox="1"/>
          <p:nvPr/>
        </p:nvSpPr>
        <p:spPr>
          <a:xfrm>
            <a:off x="2295374" y="3177450"/>
            <a:ext cx="1332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91A23"/>
                </a:solidFill>
                <a:latin typeface="Space Grotesk Medium"/>
                <a:ea typeface="Space Grotesk Medium"/>
                <a:cs typeface="Space Grotesk Medium"/>
                <a:sym typeface="Space Grotesk Medium"/>
              </a:rPr>
              <a:t>Solution</a:t>
            </a:r>
            <a:endParaRPr b="0" i="0" sz="900" u="none" cap="none" strike="noStrike">
              <a:solidFill>
                <a:srgbClr val="091A23"/>
              </a:solidFill>
              <a:latin typeface="Space Grotesk Medium"/>
              <a:ea typeface="Space Grotesk Medium"/>
              <a:cs typeface="Space Grotesk Medium"/>
              <a:sym typeface="Space Grotesk Medium"/>
            </a:endParaRPr>
          </a:p>
        </p:txBody>
      </p:sp>
      <p:sp>
        <p:nvSpPr>
          <p:cNvPr id="678" name="Google Shape;678;p95"/>
          <p:cNvSpPr txBox="1"/>
          <p:nvPr/>
        </p:nvSpPr>
        <p:spPr>
          <a:xfrm>
            <a:off x="4387424" y="3177450"/>
            <a:ext cx="1332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91A23"/>
                </a:solidFill>
                <a:latin typeface="Space Grotesk Medium"/>
                <a:ea typeface="Space Grotesk Medium"/>
                <a:cs typeface="Space Grotesk Medium"/>
                <a:sym typeface="Space Grotesk Medium"/>
              </a:rPr>
              <a:t>Results</a:t>
            </a:r>
            <a:endParaRPr b="0" i="0" sz="900" u="none" cap="none" strike="noStrike">
              <a:solidFill>
                <a:srgbClr val="091A23"/>
              </a:solidFill>
              <a:latin typeface="Space Grotesk Medium"/>
              <a:ea typeface="Space Grotesk Medium"/>
              <a:cs typeface="Space Grotesk Medium"/>
              <a:sym typeface="Space Grotesk Medium"/>
            </a:endParaRPr>
          </a:p>
        </p:txBody>
      </p:sp>
      <p:pic>
        <p:nvPicPr>
          <p:cNvPr id="679" name="Google Shape;679;p95"/>
          <p:cNvPicPr preferRelativeResize="0"/>
          <p:nvPr/>
        </p:nvPicPr>
        <p:blipFill rotWithShape="1">
          <a:blip r:embed="rId3">
            <a:alphaModFix/>
          </a:blip>
          <a:srcRect b="0" l="0" r="0" t="0"/>
          <a:stretch/>
        </p:blipFill>
        <p:spPr>
          <a:xfrm>
            <a:off x="298725" y="2826526"/>
            <a:ext cx="232657" cy="229425"/>
          </a:xfrm>
          <a:prstGeom prst="rect">
            <a:avLst/>
          </a:prstGeom>
          <a:noFill/>
          <a:ln>
            <a:noFill/>
          </a:ln>
        </p:spPr>
      </p:pic>
      <p:pic>
        <p:nvPicPr>
          <p:cNvPr id="680" name="Google Shape;680;p95"/>
          <p:cNvPicPr preferRelativeResize="0"/>
          <p:nvPr/>
        </p:nvPicPr>
        <p:blipFill rotWithShape="1">
          <a:blip r:embed="rId4">
            <a:alphaModFix/>
          </a:blip>
          <a:srcRect b="0" l="0" r="0" t="0"/>
          <a:stretch/>
        </p:blipFill>
        <p:spPr>
          <a:xfrm>
            <a:off x="2295375" y="2826525"/>
            <a:ext cx="300340" cy="229425"/>
          </a:xfrm>
          <a:prstGeom prst="rect">
            <a:avLst/>
          </a:prstGeom>
          <a:noFill/>
          <a:ln>
            <a:noFill/>
          </a:ln>
        </p:spPr>
      </p:pic>
      <p:pic>
        <p:nvPicPr>
          <p:cNvPr id="681" name="Google Shape;681;p95"/>
          <p:cNvPicPr preferRelativeResize="0"/>
          <p:nvPr/>
        </p:nvPicPr>
        <p:blipFill rotWithShape="1">
          <a:blip r:embed="rId5">
            <a:alphaModFix/>
          </a:blip>
          <a:srcRect b="0" l="0" r="0" t="0"/>
          <a:stretch/>
        </p:blipFill>
        <p:spPr>
          <a:xfrm>
            <a:off x="4387425" y="2821625"/>
            <a:ext cx="239531" cy="246300"/>
          </a:xfrm>
          <a:prstGeom prst="rect">
            <a:avLst/>
          </a:prstGeom>
          <a:noFill/>
          <a:ln>
            <a:noFill/>
          </a:ln>
        </p:spPr>
      </p:pic>
      <p:sp>
        <p:nvSpPr>
          <p:cNvPr id="682" name="Google Shape;682;p95"/>
          <p:cNvSpPr txBox="1"/>
          <p:nvPr>
            <p:ph idx="3" type="body"/>
          </p:nvPr>
        </p:nvSpPr>
        <p:spPr>
          <a:xfrm>
            <a:off x="318200" y="3439175"/>
            <a:ext cx="1473300" cy="1172400"/>
          </a:xfrm>
          <a:prstGeom prst="rect">
            <a:avLst/>
          </a:prstGeom>
          <a:noFill/>
          <a:ln>
            <a:noFill/>
          </a:ln>
        </p:spPr>
        <p:txBody>
          <a:bodyPr anchorCtr="0" anchor="t" bIns="0" lIns="0" spcFirstLastPara="1" rIns="0" wrap="square" tIns="0">
            <a:noAutofit/>
          </a:bodyPr>
          <a:lstStyle>
            <a:lvl1pPr indent="-273050" lvl="0" marL="4572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1pPr>
            <a:lvl2pPr indent="-273050" lvl="1" marL="9144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2pPr>
            <a:lvl3pPr indent="-273050" lvl="2" marL="13716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3pPr>
            <a:lvl4pPr indent="-273050" lvl="3" marL="18288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4pPr>
            <a:lvl5pPr indent="-273050" lvl="4" marL="22860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5pPr>
            <a:lvl6pPr indent="-273050" lvl="5" marL="27432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6pPr>
            <a:lvl7pPr indent="-273050" lvl="6" marL="32004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7pPr>
            <a:lvl8pPr indent="-273050" lvl="7" marL="36576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8pPr>
            <a:lvl9pPr indent="-273050" lvl="8" marL="41148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9pPr>
          </a:lstStyle>
          <a:p/>
        </p:txBody>
      </p:sp>
      <p:sp>
        <p:nvSpPr>
          <p:cNvPr id="683" name="Google Shape;683;p95"/>
          <p:cNvSpPr txBox="1"/>
          <p:nvPr>
            <p:ph idx="4" type="body"/>
          </p:nvPr>
        </p:nvSpPr>
        <p:spPr>
          <a:xfrm>
            <a:off x="2295375" y="3439175"/>
            <a:ext cx="1473300" cy="1172400"/>
          </a:xfrm>
          <a:prstGeom prst="rect">
            <a:avLst/>
          </a:prstGeom>
          <a:noFill/>
          <a:ln>
            <a:noFill/>
          </a:ln>
        </p:spPr>
        <p:txBody>
          <a:bodyPr anchorCtr="0" anchor="t" bIns="0" lIns="0" spcFirstLastPara="1" rIns="0" wrap="square" tIns="0">
            <a:noAutofit/>
          </a:bodyPr>
          <a:lstStyle>
            <a:lvl1pPr indent="-273050" lvl="0" marL="4572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1pPr>
            <a:lvl2pPr indent="-273050" lvl="1" marL="9144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2pPr>
            <a:lvl3pPr indent="-273050" lvl="2" marL="13716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3pPr>
            <a:lvl4pPr indent="-273050" lvl="3" marL="18288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4pPr>
            <a:lvl5pPr indent="-273050" lvl="4" marL="22860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5pPr>
            <a:lvl6pPr indent="-273050" lvl="5" marL="27432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6pPr>
            <a:lvl7pPr indent="-273050" lvl="6" marL="32004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7pPr>
            <a:lvl8pPr indent="-273050" lvl="7" marL="36576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8pPr>
            <a:lvl9pPr indent="-273050" lvl="8" marL="41148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9pPr>
          </a:lstStyle>
          <a:p/>
        </p:txBody>
      </p:sp>
      <p:sp>
        <p:nvSpPr>
          <p:cNvPr id="684" name="Google Shape;684;p95"/>
          <p:cNvSpPr txBox="1"/>
          <p:nvPr>
            <p:ph idx="5" type="body"/>
          </p:nvPr>
        </p:nvSpPr>
        <p:spPr>
          <a:xfrm>
            <a:off x="4387425" y="3439175"/>
            <a:ext cx="1473300" cy="1172400"/>
          </a:xfrm>
          <a:prstGeom prst="rect">
            <a:avLst/>
          </a:prstGeom>
          <a:noFill/>
          <a:ln>
            <a:noFill/>
          </a:ln>
        </p:spPr>
        <p:txBody>
          <a:bodyPr anchorCtr="0" anchor="t" bIns="0" lIns="0" spcFirstLastPara="1" rIns="0" wrap="square" tIns="0">
            <a:noAutofit/>
          </a:bodyPr>
          <a:lstStyle>
            <a:lvl1pPr indent="-273050" lvl="0" marL="4572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1pPr>
            <a:lvl2pPr indent="-273050" lvl="1" marL="9144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2pPr>
            <a:lvl3pPr indent="-273050" lvl="2" marL="13716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3pPr>
            <a:lvl4pPr indent="-273050" lvl="3" marL="18288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4pPr>
            <a:lvl5pPr indent="-273050" lvl="4" marL="22860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5pPr>
            <a:lvl6pPr indent="-273050" lvl="5" marL="27432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6pPr>
            <a:lvl7pPr indent="-273050" lvl="6" marL="32004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7pPr>
            <a:lvl8pPr indent="-273050" lvl="7" marL="36576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8pPr>
            <a:lvl9pPr indent="-273050" lvl="8" marL="4114800" algn="l">
              <a:lnSpc>
                <a:spcPct val="115000"/>
              </a:lnSpc>
              <a:spcBef>
                <a:spcPts val="0"/>
              </a:spcBef>
              <a:spcAft>
                <a:spcPts val="0"/>
              </a:spcAft>
              <a:buSzPts val="700"/>
              <a:buFont typeface="Space Grotesk"/>
              <a:buChar char="■"/>
              <a:defRPr sz="700">
                <a:latin typeface="Space Grotesk"/>
                <a:ea typeface="Space Grotesk"/>
                <a:cs typeface="Space Grotesk"/>
                <a:sym typeface="Space Grotesk"/>
              </a:defRPr>
            </a:lvl9pPr>
          </a:lstStyle>
          <a:p/>
        </p:txBody>
      </p:sp>
      <p:sp>
        <p:nvSpPr>
          <p:cNvPr id="685" name="Google Shape;685;p95"/>
          <p:cNvSpPr txBox="1"/>
          <p:nvPr>
            <p:ph type="title"/>
          </p:nvPr>
        </p:nvSpPr>
        <p:spPr>
          <a:xfrm>
            <a:off x="298725" y="1017175"/>
            <a:ext cx="3399900" cy="229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900"/>
              <a:buNone/>
              <a:defRPr sz="900"/>
            </a:lvl1pPr>
            <a:lvl2pPr lvl="1" algn="l">
              <a:lnSpc>
                <a:spcPct val="100000"/>
              </a:lnSpc>
              <a:spcBef>
                <a:spcPts val="0"/>
              </a:spcBef>
              <a:spcAft>
                <a:spcPts val="0"/>
              </a:spcAft>
              <a:buSzPts val="900"/>
              <a:buFont typeface="Space Grotesk Medium"/>
              <a:buNone/>
              <a:defRPr sz="900">
                <a:latin typeface="Space Grotesk Medium"/>
                <a:ea typeface="Space Grotesk Medium"/>
                <a:cs typeface="Space Grotesk Medium"/>
                <a:sym typeface="Space Grotesk Medium"/>
              </a:defRPr>
            </a:lvl2pPr>
            <a:lvl3pPr lvl="2" algn="l">
              <a:lnSpc>
                <a:spcPct val="100000"/>
              </a:lnSpc>
              <a:spcBef>
                <a:spcPts val="0"/>
              </a:spcBef>
              <a:spcAft>
                <a:spcPts val="0"/>
              </a:spcAft>
              <a:buSzPts val="900"/>
              <a:buFont typeface="Space Grotesk Medium"/>
              <a:buNone/>
              <a:defRPr sz="900">
                <a:latin typeface="Space Grotesk Medium"/>
                <a:ea typeface="Space Grotesk Medium"/>
                <a:cs typeface="Space Grotesk Medium"/>
                <a:sym typeface="Space Grotesk Medium"/>
              </a:defRPr>
            </a:lvl3pPr>
            <a:lvl4pPr lvl="3" algn="l">
              <a:lnSpc>
                <a:spcPct val="100000"/>
              </a:lnSpc>
              <a:spcBef>
                <a:spcPts val="0"/>
              </a:spcBef>
              <a:spcAft>
                <a:spcPts val="0"/>
              </a:spcAft>
              <a:buSzPts val="900"/>
              <a:buFont typeface="Space Grotesk Medium"/>
              <a:buNone/>
              <a:defRPr sz="900">
                <a:latin typeface="Space Grotesk Medium"/>
                <a:ea typeface="Space Grotesk Medium"/>
                <a:cs typeface="Space Grotesk Medium"/>
                <a:sym typeface="Space Grotesk Medium"/>
              </a:defRPr>
            </a:lvl4pPr>
            <a:lvl5pPr lvl="4" algn="l">
              <a:lnSpc>
                <a:spcPct val="100000"/>
              </a:lnSpc>
              <a:spcBef>
                <a:spcPts val="0"/>
              </a:spcBef>
              <a:spcAft>
                <a:spcPts val="0"/>
              </a:spcAft>
              <a:buSzPts val="900"/>
              <a:buFont typeface="Space Grotesk Medium"/>
              <a:buNone/>
              <a:defRPr sz="900">
                <a:latin typeface="Space Grotesk Medium"/>
                <a:ea typeface="Space Grotesk Medium"/>
                <a:cs typeface="Space Grotesk Medium"/>
                <a:sym typeface="Space Grotesk Medium"/>
              </a:defRPr>
            </a:lvl5pPr>
            <a:lvl6pPr lvl="5" algn="l">
              <a:lnSpc>
                <a:spcPct val="100000"/>
              </a:lnSpc>
              <a:spcBef>
                <a:spcPts val="0"/>
              </a:spcBef>
              <a:spcAft>
                <a:spcPts val="0"/>
              </a:spcAft>
              <a:buSzPts val="900"/>
              <a:buFont typeface="Space Grotesk Medium"/>
              <a:buNone/>
              <a:defRPr sz="900">
                <a:latin typeface="Space Grotesk Medium"/>
                <a:ea typeface="Space Grotesk Medium"/>
                <a:cs typeface="Space Grotesk Medium"/>
                <a:sym typeface="Space Grotesk Medium"/>
              </a:defRPr>
            </a:lvl6pPr>
            <a:lvl7pPr lvl="6" algn="l">
              <a:lnSpc>
                <a:spcPct val="100000"/>
              </a:lnSpc>
              <a:spcBef>
                <a:spcPts val="0"/>
              </a:spcBef>
              <a:spcAft>
                <a:spcPts val="0"/>
              </a:spcAft>
              <a:buSzPts val="900"/>
              <a:buFont typeface="Space Grotesk Medium"/>
              <a:buNone/>
              <a:defRPr sz="900">
                <a:latin typeface="Space Grotesk Medium"/>
                <a:ea typeface="Space Grotesk Medium"/>
                <a:cs typeface="Space Grotesk Medium"/>
                <a:sym typeface="Space Grotesk Medium"/>
              </a:defRPr>
            </a:lvl7pPr>
            <a:lvl8pPr lvl="7" algn="l">
              <a:lnSpc>
                <a:spcPct val="100000"/>
              </a:lnSpc>
              <a:spcBef>
                <a:spcPts val="0"/>
              </a:spcBef>
              <a:spcAft>
                <a:spcPts val="0"/>
              </a:spcAft>
              <a:buSzPts val="900"/>
              <a:buFont typeface="Space Grotesk Medium"/>
              <a:buNone/>
              <a:defRPr sz="900">
                <a:latin typeface="Space Grotesk Medium"/>
                <a:ea typeface="Space Grotesk Medium"/>
                <a:cs typeface="Space Grotesk Medium"/>
                <a:sym typeface="Space Grotesk Medium"/>
              </a:defRPr>
            </a:lvl8pPr>
            <a:lvl9pPr lvl="8" algn="l">
              <a:lnSpc>
                <a:spcPct val="100000"/>
              </a:lnSpc>
              <a:spcBef>
                <a:spcPts val="0"/>
              </a:spcBef>
              <a:spcAft>
                <a:spcPts val="0"/>
              </a:spcAft>
              <a:buSzPts val="900"/>
              <a:buFont typeface="Space Grotesk Medium"/>
              <a:buNone/>
              <a:defRPr sz="900">
                <a:latin typeface="Space Grotesk Medium"/>
                <a:ea typeface="Space Grotesk Medium"/>
                <a:cs typeface="Space Grotesk Medium"/>
                <a:sym typeface="Space Grotesk Medium"/>
              </a:defRPr>
            </a:lvl9pPr>
          </a:lstStyle>
          <a:p/>
        </p:txBody>
      </p:sp>
      <p:sp>
        <p:nvSpPr>
          <p:cNvPr id="686" name="Google Shape;686;p95"/>
          <p:cNvSpPr txBox="1"/>
          <p:nvPr>
            <p:ph idx="6" type="body"/>
          </p:nvPr>
        </p:nvSpPr>
        <p:spPr>
          <a:xfrm>
            <a:off x="6687175" y="1015450"/>
            <a:ext cx="2188500" cy="10983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chemeClr val="accent4"/>
              </a:buClr>
              <a:buSzPts val="900"/>
              <a:buFont typeface="Space Grotesk"/>
              <a:buChar char="●"/>
              <a:defRPr sz="900">
                <a:solidFill>
                  <a:schemeClr val="accent4"/>
                </a:solidFill>
                <a:latin typeface="Space Grotesk"/>
                <a:ea typeface="Space Grotesk"/>
                <a:cs typeface="Space Grotesk"/>
                <a:sym typeface="Space Grotesk"/>
              </a:defRPr>
            </a:lvl1pPr>
            <a:lvl2pPr indent="-285750" lvl="1" marL="914400" algn="l">
              <a:lnSpc>
                <a:spcPct val="115000"/>
              </a:lnSpc>
              <a:spcBef>
                <a:spcPts val="0"/>
              </a:spcBef>
              <a:spcAft>
                <a:spcPts val="0"/>
              </a:spcAft>
              <a:buClr>
                <a:schemeClr val="accent4"/>
              </a:buClr>
              <a:buSzPts val="900"/>
              <a:buFont typeface="Space Grotesk"/>
              <a:buChar char="○"/>
              <a:defRPr sz="900">
                <a:solidFill>
                  <a:schemeClr val="accent4"/>
                </a:solidFill>
                <a:latin typeface="Space Grotesk"/>
                <a:ea typeface="Space Grotesk"/>
                <a:cs typeface="Space Grotesk"/>
                <a:sym typeface="Space Grotesk"/>
              </a:defRPr>
            </a:lvl2pPr>
            <a:lvl3pPr indent="-285750" lvl="2" marL="1371600" algn="l">
              <a:lnSpc>
                <a:spcPct val="115000"/>
              </a:lnSpc>
              <a:spcBef>
                <a:spcPts val="0"/>
              </a:spcBef>
              <a:spcAft>
                <a:spcPts val="0"/>
              </a:spcAft>
              <a:buClr>
                <a:schemeClr val="accent4"/>
              </a:buClr>
              <a:buSzPts val="900"/>
              <a:buFont typeface="Space Grotesk"/>
              <a:buChar char="■"/>
              <a:defRPr sz="900">
                <a:solidFill>
                  <a:schemeClr val="accent4"/>
                </a:solidFill>
                <a:latin typeface="Space Grotesk"/>
                <a:ea typeface="Space Grotesk"/>
                <a:cs typeface="Space Grotesk"/>
                <a:sym typeface="Space Grotesk"/>
              </a:defRPr>
            </a:lvl3pPr>
            <a:lvl4pPr indent="-285750" lvl="3" marL="1828800" algn="l">
              <a:lnSpc>
                <a:spcPct val="115000"/>
              </a:lnSpc>
              <a:spcBef>
                <a:spcPts val="0"/>
              </a:spcBef>
              <a:spcAft>
                <a:spcPts val="0"/>
              </a:spcAft>
              <a:buClr>
                <a:schemeClr val="accent4"/>
              </a:buClr>
              <a:buSzPts val="900"/>
              <a:buFont typeface="Space Grotesk"/>
              <a:buChar char="●"/>
              <a:defRPr sz="900">
                <a:solidFill>
                  <a:schemeClr val="accent4"/>
                </a:solidFill>
                <a:latin typeface="Space Grotesk"/>
                <a:ea typeface="Space Grotesk"/>
                <a:cs typeface="Space Grotesk"/>
                <a:sym typeface="Space Grotesk"/>
              </a:defRPr>
            </a:lvl4pPr>
            <a:lvl5pPr indent="-285750" lvl="4" marL="2286000" algn="l">
              <a:lnSpc>
                <a:spcPct val="115000"/>
              </a:lnSpc>
              <a:spcBef>
                <a:spcPts val="0"/>
              </a:spcBef>
              <a:spcAft>
                <a:spcPts val="0"/>
              </a:spcAft>
              <a:buClr>
                <a:schemeClr val="accent4"/>
              </a:buClr>
              <a:buSzPts val="900"/>
              <a:buFont typeface="Space Grotesk"/>
              <a:buChar char="○"/>
              <a:defRPr sz="900">
                <a:solidFill>
                  <a:schemeClr val="accent4"/>
                </a:solidFill>
                <a:latin typeface="Space Grotesk"/>
                <a:ea typeface="Space Grotesk"/>
                <a:cs typeface="Space Grotesk"/>
                <a:sym typeface="Space Grotesk"/>
              </a:defRPr>
            </a:lvl5pPr>
            <a:lvl6pPr indent="-285750" lvl="5" marL="2743200" algn="l">
              <a:lnSpc>
                <a:spcPct val="115000"/>
              </a:lnSpc>
              <a:spcBef>
                <a:spcPts val="0"/>
              </a:spcBef>
              <a:spcAft>
                <a:spcPts val="0"/>
              </a:spcAft>
              <a:buClr>
                <a:schemeClr val="accent4"/>
              </a:buClr>
              <a:buSzPts val="900"/>
              <a:buFont typeface="Space Grotesk"/>
              <a:buChar char="■"/>
              <a:defRPr sz="900">
                <a:solidFill>
                  <a:schemeClr val="accent4"/>
                </a:solidFill>
                <a:latin typeface="Space Grotesk"/>
                <a:ea typeface="Space Grotesk"/>
                <a:cs typeface="Space Grotesk"/>
                <a:sym typeface="Space Grotesk"/>
              </a:defRPr>
            </a:lvl6pPr>
            <a:lvl7pPr indent="-285750" lvl="6" marL="3200400" algn="l">
              <a:lnSpc>
                <a:spcPct val="115000"/>
              </a:lnSpc>
              <a:spcBef>
                <a:spcPts val="0"/>
              </a:spcBef>
              <a:spcAft>
                <a:spcPts val="0"/>
              </a:spcAft>
              <a:buClr>
                <a:schemeClr val="accent4"/>
              </a:buClr>
              <a:buSzPts val="900"/>
              <a:buFont typeface="Space Grotesk"/>
              <a:buChar char="●"/>
              <a:defRPr sz="900">
                <a:solidFill>
                  <a:schemeClr val="accent4"/>
                </a:solidFill>
                <a:latin typeface="Space Grotesk"/>
                <a:ea typeface="Space Grotesk"/>
                <a:cs typeface="Space Grotesk"/>
                <a:sym typeface="Space Grotesk"/>
              </a:defRPr>
            </a:lvl7pPr>
            <a:lvl8pPr indent="-285750" lvl="7" marL="3657600" algn="l">
              <a:lnSpc>
                <a:spcPct val="115000"/>
              </a:lnSpc>
              <a:spcBef>
                <a:spcPts val="0"/>
              </a:spcBef>
              <a:spcAft>
                <a:spcPts val="0"/>
              </a:spcAft>
              <a:buClr>
                <a:schemeClr val="accent4"/>
              </a:buClr>
              <a:buSzPts val="900"/>
              <a:buFont typeface="Space Grotesk"/>
              <a:buChar char="○"/>
              <a:defRPr sz="900">
                <a:solidFill>
                  <a:schemeClr val="accent4"/>
                </a:solidFill>
                <a:latin typeface="Space Grotesk"/>
                <a:ea typeface="Space Grotesk"/>
                <a:cs typeface="Space Grotesk"/>
                <a:sym typeface="Space Grotesk"/>
              </a:defRPr>
            </a:lvl8pPr>
            <a:lvl9pPr indent="-285750" lvl="8" marL="4114800" algn="l">
              <a:lnSpc>
                <a:spcPct val="115000"/>
              </a:lnSpc>
              <a:spcBef>
                <a:spcPts val="0"/>
              </a:spcBef>
              <a:spcAft>
                <a:spcPts val="0"/>
              </a:spcAft>
              <a:buClr>
                <a:schemeClr val="accent4"/>
              </a:buClr>
              <a:buSzPts val="900"/>
              <a:buFont typeface="Space Grotesk"/>
              <a:buChar char="■"/>
              <a:defRPr sz="900">
                <a:solidFill>
                  <a:schemeClr val="accent4"/>
                </a:solidFill>
                <a:latin typeface="Space Grotesk"/>
                <a:ea typeface="Space Grotesk"/>
                <a:cs typeface="Space Grotesk"/>
                <a:sym typeface="Space Grotesk"/>
              </a:defRPr>
            </a:lvl9pPr>
          </a:lstStyle>
          <a:p/>
        </p:txBody>
      </p:sp>
      <p:cxnSp>
        <p:nvCxnSpPr>
          <p:cNvPr id="687" name="Google Shape;687;p95"/>
          <p:cNvCxnSpPr/>
          <p:nvPr/>
        </p:nvCxnSpPr>
        <p:spPr>
          <a:xfrm>
            <a:off x="298725" y="2563533"/>
            <a:ext cx="5658300" cy="0"/>
          </a:xfrm>
          <a:prstGeom prst="straightConnector1">
            <a:avLst/>
          </a:prstGeom>
          <a:noFill/>
          <a:ln cap="flat" cmpd="sng" w="9525">
            <a:solidFill>
              <a:srgbClr val="DDDDDD"/>
            </a:solidFill>
            <a:prstDash val="solid"/>
            <a:round/>
            <a:headEnd len="sm" w="sm" type="none"/>
            <a:tailEnd len="sm" w="sm" type="none"/>
          </a:ln>
        </p:spPr>
      </p:cxnSp>
      <p:sp>
        <p:nvSpPr>
          <p:cNvPr id="688" name="Google Shape;688;p95"/>
          <p:cNvSpPr txBox="1"/>
          <p:nvPr/>
        </p:nvSpPr>
        <p:spPr>
          <a:xfrm>
            <a:off x="4445355" y="1264825"/>
            <a:ext cx="422100" cy="246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700"/>
              <a:buFont typeface="Arial"/>
              <a:buNone/>
            </a:pPr>
            <a:r>
              <a:rPr b="0" i="0" lang="en" sz="700" u="none" cap="none" strike="noStrike">
                <a:solidFill>
                  <a:srgbClr val="091A23"/>
                </a:solidFill>
                <a:latin typeface="Space Grotesk Medium"/>
                <a:ea typeface="Space Grotesk Medium"/>
                <a:cs typeface="Space Grotesk Medium"/>
                <a:sym typeface="Space Grotesk Medium"/>
              </a:rPr>
              <a:t>Industry: </a:t>
            </a:r>
            <a:r>
              <a:rPr b="1" i="0" lang="en" sz="700" u="none" cap="none" strike="noStrike">
                <a:solidFill>
                  <a:srgbClr val="091A23"/>
                </a:solidFill>
                <a:latin typeface="Space Grotesk"/>
                <a:ea typeface="Space Grotesk"/>
                <a:cs typeface="Space Grotesk"/>
                <a:sym typeface="Space Grotesk"/>
              </a:rPr>
              <a:t> </a:t>
            </a:r>
            <a:endParaRPr b="0" i="0" sz="700" u="none" cap="none" strike="noStrike">
              <a:solidFill>
                <a:srgbClr val="091A23"/>
              </a:solidFill>
              <a:latin typeface="Space Grotesk"/>
              <a:ea typeface="Space Grotesk"/>
              <a:cs typeface="Space Grotesk"/>
              <a:sym typeface="Space Grotesk"/>
            </a:endParaRPr>
          </a:p>
          <a:p>
            <a:pPr indent="0" lvl="0" marL="0" marR="0" rtl="0" algn="l">
              <a:lnSpc>
                <a:spcPct val="115000"/>
              </a:lnSpc>
              <a:spcBef>
                <a:spcPts val="0"/>
              </a:spcBef>
              <a:spcAft>
                <a:spcPts val="0"/>
              </a:spcAft>
              <a:buClr>
                <a:srgbClr val="000000"/>
              </a:buClr>
              <a:buSzPts val="700"/>
              <a:buFont typeface="Arial"/>
              <a:buNone/>
            </a:pPr>
            <a:r>
              <a:rPr b="0" i="0" lang="en" sz="700" u="none" cap="none" strike="noStrike">
                <a:solidFill>
                  <a:srgbClr val="091A23"/>
                </a:solidFill>
                <a:latin typeface="Space Grotesk Medium"/>
                <a:ea typeface="Space Grotesk Medium"/>
                <a:cs typeface="Space Grotesk Medium"/>
                <a:sym typeface="Space Grotesk Medium"/>
              </a:rPr>
              <a:t>Country:</a:t>
            </a:r>
            <a:endParaRPr b="0" i="0" sz="700" u="none" cap="none" strike="noStrike">
              <a:solidFill>
                <a:srgbClr val="091A23"/>
              </a:solidFill>
              <a:latin typeface="Space Grotesk"/>
              <a:ea typeface="Space Grotesk"/>
              <a:cs typeface="Space Grotesk"/>
              <a:sym typeface="Space Grotesk"/>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Texture Tagline - Dark">
  <p:cSld name="BLANK_1_1">
    <p:bg>
      <p:bgPr>
        <a:solidFill>
          <a:schemeClr val="dk2"/>
        </a:solidFill>
      </p:bgPr>
    </p:bg>
    <p:spTree>
      <p:nvGrpSpPr>
        <p:cNvPr id="689" name="Shape 689"/>
        <p:cNvGrpSpPr/>
        <p:nvPr/>
      </p:nvGrpSpPr>
      <p:grpSpPr>
        <a:xfrm>
          <a:off x="0" y="0"/>
          <a:ext cx="0" cy="0"/>
          <a:chOff x="0" y="0"/>
          <a:chExt cx="0" cy="0"/>
        </a:xfrm>
      </p:grpSpPr>
      <p:pic>
        <p:nvPicPr>
          <p:cNvPr id="690" name="Google Shape;690;p96"/>
          <p:cNvPicPr preferRelativeResize="0"/>
          <p:nvPr/>
        </p:nvPicPr>
        <p:blipFill rotWithShape="1">
          <a:blip r:embed="rId2">
            <a:alphaModFix/>
          </a:blip>
          <a:srcRect b="0" l="0" r="0" t="0"/>
          <a:stretch/>
        </p:blipFill>
        <p:spPr>
          <a:xfrm>
            <a:off x="0" y="-5175"/>
            <a:ext cx="9144000" cy="5143506"/>
          </a:xfrm>
          <a:prstGeom prst="rect">
            <a:avLst/>
          </a:prstGeom>
          <a:noFill/>
          <a:ln>
            <a:noFill/>
          </a:ln>
        </p:spPr>
      </p:pic>
      <p:grpSp>
        <p:nvGrpSpPr>
          <p:cNvPr id="691" name="Google Shape;691;p96"/>
          <p:cNvGrpSpPr/>
          <p:nvPr/>
        </p:nvGrpSpPr>
        <p:grpSpPr>
          <a:xfrm>
            <a:off x="1942026" y="2177798"/>
            <a:ext cx="5259945" cy="797231"/>
            <a:chOff x="2029611" y="2764702"/>
            <a:chExt cx="7774084" cy="1178290"/>
          </a:xfrm>
        </p:grpSpPr>
        <p:sp>
          <p:nvSpPr>
            <p:cNvPr id="692" name="Google Shape;692;p96"/>
            <p:cNvSpPr/>
            <p:nvPr/>
          </p:nvSpPr>
          <p:spPr>
            <a:xfrm>
              <a:off x="2029611" y="2764702"/>
              <a:ext cx="441770" cy="1178150"/>
            </a:xfrm>
            <a:custGeom>
              <a:rect b="b" l="l" r="r" t="t"/>
              <a:pathLst>
                <a:path extrusionOk="0" h="1178150" w="441770">
                  <a:moveTo>
                    <a:pt x="61365" y="1103001"/>
                  </a:moveTo>
                  <a:cubicBezTo>
                    <a:pt x="20432" y="1052855"/>
                    <a:pt x="0" y="987890"/>
                    <a:pt x="0" y="908247"/>
                  </a:cubicBezTo>
                  <a:cubicBezTo>
                    <a:pt x="0" y="855853"/>
                    <a:pt x="5476" y="812239"/>
                    <a:pt x="16359" y="777333"/>
                  </a:cubicBezTo>
                  <a:lnTo>
                    <a:pt x="179952" y="777333"/>
                  </a:lnTo>
                  <a:cubicBezTo>
                    <a:pt x="174475" y="812239"/>
                    <a:pt x="171737" y="844967"/>
                    <a:pt x="171737" y="875518"/>
                  </a:cubicBezTo>
                  <a:cubicBezTo>
                    <a:pt x="171737" y="927912"/>
                    <a:pt x="175528" y="966891"/>
                    <a:pt x="183182" y="992526"/>
                  </a:cubicBezTo>
                  <a:cubicBezTo>
                    <a:pt x="190764" y="1018161"/>
                    <a:pt x="203332" y="1031013"/>
                    <a:pt x="220815" y="1031013"/>
                  </a:cubicBezTo>
                  <a:cubicBezTo>
                    <a:pt x="236051" y="1031013"/>
                    <a:pt x="246723" y="1022866"/>
                    <a:pt x="252691" y="1006502"/>
                  </a:cubicBezTo>
                  <a:cubicBezTo>
                    <a:pt x="258659" y="990138"/>
                    <a:pt x="261678" y="962326"/>
                    <a:pt x="261678" y="923066"/>
                  </a:cubicBezTo>
                  <a:cubicBezTo>
                    <a:pt x="261678" y="875097"/>
                    <a:pt x="252129" y="831412"/>
                    <a:pt x="233032" y="792152"/>
                  </a:cubicBezTo>
                  <a:cubicBezTo>
                    <a:pt x="213934" y="752892"/>
                    <a:pt x="184235" y="705415"/>
                    <a:pt x="143863" y="649791"/>
                  </a:cubicBezTo>
                  <a:cubicBezTo>
                    <a:pt x="96962" y="586512"/>
                    <a:pt x="61224" y="528991"/>
                    <a:pt x="36721" y="477160"/>
                  </a:cubicBezTo>
                  <a:cubicBezTo>
                    <a:pt x="12287" y="425258"/>
                    <a:pt x="0" y="364366"/>
                    <a:pt x="0" y="294555"/>
                  </a:cubicBezTo>
                  <a:cubicBezTo>
                    <a:pt x="0" y="204025"/>
                    <a:pt x="19870" y="132318"/>
                    <a:pt x="59750" y="79363"/>
                  </a:cubicBezTo>
                  <a:cubicBezTo>
                    <a:pt x="99490" y="26478"/>
                    <a:pt x="153201" y="0"/>
                    <a:pt x="220885" y="0"/>
                  </a:cubicBezTo>
                  <a:cubicBezTo>
                    <a:pt x="288569" y="0"/>
                    <a:pt x="339472" y="25143"/>
                    <a:pt x="380405" y="75289"/>
                  </a:cubicBezTo>
                  <a:cubicBezTo>
                    <a:pt x="421339" y="125505"/>
                    <a:pt x="441770" y="190400"/>
                    <a:pt x="441770" y="270044"/>
                  </a:cubicBezTo>
                  <a:cubicBezTo>
                    <a:pt x="441770" y="322437"/>
                    <a:pt x="436294" y="366052"/>
                    <a:pt x="425411" y="400957"/>
                  </a:cubicBezTo>
                  <a:lnTo>
                    <a:pt x="261818" y="400957"/>
                  </a:lnTo>
                  <a:cubicBezTo>
                    <a:pt x="267295" y="366052"/>
                    <a:pt x="269963" y="333323"/>
                    <a:pt x="269963" y="302772"/>
                  </a:cubicBezTo>
                  <a:cubicBezTo>
                    <a:pt x="269963" y="250379"/>
                    <a:pt x="266101" y="211400"/>
                    <a:pt x="258518" y="185765"/>
                  </a:cubicBezTo>
                  <a:cubicBezTo>
                    <a:pt x="250865" y="160130"/>
                    <a:pt x="238297" y="147278"/>
                    <a:pt x="220885" y="147278"/>
                  </a:cubicBezTo>
                  <a:cubicBezTo>
                    <a:pt x="205579" y="147278"/>
                    <a:pt x="194977" y="155073"/>
                    <a:pt x="189009" y="170665"/>
                  </a:cubicBezTo>
                  <a:cubicBezTo>
                    <a:pt x="182971" y="186257"/>
                    <a:pt x="180022" y="212734"/>
                    <a:pt x="180022" y="250168"/>
                  </a:cubicBezTo>
                  <a:cubicBezTo>
                    <a:pt x="180022" y="295890"/>
                    <a:pt x="189571" y="337467"/>
                    <a:pt x="208668" y="374901"/>
                  </a:cubicBezTo>
                  <a:cubicBezTo>
                    <a:pt x="227766" y="412335"/>
                    <a:pt x="257465" y="457565"/>
                    <a:pt x="297837" y="510520"/>
                  </a:cubicBezTo>
                  <a:cubicBezTo>
                    <a:pt x="344738" y="575555"/>
                    <a:pt x="380475" y="634691"/>
                    <a:pt x="404979" y="687927"/>
                  </a:cubicBezTo>
                  <a:cubicBezTo>
                    <a:pt x="429483" y="741164"/>
                    <a:pt x="441770" y="803741"/>
                    <a:pt x="441770" y="875448"/>
                  </a:cubicBezTo>
                  <a:cubicBezTo>
                    <a:pt x="441770" y="968506"/>
                    <a:pt x="421830" y="1042250"/>
                    <a:pt x="382020" y="1096610"/>
                  </a:cubicBezTo>
                  <a:cubicBezTo>
                    <a:pt x="342210" y="1150970"/>
                    <a:pt x="288499" y="1178150"/>
                    <a:pt x="220885" y="1178150"/>
                  </a:cubicBezTo>
                  <a:cubicBezTo>
                    <a:pt x="153271" y="1178150"/>
                    <a:pt x="102298" y="1153077"/>
                    <a:pt x="61365" y="110286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93" name="Google Shape;693;p96"/>
            <p:cNvSpPr/>
            <p:nvPr/>
          </p:nvSpPr>
          <p:spPr>
            <a:xfrm>
              <a:off x="2544892" y="2781066"/>
              <a:ext cx="368118" cy="1145562"/>
            </a:xfrm>
            <a:custGeom>
              <a:rect b="b" l="l" r="r" t="t"/>
              <a:pathLst>
                <a:path extrusionOk="0" h="1145562" w="368118">
                  <a:moveTo>
                    <a:pt x="368118" y="1145562"/>
                  </a:moveTo>
                  <a:lnTo>
                    <a:pt x="0" y="1145562"/>
                  </a:lnTo>
                  <a:lnTo>
                    <a:pt x="0" y="0"/>
                  </a:lnTo>
                  <a:lnTo>
                    <a:pt x="368118" y="0"/>
                  </a:lnTo>
                  <a:lnTo>
                    <a:pt x="368118" y="163642"/>
                  </a:lnTo>
                  <a:lnTo>
                    <a:pt x="179952" y="163642"/>
                  </a:lnTo>
                  <a:lnTo>
                    <a:pt x="179952" y="482778"/>
                  </a:lnTo>
                  <a:lnTo>
                    <a:pt x="319041" y="482778"/>
                  </a:lnTo>
                  <a:lnTo>
                    <a:pt x="319041" y="646420"/>
                  </a:lnTo>
                  <a:lnTo>
                    <a:pt x="179952" y="646420"/>
                  </a:lnTo>
                  <a:lnTo>
                    <a:pt x="179952" y="981921"/>
                  </a:lnTo>
                  <a:lnTo>
                    <a:pt x="368118" y="981921"/>
                  </a:lnTo>
                  <a:lnTo>
                    <a:pt x="368118"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94" name="Google Shape;694;p96"/>
            <p:cNvSpPr/>
            <p:nvPr/>
          </p:nvSpPr>
          <p:spPr>
            <a:xfrm>
              <a:off x="2978447" y="2781066"/>
              <a:ext cx="368118" cy="1145562"/>
            </a:xfrm>
            <a:custGeom>
              <a:rect b="b" l="l" r="r" t="t"/>
              <a:pathLst>
                <a:path extrusionOk="0" h="1145562" w="368118">
                  <a:moveTo>
                    <a:pt x="368118" y="1145562"/>
                  </a:moveTo>
                  <a:lnTo>
                    <a:pt x="0" y="1145562"/>
                  </a:lnTo>
                  <a:lnTo>
                    <a:pt x="0" y="0"/>
                  </a:lnTo>
                  <a:lnTo>
                    <a:pt x="368118" y="0"/>
                  </a:lnTo>
                  <a:lnTo>
                    <a:pt x="368118" y="163642"/>
                  </a:lnTo>
                  <a:lnTo>
                    <a:pt x="179952" y="163642"/>
                  </a:lnTo>
                  <a:lnTo>
                    <a:pt x="179952" y="482778"/>
                  </a:lnTo>
                  <a:lnTo>
                    <a:pt x="319041" y="482778"/>
                  </a:lnTo>
                  <a:lnTo>
                    <a:pt x="319041" y="646420"/>
                  </a:lnTo>
                  <a:lnTo>
                    <a:pt x="179952" y="646420"/>
                  </a:lnTo>
                  <a:lnTo>
                    <a:pt x="179952" y="981921"/>
                  </a:lnTo>
                  <a:lnTo>
                    <a:pt x="368118" y="981921"/>
                  </a:lnTo>
                  <a:lnTo>
                    <a:pt x="368118"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95" name="Google Shape;695;p96"/>
            <p:cNvSpPr/>
            <p:nvPr/>
          </p:nvSpPr>
          <p:spPr>
            <a:xfrm>
              <a:off x="3614913" y="2781066"/>
              <a:ext cx="441699" cy="1145562"/>
            </a:xfrm>
            <a:custGeom>
              <a:rect b="b" l="l" r="r" t="t"/>
              <a:pathLst>
                <a:path extrusionOk="0" h="1145562" w="441699">
                  <a:moveTo>
                    <a:pt x="179952" y="1145562"/>
                  </a:moveTo>
                  <a:lnTo>
                    <a:pt x="0" y="1145562"/>
                  </a:lnTo>
                  <a:lnTo>
                    <a:pt x="0" y="0"/>
                  </a:lnTo>
                  <a:lnTo>
                    <a:pt x="179952" y="0"/>
                  </a:lnTo>
                  <a:lnTo>
                    <a:pt x="179952" y="490925"/>
                  </a:lnTo>
                  <a:lnTo>
                    <a:pt x="261748" y="490925"/>
                  </a:lnTo>
                  <a:lnTo>
                    <a:pt x="261748" y="0"/>
                  </a:lnTo>
                  <a:lnTo>
                    <a:pt x="441700" y="0"/>
                  </a:lnTo>
                  <a:lnTo>
                    <a:pt x="441700" y="1145562"/>
                  </a:lnTo>
                  <a:lnTo>
                    <a:pt x="261748" y="1145562"/>
                  </a:lnTo>
                  <a:lnTo>
                    <a:pt x="261748" y="654637"/>
                  </a:lnTo>
                  <a:lnTo>
                    <a:pt x="179952" y="654637"/>
                  </a:lnTo>
                  <a:lnTo>
                    <a:pt x="179952"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96" name="Google Shape;696;p96"/>
            <p:cNvSpPr/>
            <p:nvPr/>
          </p:nvSpPr>
          <p:spPr>
            <a:xfrm>
              <a:off x="4138409" y="2764702"/>
              <a:ext cx="490777" cy="1178220"/>
            </a:xfrm>
            <a:custGeom>
              <a:rect b="b" l="l" r="r" t="t"/>
              <a:pathLst>
                <a:path extrusionOk="0" h="1178220" w="490777">
                  <a:moveTo>
                    <a:pt x="60522" y="1033401"/>
                  </a:moveTo>
                  <a:cubicBezTo>
                    <a:pt x="20151" y="936831"/>
                    <a:pt x="0" y="788711"/>
                    <a:pt x="0" y="589110"/>
                  </a:cubicBezTo>
                  <a:cubicBezTo>
                    <a:pt x="0" y="389509"/>
                    <a:pt x="20151" y="241389"/>
                    <a:pt x="60522" y="144819"/>
                  </a:cubicBezTo>
                  <a:cubicBezTo>
                    <a:pt x="100894" y="48250"/>
                    <a:pt x="162469" y="0"/>
                    <a:pt x="245389" y="0"/>
                  </a:cubicBezTo>
                  <a:cubicBezTo>
                    <a:pt x="328308" y="0"/>
                    <a:pt x="389884" y="48250"/>
                    <a:pt x="430255" y="144819"/>
                  </a:cubicBezTo>
                  <a:cubicBezTo>
                    <a:pt x="470627" y="241389"/>
                    <a:pt x="490778" y="389509"/>
                    <a:pt x="490778" y="589110"/>
                  </a:cubicBezTo>
                  <a:cubicBezTo>
                    <a:pt x="490778" y="788711"/>
                    <a:pt x="470557" y="936831"/>
                    <a:pt x="430255" y="1033401"/>
                  </a:cubicBezTo>
                  <a:cubicBezTo>
                    <a:pt x="389884" y="1129971"/>
                    <a:pt x="328238" y="1178220"/>
                    <a:pt x="245389" y="1178220"/>
                  </a:cubicBezTo>
                  <a:cubicBezTo>
                    <a:pt x="162539" y="1178220"/>
                    <a:pt x="100894" y="1129971"/>
                    <a:pt x="60522" y="1033401"/>
                  </a:cubicBezTo>
                  <a:close/>
                  <a:moveTo>
                    <a:pt x="283794" y="931985"/>
                  </a:moveTo>
                  <a:cubicBezTo>
                    <a:pt x="290886" y="865967"/>
                    <a:pt x="294396" y="751698"/>
                    <a:pt x="294396" y="589110"/>
                  </a:cubicBezTo>
                  <a:cubicBezTo>
                    <a:pt x="294396" y="426522"/>
                    <a:pt x="290815" y="312324"/>
                    <a:pt x="283794" y="246235"/>
                  </a:cubicBezTo>
                  <a:cubicBezTo>
                    <a:pt x="276703" y="180217"/>
                    <a:pt x="263854" y="147207"/>
                    <a:pt x="245319" y="147207"/>
                  </a:cubicBezTo>
                  <a:cubicBezTo>
                    <a:pt x="226783" y="147207"/>
                    <a:pt x="213934" y="180217"/>
                    <a:pt x="206843" y="246235"/>
                  </a:cubicBezTo>
                  <a:cubicBezTo>
                    <a:pt x="199751" y="312254"/>
                    <a:pt x="196241" y="426522"/>
                    <a:pt x="196241" y="589110"/>
                  </a:cubicBezTo>
                  <a:cubicBezTo>
                    <a:pt x="196241" y="751698"/>
                    <a:pt x="199751" y="865967"/>
                    <a:pt x="206843" y="931985"/>
                  </a:cubicBezTo>
                  <a:cubicBezTo>
                    <a:pt x="213934" y="998004"/>
                    <a:pt x="226713" y="1031013"/>
                    <a:pt x="245319" y="1031013"/>
                  </a:cubicBezTo>
                  <a:cubicBezTo>
                    <a:pt x="263925" y="1031013"/>
                    <a:pt x="276633" y="998004"/>
                    <a:pt x="283794" y="93198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97" name="Google Shape;697;p96"/>
            <p:cNvSpPr/>
            <p:nvPr/>
          </p:nvSpPr>
          <p:spPr>
            <a:xfrm>
              <a:off x="4694554" y="2781066"/>
              <a:ext cx="670869" cy="1145562"/>
            </a:xfrm>
            <a:custGeom>
              <a:rect b="b" l="l" r="r" t="t"/>
              <a:pathLst>
                <a:path extrusionOk="0" h="1145562" w="670869">
                  <a:moveTo>
                    <a:pt x="269963" y="1145562"/>
                  </a:moveTo>
                  <a:lnTo>
                    <a:pt x="40933" y="1145562"/>
                  </a:lnTo>
                  <a:lnTo>
                    <a:pt x="0" y="0"/>
                  </a:lnTo>
                  <a:lnTo>
                    <a:pt x="188166" y="0"/>
                  </a:lnTo>
                  <a:lnTo>
                    <a:pt x="163592" y="957339"/>
                  </a:lnTo>
                  <a:lnTo>
                    <a:pt x="188166" y="957339"/>
                  </a:lnTo>
                  <a:lnTo>
                    <a:pt x="261818" y="327283"/>
                  </a:lnTo>
                  <a:lnTo>
                    <a:pt x="409052" y="327283"/>
                  </a:lnTo>
                  <a:lnTo>
                    <a:pt x="482703" y="957339"/>
                  </a:lnTo>
                  <a:lnTo>
                    <a:pt x="507277" y="957339"/>
                  </a:lnTo>
                  <a:lnTo>
                    <a:pt x="482703" y="0"/>
                  </a:lnTo>
                  <a:lnTo>
                    <a:pt x="670870" y="0"/>
                  </a:lnTo>
                  <a:lnTo>
                    <a:pt x="629937" y="1145562"/>
                  </a:lnTo>
                  <a:lnTo>
                    <a:pt x="400907" y="1145562"/>
                  </a:lnTo>
                  <a:lnTo>
                    <a:pt x="343615" y="621909"/>
                  </a:lnTo>
                  <a:lnTo>
                    <a:pt x="327255" y="621909"/>
                  </a:lnTo>
                  <a:lnTo>
                    <a:pt x="269963"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98" name="Google Shape;698;p96"/>
            <p:cNvSpPr/>
            <p:nvPr/>
          </p:nvSpPr>
          <p:spPr>
            <a:xfrm>
              <a:off x="5649990" y="2781066"/>
              <a:ext cx="359903" cy="1145562"/>
            </a:xfrm>
            <a:custGeom>
              <a:rect b="b" l="l" r="r" t="t"/>
              <a:pathLst>
                <a:path extrusionOk="0" h="1145562" w="359903">
                  <a:moveTo>
                    <a:pt x="179952" y="1145562"/>
                  </a:moveTo>
                  <a:lnTo>
                    <a:pt x="0" y="1145562"/>
                  </a:lnTo>
                  <a:lnTo>
                    <a:pt x="0" y="0"/>
                  </a:lnTo>
                  <a:lnTo>
                    <a:pt x="359904" y="0"/>
                  </a:lnTo>
                  <a:lnTo>
                    <a:pt x="359904" y="163642"/>
                  </a:lnTo>
                  <a:lnTo>
                    <a:pt x="179952" y="163642"/>
                  </a:lnTo>
                  <a:lnTo>
                    <a:pt x="179952" y="507289"/>
                  </a:lnTo>
                  <a:lnTo>
                    <a:pt x="310826" y="507289"/>
                  </a:lnTo>
                  <a:lnTo>
                    <a:pt x="310826" y="670931"/>
                  </a:lnTo>
                  <a:lnTo>
                    <a:pt x="179952" y="670931"/>
                  </a:lnTo>
                  <a:lnTo>
                    <a:pt x="179952" y="114549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99" name="Google Shape;699;p96"/>
            <p:cNvSpPr/>
            <p:nvPr/>
          </p:nvSpPr>
          <p:spPr>
            <a:xfrm>
              <a:off x="5995290" y="2781066"/>
              <a:ext cx="490777" cy="1145562"/>
            </a:xfrm>
            <a:custGeom>
              <a:rect b="b" l="l" r="r" t="t"/>
              <a:pathLst>
                <a:path extrusionOk="0" h="1145562" w="490777">
                  <a:moveTo>
                    <a:pt x="490707" y="1145562"/>
                  </a:moveTo>
                  <a:lnTo>
                    <a:pt x="310756" y="1145562"/>
                  </a:lnTo>
                  <a:lnTo>
                    <a:pt x="297696" y="932828"/>
                  </a:lnTo>
                  <a:lnTo>
                    <a:pt x="193011" y="932828"/>
                  </a:lnTo>
                  <a:lnTo>
                    <a:pt x="179952" y="1145562"/>
                  </a:lnTo>
                  <a:lnTo>
                    <a:pt x="0" y="1145562"/>
                  </a:lnTo>
                  <a:lnTo>
                    <a:pt x="98155" y="0"/>
                  </a:lnTo>
                  <a:lnTo>
                    <a:pt x="392622" y="0"/>
                  </a:lnTo>
                  <a:lnTo>
                    <a:pt x="490777" y="1145562"/>
                  </a:lnTo>
                  <a:close/>
                  <a:moveTo>
                    <a:pt x="287867" y="769116"/>
                  </a:moveTo>
                  <a:lnTo>
                    <a:pt x="253533" y="188153"/>
                  </a:lnTo>
                  <a:lnTo>
                    <a:pt x="237174" y="188153"/>
                  </a:lnTo>
                  <a:lnTo>
                    <a:pt x="202841" y="769116"/>
                  </a:lnTo>
                  <a:lnTo>
                    <a:pt x="287937" y="769116"/>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00" name="Google Shape;700;p96"/>
            <p:cNvSpPr/>
            <p:nvPr/>
          </p:nvSpPr>
          <p:spPr>
            <a:xfrm>
              <a:off x="6510501" y="2764842"/>
              <a:ext cx="441769" cy="1178150"/>
            </a:xfrm>
            <a:custGeom>
              <a:rect b="b" l="l" r="r" t="t"/>
              <a:pathLst>
                <a:path extrusionOk="0" h="1178150" w="441769">
                  <a:moveTo>
                    <a:pt x="61435" y="1102861"/>
                  </a:moveTo>
                  <a:cubicBezTo>
                    <a:pt x="20502" y="1052715"/>
                    <a:pt x="70" y="987750"/>
                    <a:pt x="70" y="908106"/>
                  </a:cubicBezTo>
                  <a:cubicBezTo>
                    <a:pt x="70" y="855713"/>
                    <a:pt x="5547" y="812098"/>
                    <a:pt x="16429" y="777193"/>
                  </a:cubicBezTo>
                  <a:lnTo>
                    <a:pt x="180022" y="777193"/>
                  </a:lnTo>
                  <a:cubicBezTo>
                    <a:pt x="174545" y="812098"/>
                    <a:pt x="171807" y="844827"/>
                    <a:pt x="171807" y="875378"/>
                  </a:cubicBezTo>
                  <a:cubicBezTo>
                    <a:pt x="171807" y="927771"/>
                    <a:pt x="175599" y="966750"/>
                    <a:pt x="183252" y="992385"/>
                  </a:cubicBezTo>
                  <a:cubicBezTo>
                    <a:pt x="190905" y="1018020"/>
                    <a:pt x="203402" y="1030873"/>
                    <a:pt x="220885" y="1030873"/>
                  </a:cubicBezTo>
                  <a:cubicBezTo>
                    <a:pt x="236121" y="1030873"/>
                    <a:pt x="246793" y="1022726"/>
                    <a:pt x="252761" y="1006362"/>
                  </a:cubicBezTo>
                  <a:cubicBezTo>
                    <a:pt x="258729" y="989997"/>
                    <a:pt x="261748" y="962185"/>
                    <a:pt x="261748" y="922925"/>
                  </a:cubicBezTo>
                  <a:cubicBezTo>
                    <a:pt x="261748" y="874957"/>
                    <a:pt x="252199" y="831272"/>
                    <a:pt x="233102" y="792012"/>
                  </a:cubicBezTo>
                  <a:cubicBezTo>
                    <a:pt x="214004" y="752752"/>
                    <a:pt x="184305" y="705275"/>
                    <a:pt x="143933" y="649651"/>
                  </a:cubicBezTo>
                  <a:cubicBezTo>
                    <a:pt x="97032" y="586371"/>
                    <a:pt x="61294" y="528851"/>
                    <a:pt x="36791" y="477019"/>
                  </a:cubicBezTo>
                  <a:cubicBezTo>
                    <a:pt x="12217" y="425188"/>
                    <a:pt x="0" y="364366"/>
                    <a:pt x="0" y="294555"/>
                  </a:cubicBezTo>
                  <a:cubicBezTo>
                    <a:pt x="0" y="204025"/>
                    <a:pt x="19870" y="132318"/>
                    <a:pt x="59680" y="79363"/>
                  </a:cubicBezTo>
                  <a:cubicBezTo>
                    <a:pt x="99489" y="26478"/>
                    <a:pt x="153201" y="0"/>
                    <a:pt x="220815" y="0"/>
                  </a:cubicBezTo>
                  <a:cubicBezTo>
                    <a:pt x="288428" y="0"/>
                    <a:pt x="339402" y="25143"/>
                    <a:pt x="380335" y="75289"/>
                  </a:cubicBezTo>
                  <a:cubicBezTo>
                    <a:pt x="421268" y="125505"/>
                    <a:pt x="441700" y="190400"/>
                    <a:pt x="441700" y="270044"/>
                  </a:cubicBezTo>
                  <a:cubicBezTo>
                    <a:pt x="441700" y="322437"/>
                    <a:pt x="436223" y="366052"/>
                    <a:pt x="425341" y="400957"/>
                  </a:cubicBezTo>
                  <a:lnTo>
                    <a:pt x="261748" y="400957"/>
                  </a:lnTo>
                  <a:cubicBezTo>
                    <a:pt x="267225" y="366052"/>
                    <a:pt x="269963" y="333323"/>
                    <a:pt x="269963" y="302772"/>
                  </a:cubicBezTo>
                  <a:cubicBezTo>
                    <a:pt x="269963" y="250379"/>
                    <a:pt x="266101" y="211400"/>
                    <a:pt x="258518" y="185765"/>
                  </a:cubicBezTo>
                  <a:cubicBezTo>
                    <a:pt x="250865" y="160130"/>
                    <a:pt x="238297" y="147278"/>
                    <a:pt x="220885" y="147278"/>
                  </a:cubicBezTo>
                  <a:cubicBezTo>
                    <a:pt x="205579" y="147278"/>
                    <a:pt x="194977" y="155073"/>
                    <a:pt x="189009" y="170665"/>
                  </a:cubicBezTo>
                  <a:cubicBezTo>
                    <a:pt x="182971" y="186257"/>
                    <a:pt x="180022" y="212734"/>
                    <a:pt x="180022" y="250168"/>
                  </a:cubicBezTo>
                  <a:cubicBezTo>
                    <a:pt x="180022" y="295890"/>
                    <a:pt x="189571" y="337467"/>
                    <a:pt x="208668" y="374901"/>
                  </a:cubicBezTo>
                  <a:cubicBezTo>
                    <a:pt x="227766" y="412335"/>
                    <a:pt x="257465" y="457565"/>
                    <a:pt x="297837" y="510520"/>
                  </a:cubicBezTo>
                  <a:cubicBezTo>
                    <a:pt x="344738" y="575555"/>
                    <a:pt x="380476" y="634691"/>
                    <a:pt x="404979" y="687927"/>
                  </a:cubicBezTo>
                  <a:cubicBezTo>
                    <a:pt x="429483" y="741164"/>
                    <a:pt x="441770" y="803741"/>
                    <a:pt x="441770" y="875448"/>
                  </a:cubicBezTo>
                  <a:cubicBezTo>
                    <a:pt x="441770" y="968506"/>
                    <a:pt x="421830" y="1042250"/>
                    <a:pt x="382090" y="1096610"/>
                  </a:cubicBezTo>
                  <a:cubicBezTo>
                    <a:pt x="342281" y="1150970"/>
                    <a:pt x="288569" y="1178150"/>
                    <a:pt x="220955" y="1178150"/>
                  </a:cubicBezTo>
                  <a:cubicBezTo>
                    <a:pt x="153341" y="1178150"/>
                    <a:pt x="102368" y="1153077"/>
                    <a:pt x="61435" y="110286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01" name="Google Shape;701;p96"/>
            <p:cNvSpPr/>
            <p:nvPr/>
          </p:nvSpPr>
          <p:spPr>
            <a:xfrm>
              <a:off x="6968630" y="2781066"/>
              <a:ext cx="474418" cy="1145562"/>
            </a:xfrm>
            <a:custGeom>
              <a:rect b="b" l="l" r="r" t="t"/>
              <a:pathLst>
                <a:path extrusionOk="0" h="1145562" w="474418">
                  <a:moveTo>
                    <a:pt x="327185" y="1145562"/>
                  </a:moveTo>
                  <a:lnTo>
                    <a:pt x="147233" y="1145562"/>
                  </a:lnTo>
                  <a:lnTo>
                    <a:pt x="147233" y="163642"/>
                  </a:lnTo>
                  <a:lnTo>
                    <a:pt x="0" y="163642"/>
                  </a:lnTo>
                  <a:lnTo>
                    <a:pt x="0" y="0"/>
                  </a:lnTo>
                  <a:lnTo>
                    <a:pt x="474418" y="0"/>
                  </a:lnTo>
                  <a:lnTo>
                    <a:pt x="474418" y="163642"/>
                  </a:lnTo>
                  <a:lnTo>
                    <a:pt x="327185" y="163642"/>
                  </a:lnTo>
                  <a:lnTo>
                    <a:pt x="327185" y="114549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02" name="Google Shape;702;p96"/>
            <p:cNvSpPr/>
            <p:nvPr/>
          </p:nvSpPr>
          <p:spPr>
            <a:xfrm>
              <a:off x="7676993" y="2781066"/>
              <a:ext cx="359903" cy="1145562"/>
            </a:xfrm>
            <a:custGeom>
              <a:rect b="b" l="l" r="r" t="t"/>
              <a:pathLst>
                <a:path extrusionOk="0" h="1145562" w="359903">
                  <a:moveTo>
                    <a:pt x="179951" y="1145562"/>
                  </a:moveTo>
                  <a:lnTo>
                    <a:pt x="0" y="1145562"/>
                  </a:lnTo>
                  <a:lnTo>
                    <a:pt x="0" y="0"/>
                  </a:lnTo>
                  <a:lnTo>
                    <a:pt x="359903" y="0"/>
                  </a:lnTo>
                  <a:lnTo>
                    <a:pt x="359903" y="163642"/>
                  </a:lnTo>
                  <a:lnTo>
                    <a:pt x="179951" y="163642"/>
                  </a:lnTo>
                  <a:lnTo>
                    <a:pt x="179951" y="507289"/>
                  </a:lnTo>
                  <a:lnTo>
                    <a:pt x="310826" y="507289"/>
                  </a:lnTo>
                  <a:lnTo>
                    <a:pt x="310826" y="670931"/>
                  </a:lnTo>
                  <a:lnTo>
                    <a:pt x="179951" y="670931"/>
                  </a:lnTo>
                  <a:lnTo>
                    <a:pt x="179951" y="114549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03" name="Google Shape;703;p96"/>
            <p:cNvSpPr/>
            <p:nvPr/>
          </p:nvSpPr>
          <p:spPr>
            <a:xfrm>
              <a:off x="8102333" y="2781066"/>
              <a:ext cx="368118" cy="1145562"/>
            </a:xfrm>
            <a:custGeom>
              <a:rect b="b" l="l" r="r" t="t"/>
              <a:pathLst>
                <a:path extrusionOk="0" h="1145562" w="368118">
                  <a:moveTo>
                    <a:pt x="368118" y="1145562"/>
                  </a:moveTo>
                  <a:lnTo>
                    <a:pt x="0" y="1145562"/>
                  </a:lnTo>
                  <a:lnTo>
                    <a:pt x="0" y="0"/>
                  </a:lnTo>
                  <a:lnTo>
                    <a:pt x="368118" y="0"/>
                  </a:lnTo>
                  <a:lnTo>
                    <a:pt x="368118" y="163642"/>
                  </a:lnTo>
                  <a:lnTo>
                    <a:pt x="179952" y="163642"/>
                  </a:lnTo>
                  <a:lnTo>
                    <a:pt x="179952" y="482778"/>
                  </a:lnTo>
                  <a:lnTo>
                    <a:pt x="319041" y="482778"/>
                  </a:lnTo>
                  <a:lnTo>
                    <a:pt x="319041" y="646420"/>
                  </a:lnTo>
                  <a:lnTo>
                    <a:pt x="179952" y="646420"/>
                  </a:lnTo>
                  <a:lnTo>
                    <a:pt x="179952" y="981921"/>
                  </a:lnTo>
                  <a:lnTo>
                    <a:pt x="368118" y="981921"/>
                  </a:lnTo>
                  <a:lnTo>
                    <a:pt x="368118"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04" name="Google Shape;704;p96"/>
            <p:cNvSpPr/>
            <p:nvPr/>
          </p:nvSpPr>
          <p:spPr>
            <a:xfrm>
              <a:off x="8535818" y="2781066"/>
              <a:ext cx="368118" cy="1145562"/>
            </a:xfrm>
            <a:custGeom>
              <a:rect b="b" l="l" r="r" t="t"/>
              <a:pathLst>
                <a:path extrusionOk="0" h="1145562" w="368118">
                  <a:moveTo>
                    <a:pt x="368119" y="1145562"/>
                  </a:moveTo>
                  <a:lnTo>
                    <a:pt x="0" y="1145562"/>
                  </a:lnTo>
                  <a:lnTo>
                    <a:pt x="0" y="0"/>
                  </a:lnTo>
                  <a:lnTo>
                    <a:pt x="368119" y="0"/>
                  </a:lnTo>
                  <a:lnTo>
                    <a:pt x="368119" y="163642"/>
                  </a:lnTo>
                  <a:lnTo>
                    <a:pt x="179952" y="163642"/>
                  </a:lnTo>
                  <a:lnTo>
                    <a:pt x="179952" y="482778"/>
                  </a:lnTo>
                  <a:lnTo>
                    <a:pt x="319041" y="482778"/>
                  </a:lnTo>
                  <a:lnTo>
                    <a:pt x="319041" y="646420"/>
                  </a:lnTo>
                  <a:lnTo>
                    <a:pt x="179952" y="646420"/>
                  </a:lnTo>
                  <a:lnTo>
                    <a:pt x="179952" y="981921"/>
                  </a:lnTo>
                  <a:lnTo>
                    <a:pt x="368119" y="981921"/>
                  </a:lnTo>
                  <a:lnTo>
                    <a:pt x="368119"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05" name="Google Shape;705;p96"/>
            <p:cNvSpPr/>
            <p:nvPr/>
          </p:nvSpPr>
          <p:spPr>
            <a:xfrm>
              <a:off x="8969374" y="2781066"/>
              <a:ext cx="368118" cy="1145562"/>
            </a:xfrm>
            <a:custGeom>
              <a:rect b="b" l="l" r="r" t="t"/>
              <a:pathLst>
                <a:path extrusionOk="0" h="1145562" w="368118">
                  <a:moveTo>
                    <a:pt x="368118" y="1145562"/>
                  </a:moveTo>
                  <a:lnTo>
                    <a:pt x="0" y="1145562"/>
                  </a:lnTo>
                  <a:lnTo>
                    <a:pt x="0" y="0"/>
                  </a:lnTo>
                  <a:lnTo>
                    <a:pt x="179952" y="0"/>
                  </a:lnTo>
                  <a:lnTo>
                    <a:pt x="179952" y="981850"/>
                  </a:lnTo>
                  <a:lnTo>
                    <a:pt x="368118" y="981850"/>
                  </a:lnTo>
                  <a:lnTo>
                    <a:pt x="368118" y="114549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06" name="Google Shape;706;p96"/>
            <p:cNvSpPr/>
            <p:nvPr/>
          </p:nvSpPr>
          <p:spPr>
            <a:xfrm>
              <a:off x="9361925" y="2764842"/>
              <a:ext cx="441770" cy="1178150"/>
            </a:xfrm>
            <a:custGeom>
              <a:rect b="b" l="l" r="r" t="t"/>
              <a:pathLst>
                <a:path extrusionOk="0" h="1178150" w="441770">
                  <a:moveTo>
                    <a:pt x="61435" y="1102861"/>
                  </a:moveTo>
                  <a:cubicBezTo>
                    <a:pt x="20502" y="1052715"/>
                    <a:pt x="70" y="987750"/>
                    <a:pt x="70" y="908106"/>
                  </a:cubicBezTo>
                  <a:cubicBezTo>
                    <a:pt x="70" y="855713"/>
                    <a:pt x="5547" y="812098"/>
                    <a:pt x="16430" y="777193"/>
                  </a:cubicBezTo>
                  <a:lnTo>
                    <a:pt x="180022" y="777193"/>
                  </a:lnTo>
                  <a:cubicBezTo>
                    <a:pt x="174546" y="812098"/>
                    <a:pt x="171808" y="844827"/>
                    <a:pt x="171808" y="875378"/>
                  </a:cubicBezTo>
                  <a:cubicBezTo>
                    <a:pt x="171808" y="927771"/>
                    <a:pt x="175599" y="966750"/>
                    <a:pt x="183252" y="992385"/>
                  </a:cubicBezTo>
                  <a:cubicBezTo>
                    <a:pt x="190905" y="1018020"/>
                    <a:pt x="203403" y="1030873"/>
                    <a:pt x="220886" y="1030873"/>
                  </a:cubicBezTo>
                  <a:cubicBezTo>
                    <a:pt x="236121" y="1030873"/>
                    <a:pt x="246793" y="1022726"/>
                    <a:pt x="252761" y="1006362"/>
                  </a:cubicBezTo>
                  <a:cubicBezTo>
                    <a:pt x="258730" y="989997"/>
                    <a:pt x="261748" y="962185"/>
                    <a:pt x="261748" y="922925"/>
                  </a:cubicBezTo>
                  <a:cubicBezTo>
                    <a:pt x="261748" y="874957"/>
                    <a:pt x="252200" y="831272"/>
                    <a:pt x="233102" y="792012"/>
                  </a:cubicBezTo>
                  <a:cubicBezTo>
                    <a:pt x="214005" y="752752"/>
                    <a:pt x="184305" y="705275"/>
                    <a:pt x="143933" y="649651"/>
                  </a:cubicBezTo>
                  <a:cubicBezTo>
                    <a:pt x="97033" y="586371"/>
                    <a:pt x="61295" y="528851"/>
                    <a:pt x="36792" y="477019"/>
                  </a:cubicBezTo>
                  <a:cubicBezTo>
                    <a:pt x="12218" y="425188"/>
                    <a:pt x="0" y="364366"/>
                    <a:pt x="0" y="294555"/>
                  </a:cubicBezTo>
                  <a:cubicBezTo>
                    <a:pt x="0" y="204025"/>
                    <a:pt x="19870" y="132318"/>
                    <a:pt x="59680" y="79363"/>
                  </a:cubicBezTo>
                  <a:cubicBezTo>
                    <a:pt x="99490" y="26478"/>
                    <a:pt x="153202" y="0"/>
                    <a:pt x="220815" y="0"/>
                  </a:cubicBezTo>
                  <a:cubicBezTo>
                    <a:pt x="288429" y="0"/>
                    <a:pt x="339402" y="25143"/>
                    <a:pt x="380335" y="75289"/>
                  </a:cubicBezTo>
                  <a:cubicBezTo>
                    <a:pt x="421268" y="125505"/>
                    <a:pt x="441700" y="190400"/>
                    <a:pt x="441700" y="270044"/>
                  </a:cubicBezTo>
                  <a:cubicBezTo>
                    <a:pt x="441700" y="322437"/>
                    <a:pt x="436223" y="366052"/>
                    <a:pt x="425341" y="400957"/>
                  </a:cubicBezTo>
                  <a:lnTo>
                    <a:pt x="261748" y="400957"/>
                  </a:lnTo>
                  <a:cubicBezTo>
                    <a:pt x="267225" y="366052"/>
                    <a:pt x="269963" y="333323"/>
                    <a:pt x="269963" y="302772"/>
                  </a:cubicBezTo>
                  <a:cubicBezTo>
                    <a:pt x="269963" y="250379"/>
                    <a:pt x="266101" y="211400"/>
                    <a:pt x="258519" y="185765"/>
                  </a:cubicBezTo>
                  <a:cubicBezTo>
                    <a:pt x="250866" y="160130"/>
                    <a:pt x="238298" y="147278"/>
                    <a:pt x="220886" y="147278"/>
                  </a:cubicBezTo>
                  <a:cubicBezTo>
                    <a:pt x="205579" y="147278"/>
                    <a:pt x="194977" y="155073"/>
                    <a:pt x="189009" y="170665"/>
                  </a:cubicBezTo>
                  <a:cubicBezTo>
                    <a:pt x="182971" y="186257"/>
                    <a:pt x="180022" y="212734"/>
                    <a:pt x="180022" y="250168"/>
                  </a:cubicBezTo>
                  <a:cubicBezTo>
                    <a:pt x="180022" y="295890"/>
                    <a:pt x="189571" y="337467"/>
                    <a:pt x="208669" y="374901"/>
                  </a:cubicBezTo>
                  <a:cubicBezTo>
                    <a:pt x="227766" y="412335"/>
                    <a:pt x="257465" y="457565"/>
                    <a:pt x="297837" y="510520"/>
                  </a:cubicBezTo>
                  <a:cubicBezTo>
                    <a:pt x="344739" y="575555"/>
                    <a:pt x="380476" y="634691"/>
                    <a:pt x="404980" y="687927"/>
                  </a:cubicBezTo>
                  <a:cubicBezTo>
                    <a:pt x="429483" y="741164"/>
                    <a:pt x="441770" y="803741"/>
                    <a:pt x="441770" y="875448"/>
                  </a:cubicBezTo>
                  <a:cubicBezTo>
                    <a:pt x="441770" y="968506"/>
                    <a:pt x="421831" y="1042250"/>
                    <a:pt x="382091" y="1096610"/>
                  </a:cubicBezTo>
                  <a:cubicBezTo>
                    <a:pt x="342281" y="1150970"/>
                    <a:pt x="288569" y="1178150"/>
                    <a:pt x="220956" y="1178150"/>
                  </a:cubicBezTo>
                  <a:cubicBezTo>
                    <a:pt x="153342" y="1178150"/>
                    <a:pt x="102369" y="1153077"/>
                    <a:pt x="61435" y="110286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pic>
        <p:nvPicPr>
          <p:cNvPr id="707" name="Google Shape;707;p96"/>
          <p:cNvPicPr preferRelativeResize="0"/>
          <p:nvPr/>
        </p:nvPicPr>
        <p:blipFill rotWithShape="1">
          <a:blip r:embed="rId3">
            <a:alphaModFix/>
          </a:blip>
          <a:srcRect b="0" l="0" r="0" t="0"/>
          <a:stretch/>
        </p:blipFill>
        <p:spPr>
          <a:xfrm>
            <a:off x="298725" y="4880004"/>
            <a:ext cx="413251" cy="129343"/>
          </a:xfrm>
          <a:prstGeom prst="rect">
            <a:avLst/>
          </a:prstGeom>
          <a:noFill/>
          <a:ln>
            <a:noFill/>
          </a:ln>
        </p:spPr>
      </p:pic>
      <p:sp>
        <p:nvSpPr>
          <p:cNvPr id="708" name="Google Shape;708;p96"/>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709" name="Google Shape;709;p96"/>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Texture Tagline - Hyper ">
  <p:cSld name="BLANK_1_1_1">
    <p:bg>
      <p:bgPr>
        <a:solidFill>
          <a:schemeClr val="accent1"/>
        </a:solidFill>
      </p:bgPr>
    </p:bg>
    <p:spTree>
      <p:nvGrpSpPr>
        <p:cNvPr id="710" name="Shape 710"/>
        <p:cNvGrpSpPr/>
        <p:nvPr/>
      </p:nvGrpSpPr>
      <p:grpSpPr>
        <a:xfrm>
          <a:off x="0" y="0"/>
          <a:ext cx="0" cy="0"/>
          <a:chOff x="0" y="0"/>
          <a:chExt cx="0" cy="0"/>
        </a:xfrm>
      </p:grpSpPr>
      <p:pic>
        <p:nvPicPr>
          <p:cNvPr id="711" name="Google Shape;711;p97"/>
          <p:cNvPicPr preferRelativeResize="0"/>
          <p:nvPr/>
        </p:nvPicPr>
        <p:blipFill rotWithShape="1">
          <a:blip r:embed="rId2">
            <a:alphaModFix/>
          </a:blip>
          <a:srcRect b="0" l="0" r="0" t="0"/>
          <a:stretch/>
        </p:blipFill>
        <p:spPr>
          <a:xfrm>
            <a:off x="0" y="0"/>
            <a:ext cx="9144003" cy="5143501"/>
          </a:xfrm>
          <a:prstGeom prst="rect">
            <a:avLst/>
          </a:prstGeom>
          <a:noFill/>
          <a:ln>
            <a:noFill/>
          </a:ln>
        </p:spPr>
      </p:pic>
      <p:grpSp>
        <p:nvGrpSpPr>
          <p:cNvPr id="712" name="Google Shape;712;p97"/>
          <p:cNvGrpSpPr/>
          <p:nvPr/>
        </p:nvGrpSpPr>
        <p:grpSpPr>
          <a:xfrm>
            <a:off x="1942026" y="2177798"/>
            <a:ext cx="5259945" cy="797231"/>
            <a:chOff x="2029611" y="2764702"/>
            <a:chExt cx="7774084" cy="1178290"/>
          </a:xfrm>
        </p:grpSpPr>
        <p:sp>
          <p:nvSpPr>
            <p:cNvPr id="713" name="Google Shape;713;p97"/>
            <p:cNvSpPr/>
            <p:nvPr/>
          </p:nvSpPr>
          <p:spPr>
            <a:xfrm>
              <a:off x="2029611" y="2764702"/>
              <a:ext cx="441770" cy="1178150"/>
            </a:xfrm>
            <a:custGeom>
              <a:rect b="b" l="l" r="r" t="t"/>
              <a:pathLst>
                <a:path extrusionOk="0" h="1178150" w="441770">
                  <a:moveTo>
                    <a:pt x="61365" y="1103001"/>
                  </a:moveTo>
                  <a:cubicBezTo>
                    <a:pt x="20432" y="1052855"/>
                    <a:pt x="0" y="987890"/>
                    <a:pt x="0" y="908247"/>
                  </a:cubicBezTo>
                  <a:cubicBezTo>
                    <a:pt x="0" y="855853"/>
                    <a:pt x="5476" y="812239"/>
                    <a:pt x="16359" y="777333"/>
                  </a:cubicBezTo>
                  <a:lnTo>
                    <a:pt x="179952" y="777333"/>
                  </a:lnTo>
                  <a:cubicBezTo>
                    <a:pt x="174475" y="812239"/>
                    <a:pt x="171737" y="844967"/>
                    <a:pt x="171737" y="875518"/>
                  </a:cubicBezTo>
                  <a:cubicBezTo>
                    <a:pt x="171737" y="927912"/>
                    <a:pt x="175528" y="966891"/>
                    <a:pt x="183182" y="992526"/>
                  </a:cubicBezTo>
                  <a:cubicBezTo>
                    <a:pt x="190764" y="1018161"/>
                    <a:pt x="203332" y="1031013"/>
                    <a:pt x="220815" y="1031013"/>
                  </a:cubicBezTo>
                  <a:cubicBezTo>
                    <a:pt x="236051" y="1031013"/>
                    <a:pt x="246723" y="1022866"/>
                    <a:pt x="252691" y="1006502"/>
                  </a:cubicBezTo>
                  <a:cubicBezTo>
                    <a:pt x="258659" y="990138"/>
                    <a:pt x="261678" y="962326"/>
                    <a:pt x="261678" y="923066"/>
                  </a:cubicBezTo>
                  <a:cubicBezTo>
                    <a:pt x="261678" y="875097"/>
                    <a:pt x="252129" y="831412"/>
                    <a:pt x="233032" y="792152"/>
                  </a:cubicBezTo>
                  <a:cubicBezTo>
                    <a:pt x="213934" y="752892"/>
                    <a:pt x="184235" y="705415"/>
                    <a:pt x="143863" y="649791"/>
                  </a:cubicBezTo>
                  <a:cubicBezTo>
                    <a:pt x="96962" y="586512"/>
                    <a:pt x="61224" y="528991"/>
                    <a:pt x="36721" y="477160"/>
                  </a:cubicBezTo>
                  <a:cubicBezTo>
                    <a:pt x="12287" y="425258"/>
                    <a:pt x="0" y="364366"/>
                    <a:pt x="0" y="294555"/>
                  </a:cubicBezTo>
                  <a:cubicBezTo>
                    <a:pt x="0" y="204025"/>
                    <a:pt x="19870" y="132318"/>
                    <a:pt x="59750" y="79363"/>
                  </a:cubicBezTo>
                  <a:cubicBezTo>
                    <a:pt x="99490" y="26478"/>
                    <a:pt x="153201" y="0"/>
                    <a:pt x="220885" y="0"/>
                  </a:cubicBezTo>
                  <a:cubicBezTo>
                    <a:pt x="288569" y="0"/>
                    <a:pt x="339472" y="25143"/>
                    <a:pt x="380405" y="75289"/>
                  </a:cubicBezTo>
                  <a:cubicBezTo>
                    <a:pt x="421339" y="125505"/>
                    <a:pt x="441770" y="190400"/>
                    <a:pt x="441770" y="270044"/>
                  </a:cubicBezTo>
                  <a:cubicBezTo>
                    <a:pt x="441770" y="322437"/>
                    <a:pt x="436294" y="366052"/>
                    <a:pt x="425411" y="400957"/>
                  </a:cubicBezTo>
                  <a:lnTo>
                    <a:pt x="261818" y="400957"/>
                  </a:lnTo>
                  <a:cubicBezTo>
                    <a:pt x="267295" y="366052"/>
                    <a:pt x="269963" y="333323"/>
                    <a:pt x="269963" y="302772"/>
                  </a:cubicBezTo>
                  <a:cubicBezTo>
                    <a:pt x="269963" y="250379"/>
                    <a:pt x="266101" y="211400"/>
                    <a:pt x="258518" y="185765"/>
                  </a:cubicBezTo>
                  <a:cubicBezTo>
                    <a:pt x="250865" y="160130"/>
                    <a:pt x="238297" y="147278"/>
                    <a:pt x="220885" y="147278"/>
                  </a:cubicBezTo>
                  <a:cubicBezTo>
                    <a:pt x="205579" y="147278"/>
                    <a:pt x="194977" y="155073"/>
                    <a:pt x="189009" y="170665"/>
                  </a:cubicBezTo>
                  <a:cubicBezTo>
                    <a:pt x="182971" y="186257"/>
                    <a:pt x="180022" y="212734"/>
                    <a:pt x="180022" y="250168"/>
                  </a:cubicBezTo>
                  <a:cubicBezTo>
                    <a:pt x="180022" y="295890"/>
                    <a:pt x="189571" y="337467"/>
                    <a:pt x="208668" y="374901"/>
                  </a:cubicBezTo>
                  <a:cubicBezTo>
                    <a:pt x="227766" y="412335"/>
                    <a:pt x="257465" y="457565"/>
                    <a:pt x="297837" y="510520"/>
                  </a:cubicBezTo>
                  <a:cubicBezTo>
                    <a:pt x="344738" y="575555"/>
                    <a:pt x="380475" y="634691"/>
                    <a:pt x="404979" y="687927"/>
                  </a:cubicBezTo>
                  <a:cubicBezTo>
                    <a:pt x="429483" y="741164"/>
                    <a:pt x="441770" y="803741"/>
                    <a:pt x="441770" y="875448"/>
                  </a:cubicBezTo>
                  <a:cubicBezTo>
                    <a:pt x="441770" y="968506"/>
                    <a:pt x="421830" y="1042250"/>
                    <a:pt x="382020" y="1096610"/>
                  </a:cubicBezTo>
                  <a:cubicBezTo>
                    <a:pt x="342210" y="1150970"/>
                    <a:pt x="288499" y="1178150"/>
                    <a:pt x="220885" y="1178150"/>
                  </a:cubicBezTo>
                  <a:cubicBezTo>
                    <a:pt x="153271" y="1178150"/>
                    <a:pt x="102298" y="1153077"/>
                    <a:pt x="61365" y="110286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14" name="Google Shape;714;p97"/>
            <p:cNvSpPr/>
            <p:nvPr/>
          </p:nvSpPr>
          <p:spPr>
            <a:xfrm>
              <a:off x="2544892" y="2781066"/>
              <a:ext cx="368118" cy="1145562"/>
            </a:xfrm>
            <a:custGeom>
              <a:rect b="b" l="l" r="r" t="t"/>
              <a:pathLst>
                <a:path extrusionOk="0" h="1145562" w="368118">
                  <a:moveTo>
                    <a:pt x="368118" y="1145562"/>
                  </a:moveTo>
                  <a:lnTo>
                    <a:pt x="0" y="1145562"/>
                  </a:lnTo>
                  <a:lnTo>
                    <a:pt x="0" y="0"/>
                  </a:lnTo>
                  <a:lnTo>
                    <a:pt x="368118" y="0"/>
                  </a:lnTo>
                  <a:lnTo>
                    <a:pt x="368118" y="163642"/>
                  </a:lnTo>
                  <a:lnTo>
                    <a:pt x="179952" y="163642"/>
                  </a:lnTo>
                  <a:lnTo>
                    <a:pt x="179952" y="482778"/>
                  </a:lnTo>
                  <a:lnTo>
                    <a:pt x="319041" y="482778"/>
                  </a:lnTo>
                  <a:lnTo>
                    <a:pt x="319041" y="646420"/>
                  </a:lnTo>
                  <a:lnTo>
                    <a:pt x="179952" y="646420"/>
                  </a:lnTo>
                  <a:lnTo>
                    <a:pt x="179952" y="981921"/>
                  </a:lnTo>
                  <a:lnTo>
                    <a:pt x="368118" y="981921"/>
                  </a:lnTo>
                  <a:lnTo>
                    <a:pt x="368118"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15" name="Google Shape;715;p97"/>
            <p:cNvSpPr/>
            <p:nvPr/>
          </p:nvSpPr>
          <p:spPr>
            <a:xfrm>
              <a:off x="2978447" y="2781066"/>
              <a:ext cx="368118" cy="1145562"/>
            </a:xfrm>
            <a:custGeom>
              <a:rect b="b" l="l" r="r" t="t"/>
              <a:pathLst>
                <a:path extrusionOk="0" h="1145562" w="368118">
                  <a:moveTo>
                    <a:pt x="368118" y="1145562"/>
                  </a:moveTo>
                  <a:lnTo>
                    <a:pt x="0" y="1145562"/>
                  </a:lnTo>
                  <a:lnTo>
                    <a:pt x="0" y="0"/>
                  </a:lnTo>
                  <a:lnTo>
                    <a:pt x="368118" y="0"/>
                  </a:lnTo>
                  <a:lnTo>
                    <a:pt x="368118" y="163642"/>
                  </a:lnTo>
                  <a:lnTo>
                    <a:pt x="179952" y="163642"/>
                  </a:lnTo>
                  <a:lnTo>
                    <a:pt x="179952" y="482778"/>
                  </a:lnTo>
                  <a:lnTo>
                    <a:pt x="319041" y="482778"/>
                  </a:lnTo>
                  <a:lnTo>
                    <a:pt x="319041" y="646420"/>
                  </a:lnTo>
                  <a:lnTo>
                    <a:pt x="179952" y="646420"/>
                  </a:lnTo>
                  <a:lnTo>
                    <a:pt x="179952" y="981921"/>
                  </a:lnTo>
                  <a:lnTo>
                    <a:pt x="368118" y="981921"/>
                  </a:lnTo>
                  <a:lnTo>
                    <a:pt x="368118"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16" name="Google Shape;716;p97"/>
            <p:cNvSpPr/>
            <p:nvPr/>
          </p:nvSpPr>
          <p:spPr>
            <a:xfrm>
              <a:off x="3614913" y="2781066"/>
              <a:ext cx="441699" cy="1145562"/>
            </a:xfrm>
            <a:custGeom>
              <a:rect b="b" l="l" r="r" t="t"/>
              <a:pathLst>
                <a:path extrusionOk="0" h="1145562" w="441699">
                  <a:moveTo>
                    <a:pt x="179952" y="1145562"/>
                  </a:moveTo>
                  <a:lnTo>
                    <a:pt x="0" y="1145562"/>
                  </a:lnTo>
                  <a:lnTo>
                    <a:pt x="0" y="0"/>
                  </a:lnTo>
                  <a:lnTo>
                    <a:pt x="179952" y="0"/>
                  </a:lnTo>
                  <a:lnTo>
                    <a:pt x="179952" y="490925"/>
                  </a:lnTo>
                  <a:lnTo>
                    <a:pt x="261748" y="490925"/>
                  </a:lnTo>
                  <a:lnTo>
                    <a:pt x="261748" y="0"/>
                  </a:lnTo>
                  <a:lnTo>
                    <a:pt x="441700" y="0"/>
                  </a:lnTo>
                  <a:lnTo>
                    <a:pt x="441700" y="1145562"/>
                  </a:lnTo>
                  <a:lnTo>
                    <a:pt x="261748" y="1145562"/>
                  </a:lnTo>
                  <a:lnTo>
                    <a:pt x="261748" y="654637"/>
                  </a:lnTo>
                  <a:lnTo>
                    <a:pt x="179952" y="654637"/>
                  </a:lnTo>
                  <a:lnTo>
                    <a:pt x="179952"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17" name="Google Shape;717;p97"/>
            <p:cNvSpPr/>
            <p:nvPr/>
          </p:nvSpPr>
          <p:spPr>
            <a:xfrm>
              <a:off x="4138409" y="2764702"/>
              <a:ext cx="490777" cy="1178220"/>
            </a:xfrm>
            <a:custGeom>
              <a:rect b="b" l="l" r="r" t="t"/>
              <a:pathLst>
                <a:path extrusionOk="0" h="1178220" w="490777">
                  <a:moveTo>
                    <a:pt x="60522" y="1033401"/>
                  </a:moveTo>
                  <a:cubicBezTo>
                    <a:pt x="20151" y="936831"/>
                    <a:pt x="0" y="788711"/>
                    <a:pt x="0" y="589110"/>
                  </a:cubicBezTo>
                  <a:cubicBezTo>
                    <a:pt x="0" y="389509"/>
                    <a:pt x="20151" y="241389"/>
                    <a:pt x="60522" y="144819"/>
                  </a:cubicBezTo>
                  <a:cubicBezTo>
                    <a:pt x="100894" y="48250"/>
                    <a:pt x="162469" y="0"/>
                    <a:pt x="245389" y="0"/>
                  </a:cubicBezTo>
                  <a:cubicBezTo>
                    <a:pt x="328308" y="0"/>
                    <a:pt x="389884" y="48250"/>
                    <a:pt x="430255" y="144819"/>
                  </a:cubicBezTo>
                  <a:cubicBezTo>
                    <a:pt x="470627" y="241389"/>
                    <a:pt x="490778" y="389509"/>
                    <a:pt x="490778" y="589110"/>
                  </a:cubicBezTo>
                  <a:cubicBezTo>
                    <a:pt x="490778" y="788711"/>
                    <a:pt x="470557" y="936831"/>
                    <a:pt x="430255" y="1033401"/>
                  </a:cubicBezTo>
                  <a:cubicBezTo>
                    <a:pt x="389884" y="1129971"/>
                    <a:pt x="328238" y="1178220"/>
                    <a:pt x="245389" y="1178220"/>
                  </a:cubicBezTo>
                  <a:cubicBezTo>
                    <a:pt x="162539" y="1178220"/>
                    <a:pt x="100894" y="1129971"/>
                    <a:pt x="60522" y="1033401"/>
                  </a:cubicBezTo>
                  <a:close/>
                  <a:moveTo>
                    <a:pt x="283794" y="931985"/>
                  </a:moveTo>
                  <a:cubicBezTo>
                    <a:pt x="290886" y="865967"/>
                    <a:pt x="294396" y="751698"/>
                    <a:pt x="294396" y="589110"/>
                  </a:cubicBezTo>
                  <a:cubicBezTo>
                    <a:pt x="294396" y="426522"/>
                    <a:pt x="290815" y="312324"/>
                    <a:pt x="283794" y="246235"/>
                  </a:cubicBezTo>
                  <a:cubicBezTo>
                    <a:pt x="276703" y="180217"/>
                    <a:pt x="263854" y="147207"/>
                    <a:pt x="245319" y="147207"/>
                  </a:cubicBezTo>
                  <a:cubicBezTo>
                    <a:pt x="226783" y="147207"/>
                    <a:pt x="213934" y="180217"/>
                    <a:pt x="206843" y="246235"/>
                  </a:cubicBezTo>
                  <a:cubicBezTo>
                    <a:pt x="199751" y="312254"/>
                    <a:pt x="196241" y="426522"/>
                    <a:pt x="196241" y="589110"/>
                  </a:cubicBezTo>
                  <a:cubicBezTo>
                    <a:pt x="196241" y="751698"/>
                    <a:pt x="199751" y="865967"/>
                    <a:pt x="206843" y="931985"/>
                  </a:cubicBezTo>
                  <a:cubicBezTo>
                    <a:pt x="213934" y="998004"/>
                    <a:pt x="226713" y="1031013"/>
                    <a:pt x="245319" y="1031013"/>
                  </a:cubicBezTo>
                  <a:cubicBezTo>
                    <a:pt x="263925" y="1031013"/>
                    <a:pt x="276633" y="998004"/>
                    <a:pt x="283794" y="93198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18" name="Google Shape;718;p97"/>
            <p:cNvSpPr/>
            <p:nvPr/>
          </p:nvSpPr>
          <p:spPr>
            <a:xfrm>
              <a:off x="4694554" y="2781066"/>
              <a:ext cx="670869" cy="1145562"/>
            </a:xfrm>
            <a:custGeom>
              <a:rect b="b" l="l" r="r" t="t"/>
              <a:pathLst>
                <a:path extrusionOk="0" h="1145562" w="670869">
                  <a:moveTo>
                    <a:pt x="269963" y="1145562"/>
                  </a:moveTo>
                  <a:lnTo>
                    <a:pt x="40933" y="1145562"/>
                  </a:lnTo>
                  <a:lnTo>
                    <a:pt x="0" y="0"/>
                  </a:lnTo>
                  <a:lnTo>
                    <a:pt x="188166" y="0"/>
                  </a:lnTo>
                  <a:lnTo>
                    <a:pt x="163592" y="957339"/>
                  </a:lnTo>
                  <a:lnTo>
                    <a:pt x="188166" y="957339"/>
                  </a:lnTo>
                  <a:lnTo>
                    <a:pt x="261818" y="327283"/>
                  </a:lnTo>
                  <a:lnTo>
                    <a:pt x="409052" y="327283"/>
                  </a:lnTo>
                  <a:lnTo>
                    <a:pt x="482703" y="957339"/>
                  </a:lnTo>
                  <a:lnTo>
                    <a:pt x="507277" y="957339"/>
                  </a:lnTo>
                  <a:lnTo>
                    <a:pt x="482703" y="0"/>
                  </a:lnTo>
                  <a:lnTo>
                    <a:pt x="670870" y="0"/>
                  </a:lnTo>
                  <a:lnTo>
                    <a:pt x="629937" y="1145562"/>
                  </a:lnTo>
                  <a:lnTo>
                    <a:pt x="400907" y="1145562"/>
                  </a:lnTo>
                  <a:lnTo>
                    <a:pt x="343615" y="621909"/>
                  </a:lnTo>
                  <a:lnTo>
                    <a:pt x="327255" y="621909"/>
                  </a:lnTo>
                  <a:lnTo>
                    <a:pt x="269963"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19" name="Google Shape;719;p97"/>
            <p:cNvSpPr/>
            <p:nvPr/>
          </p:nvSpPr>
          <p:spPr>
            <a:xfrm>
              <a:off x="5649990" y="2781066"/>
              <a:ext cx="359903" cy="1145562"/>
            </a:xfrm>
            <a:custGeom>
              <a:rect b="b" l="l" r="r" t="t"/>
              <a:pathLst>
                <a:path extrusionOk="0" h="1145562" w="359903">
                  <a:moveTo>
                    <a:pt x="179952" y="1145562"/>
                  </a:moveTo>
                  <a:lnTo>
                    <a:pt x="0" y="1145562"/>
                  </a:lnTo>
                  <a:lnTo>
                    <a:pt x="0" y="0"/>
                  </a:lnTo>
                  <a:lnTo>
                    <a:pt x="359904" y="0"/>
                  </a:lnTo>
                  <a:lnTo>
                    <a:pt x="359904" y="163642"/>
                  </a:lnTo>
                  <a:lnTo>
                    <a:pt x="179952" y="163642"/>
                  </a:lnTo>
                  <a:lnTo>
                    <a:pt x="179952" y="507289"/>
                  </a:lnTo>
                  <a:lnTo>
                    <a:pt x="310826" y="507289"/>
                  </a:lnTo>
                  <a:lnTo>
                    <a:pt x="310826" y="670931"/>
                  </a:lnTo>
                  <a:lnTo>
                    <a:pt x="179952" y="670931"/>
                  </a:lnTo>
                  <a:lnTo>
                    <a:pt x="179952" y="114549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20" name="Google Shape;720;p97"/>
            <p:cNvSpPr/>
            <p:nvPr/>
          </p:nvSpPr>
          <p:spPr>
            <a:xfrm>
              <a:off x="5995290" y="2781066"/>
              <a:ext cx="490777" cy="1145562"/>
            </a:xfrm>
            <a:custGeom>
              <a:rect b="b" l="l" r="r" t="t"/>
              <a:pathLst>
                <a:path extrusionOk="0" h="1145562" w="490777">
                  <a:moveTo>
                    <a:pt x="490707" y="1145562"/>
                  </a:moveTo>
                  <a:lnTo>
                    <a:pt x="310756" y="1145562"/>
                  </a:lnTo>
                  <a:lnTo>
                    <a:pt x="297696" y="932828"/>
                  </a:lnTo>
                  <a:lnTo>
                    <a:pt x="193011" y="932828"/>
                  </a:lnTo>
                  <a:lnTo>
                    <a:pt x="179952" y="1145562"/>
                  </a:lnTo>
                  <a:lnTo>
                    <a:pt x="0" y="1145562"/>
                  </a:lnTo>
                  <a:lnTo>
                    <a:pt x="98155" y="0"/>
                  </a:lnTo>
                  <a:lnTo>
                    <a:pt x="392622" y="0"/>
                  </a:lnTo>
                  <a:lnTo>
                    <a:pt x="490777" y="1145562"/>
                  </a:lnTo>
                  <a:close/>
                  <a:moveTo>
                    <a:pt x="287867" y="769116"/>
                  </a:moveTo>
                  <a:lnTo>
                    <a:pt x="253533" y="188153"/>
                  </a:lnTo>
                  <a:lnTo>
                    <a:pt x="237174" y="188153"/>
                  </a:lnTo>
                  <a:lnTo>
                    <a:pt x="202841" y="769116"/>
                  </a:lnTo>
                  <a:lnTo>
                    <a:pt x="287937" y="769116"/>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21" name="Google Shape;721;p97"/>
            <p:cNvSpPr/>
            <p:nvPr/>
          </p:nvSpPr>
          <p:spPr>
            <a:xfrm>
              <a:off x="6510501" y="2764842"/>
              <a:ext cx="441769" cy="1178150"/>
            </a:xfrm>
            <a:custGeom>
              <a:rect b="b" l="l" r="r" t="t"/>
              <a:pathLst>
                <a:path extrusionOk="0" h="1178150" w="441769">
                  <a:moveTo>
                    <a:pt x="61435" y="1102861"/>
                  </a:moveTo>
                  <a:cubicBezTo>
                    <a:pt x="20502" y="1052715"/>
                    <a:pt x="70" y="987750"/>
                    <a:pt x="70" y="908106"/>
                  </a:cubicBezTo>
                  <a:cubicBezTo>
                    <a:pt x="70" y="855713"/>
                    <a:pt x="5547" y="812098"/>
                    <a:pt x="16429" y="777193"/>
                  </a:cubicBezTo>
                  <a:lnTo>
                    <a:pt x="180022" y="777193"/>
                  </a:lnTo>
                  <a:cubicBezTo>
                    <a:pt x="174545" y="812098"/>
                    <a:pt x="171807" y="844827"/>
                    <a:pt x="171807" y="875378"/>
                  </a:cubicBezTo>
                  <a:cubicBezTo>
                    <a:pt x="171807" y="927771"/>
                    <a:pt x="175599" y="966750"/>
                    <a:pt x="183252" y="992385"/>
                  </a:cubicBezTo>
                  <a:cubicBezTo>
                    <a:pt x="190905" y="1018020"/>
                    <a:pt x="203402" y="1030873"/>
                    <a:pt x="220885" y="1030873"/>
                  </a:cubicBezTo>
                  <a:cubicBezTo>
                    <a:pt x="236121" y="1030873"/>
                    <a:pt x="246793" y="1022726"/>
                    <a:pt x="252761" y="1006362"/>
                  </a:cubicBezTo>
                  <a:cubicBezTo>
                    <a:pt x="258729" y="989997"/>
                    <a:pt x="261748" y="962185"/>
                    <a:pt x="261748" y="922925"/>
                  </a:cubicBezTo>
                  <a:cubicBezTo>
                    <a:pt x="261748" y="874957"/>
                    <a:pt x="252199" y="831272"/>
                    <a:pt x="233102" y="792012"/>
                  </a:cubicBezTo>
                  <a:cubicBezTo>
                    <a:pt x="214004" y="752752"/>
                    <a:pt x="184305" y="705275"/>
                    <a:pt x="143933" y="649651"/>
                  </a:cubicBezTo>
                  <a:cubicBezTo>
                    <a:pt x="97032" y="586371"/>
                    <a:pt x="61294" y="528851"/>
                    <a:pt x="36791" y="477019"/>
                  </a:cubicBezTo>
                  <a:cubicBezTo>
                    <a:pt x="12217" y="425188"/>
                    <a:pt x="0" y="364366"/>
                    <a:pt x="0" y="294555"/>
                  </a:cubicBezTo>
                  <a:cubicBezTo>
                    <a:pt x="0" y="204025"/>
                    <a:pt x="19870" y="132318"/>
                    <a:pt x="59680" y="79363"/>
                  </a:cubicBezTo>
                  <a:cubicBezTo>
                    <a:pt x="99489" y="26478"/>
                    <a:pt x="153201" y="0"/>
                    <a:pt x="220815" y="0"/>
                  </a:cubicBezTo>
                  <a:cubicBezTo>
                    <a:pt x="288428" y="0"/>
                    <a:pt x="339402" y="25143"/>
                    <a:pt x="380335" y="75289"/>
                  </a:cubicBezTo>
                  <a:cubicBezTo>
                    <a:pt x="421268" y="125505"/>
                    <a:pt x="441700" y="190400"/>
                    <a:pt x="441700" y="270044"/>
                  </a:cubicBezTo>
                  <a:cubicBezTo>
                    <a:pt x="441700" y="322437"/>
                    <a:pt x="436223" y="366052"/>
                    <a:pt x="425341" y="400957"/>
                  </a:cubicBezTo>
                  <a:lnTo>
                    <a:pt x="261748" y="400957"/>
                  </a:lnTo>
                  <a:cubicBezTo>
                    <a:pt x="267225" y="366052"/>
                    <a:pt x="269963" y="333323"/>
                    <a:pt x="269963" y="302772"/>
                  </a:cubicBezTo>
                  <a:cubicBezTo>
                    <a:pt x="269963" y="250379"/>
                    <a:pt x="266101" y="211400"/>
                    <a:pt x="258518" y="185765"/>
                  </a:cubicBezTo>
                  <a:cubicBezTo>
                    <a:pt x="250865" y="160130"/>
                    <a:pt x="238297" y="147278"/>
                    <a:pt x="220885" y="147278"/>
                  </a:cubicBezTo>
                  <a:cubicBezTo>
                    <a:pt x="205579" y="147278"/>
                    <a:pt x="194977" y="155073"/>
                    <a:pt x="189009" y="170665"/>
                  </a:cubicBezTo>
                  <a:cubicBezTo>
                    <a:pt x="182971" y="186257"/>
                    <a:pt x="180022" y="212734"/>
                    <a:pt x="180022" y="250168"/>
                  </a:cubicBezTo>
                  <a:cubicBezTo>
                    <a:pt x="180022" y="295890"/>
                    <a:pt x="189571" y="337467"/>
                    <a:pt x="208668" y="374901"/>
                  </a:cubicBezTo>
                  <a:cubicBezTo>
                    <a:pt x="227766" y="412335"/>
                    <a:pt x="257465" y="457565"/>
                    <a:pt x="297837" y="510520"/>
                  </a:cubicBezTo>
                  <a:cubicBezTo>
                    <a:pt x="344738" y="575555"/>
                    <a:pt x="380476" y="634691"/>
                    <a:pt x="404979" y="687927"/>
                  </a:cubicBezTo>
                  <a:cubicBezTo>
                    <a:pt x="429483" y="741164"/>
                    <a:pt x="441770" y="803741"/>
                    <a:pt x="441770" y="875448"/>
                  </a:cubicBezTo>
                  <a:cubicBezTo>
                    <a:pt x="441770" y="968506"/>
                    <a:pt x="421830" y="1042250"/>
                    <a:pt x="382090" y="1096610"/>
                  </a:cubicBezTo>
                  <a:cubicBezTo>
                    <a:pt x="342281" y="1150970"/>
                    <a:pt x="288569" y="1178150"/>
                    <a:pt x="220955" y="1178150"/>
                  </a:cubicBezTo>
                  <a:cubicBezTo>
                    <a:pt x="153341" y="1178150"/>
                    <a:pt x="102368" y="1153077"/>
                    <a:pt x="61435" y="110286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22" name="Google Shape;722;p97"/>
            <p:cNvSpPr/>
            <p:nvPr/>
          </p:nvSpPr>
          <p:spPr>
            <a:xfrm>
              <a:off x="6968630" y="2781066"/>
              <a:ext cx="474418" cy="1145562"/>
            </a:xfrm>
            <a:custGeom>
              <a:rect b="b" l="l" r="r" t="t"/>
              <a:pathLst>
                <a:path extrusionOk="0" h="1145562" w="474418">
                  <a:moveTo>
                    <a:pt x="327185" y="1145562"/>
                  </a:moveTo>
                  <a:lnTo>
                    <a:pt x="147233" y="1145562"/>
                  </a:lnTo>
                  <a:lnTo>
                    <a:pt x="147233" y="163642"/>
                  </a:lnTo>
                  <a:lnTo>
                    <a:pt x="0" y="163642"/>
                  </a:lnTo>
                  <a:lnTo>
                    <a:pt x="0" y="0"/>
                  </a:lnTo>
                  <a:lnTo>
                    <a:pt x="474418" y="0"/>
                  </a:lnTo>
                  <a:lnTo>
                    <a:pt x="474418" y="163642"/>
                  </a:lnTo>
                  <a:lnTo>
                    <a:pt x="327185" y="163642"/>
                  </a:lnTo>
                  <a:lnTo>
                    <a:pt x="327185" y="114549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23" name="Google Shape;723;p97"/>
            <p:cNvSpPr/>
            <p:nvPr/>
          </p:nvSpPr>
          <p:spPr>
            <a:xfrm>
              <a:off x="7676993" y="2781066"/>
              <a:ext cx="359903" cy="1145562"/>
            </a:xfrm>
            <a:custGeom>
              <a:rect b="b" l="l" r="r" t="t"/>
              <a:pathLst>
                <a:path extrusionOk="0" h="1145562" w="359903">
                  <a:moveTo>
                    <a:pt x="179951" y="1145562"/>
                  </a:moveTo>
                  <a:lnTo>
                    <a:pt x="0" y="1145562"/>
                  </a:lnTo>
                  <a:lnTo>
                    <a:pt x="0" y="0"/>
                  </a:lnTo>
                  <a:lnTo>
                    <a:pt x="359903" y="0"/>
                  </a:lnTo>
                  <a:lnTo>
                    <a:pt x="359903" y="163642"/>
                  </a:lnTo>
                  <a:lnTo>
                    <a:pt x="179951" y="163642"/>
                  </a:lnTo>
                  <a:lnTo>
                    <a:pt x="179951" y="507289"/>
                  </a:lnTo>
                  <a:lnTo>
                    <a:pt x="310826" y="507289"/>
                  </a:lnTo>
                  <a:lnTo>
                    <a:pt x="310826" y="670931"/>
                  </a:lnTo>
                  <a:lnTo>
                    <a:pt x="179951" y="670931"/>
                  </a:lnTo>
                  <a:lnTo>
                    <a:pt x="179951" y="114549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24" name="Google Shape;724;p97"/>
            <p:cNvSpPr/>
            <p:nvPr/>
          </p:nvSpPr>
          <p:spPr>
            <a:xfrm>
              <a:off x="8102333" y="2781066"/>
              <a:ext cx="368118" cy="1145562"/>
            </a:xfrm>
            <a:custGeom>
              <a:rect b="b" l="l" r="r" t="t"/>
              <a:pathLst>
                <a:path extrusionOk="0" h="1145562" w="368118">
                  <a:moveTo>
                    <a:pt x="368118" y="1145562"/>
                  </a:moveTo>
                  <a:lnTo>
                    <a:pt x="0" y="1145562"/>
                  </a:lnTo>
                  <a:lnTo>
                    <a:pt x="0" y="0"/>
                  </a:lnTo>
                  <a:lnTo>
                    <a:pt x="368118" y="0"/>
                  </a:lnTo>
                  <a:lnTo>
                    <a:pt x="368118" y="163642"/>
                  </a:lnTo>
                  <a:lnTo>
                    <a:pt x="179952" y="163642"/>
                  </a:lnTo>
                  <a:lnTo>
                    <a:pt x="179952" y="482778"/>
                  </a:lnTo>
                  <a:lnTo>
                    <a:pt x="319041" y="482778"/>
                  </a:lnTo>
                  <a:lnTo>
                    <a:pt x="319041" y="646420"/>
                  </a:lnTo>
                  <a:lnTo>
                    <a:pt x="179952" y="646420"/>
                  </a:lnTo>
                  <a:lnTo>
                    <a:pt x="179952" y="981921"/>
                  </a:lnTo>
                  <a:lnTo>
                    <a:pt x="368118" y="981921"/>
                  </a:lnTo>
                  <a:lnTo>
                    <a:pt x="368118"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25" name="Google Shape;725;p97"/>
            <p:cNvSpPr/>
            <p:nvPr/>
          </p:nvSpPr>
          <p:spPr>
            <a:xfrm>
              <a:off x="8535818" y="2781066"/>
              <a:ext cx="368118" cy="1145562"/>
            </a:xfrm>
            <a:custGeom>
              <a:rect b="b" l="l" r="r" t="t"/>
              <a:pathLst>
                <a:path extrusionOk="0" h="1145562" w="368118">
                  <a:moveTo>
                    <a:pt x="368119" y="1145562"/>
                  </a:moveTo>
                  <a:lnTo>
                    <a:pt x="0" y="1145562"/>
                  </a:lnTo>
                  <a:lnTo>
                    <a:pt x="0" y="0"/>
                  </a:lnTo>
                  <a:lnTo>
                    <a:pt x="368119" y="0"/>
                  </a:lnTo>
                  <a:lnTo>
                    <a:pt x="368119" y="163642"/>
                  </a:lnTo>
                  <a:lnTo>
                    <a:pt x="179952" y="163642"/>
                  </a:lnTo>
                  <a:lnTo>
                    <a:pt x="179952" y="482778"/>
                  </a:lnTo>
                  <a:lnTo>
                    <a:pt x="319041" y="482778"/>
                  </a:lnTo>
                  <a:lnTo>
                    <a:pt x="319041" y="646420"/>
                  </a:lnTo>
                  <a:lnTo>
                    <a:pt x="179952" y="646420"/>
                  </a:lnTo>
                  <a:lnTo>
                    <a:pt x="179952" y="981921"/>
                  </a:lnTo>
                  <a:lnTo>
                    <a:pt x="368119" y="981921"/>
                  </a:lnTo>
                  <a:lnTo>
                    <a:pt x="368119" y="114556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26" name="Google Shape;726;p97"/>
            <p:cNvSpPr/>
            <p:nvPr/>
          </p:nvSpPr>
          <p:spPr>
            <a:xfrm>
              <a:off x="8969374" y="2781066"/>
              <a:ext cx="368118" cy="1145562"/>
            </a:xfrm>
            <a:custGeom>
              <a:rect b="b" l="l" r="r" t="t"/>
              <a:pathLst>
                <a:path extrusionOk="0" h="1145562" w="368118">
                  <a:moveTo>
                    <a:pt x="368118" y="1145562"/>
                  </a:moveTo>
                  <a:lnTo>
                    <a:pt x="0" y="1145562"/>
                  </a:lnTo>
                  <a:lnTo>
                    <a:pt x="0" y="0"/>
                  </a:lnTo>
                  <a:lnTo>
                    <a:pt x="179952" y="0"/>
                  </a:lnTo>
                  <a:lnTo>
                    <a:pt x="179952" y="981850"/>
                  </a:lnTo>
                  <a:lnTo>
                    <a:pt x="368118" y="981850"/>
                  </a:lnTo>
                  <a:lnTo>
                    <a:pt x="368118" y="114549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27" name="Google Shape;727;p97"/>
            <p:cNvSpPr/>
            <p:nvPr/>
          </p:nvSpPr>
          <p:spPr>
            <a:xfrm>
              <a:off x="9361925" y="2764842"/>
              <a:ext cx="441770" cy="1178150"/>
            </a:xfrm>
            <a:custGeom>
              <a:rect b="b" l="l" r="r" t="t"/>
              <a:pathLst>
                <a:path extrusionOk="0" h="1178150" w="441770">
                  <a:moveTo>
                    <a:pt x="61435" y="1102861"/>
                  </a:moveTo>
                  <a:cubicBezTo>
                    <a:pt x="20502" y="1052715"/>
                    <a:pt x="70" y="987750"/>
                    <a:pt x="70" y="908106"/>
                  </a:cubicBezTo>
                  <a:cubicBezTo>
                    <a:pt x="70" y="855713"/>
                    <a:pt x="5547" y="812098"/>
                    <a:pt x="16430" y="777193"/>
                  </a:cubicBezTo>
                  <a:lnTo>
                    <a:pt x="180022" y="777193"/>
                  </a:lnTo>
                  <a:cubicBezTo>
                    <a:pt x="174546" y="812098"/>
                    <a:pt x="171808" y="844827"/>
                    <a:pt x="171808" y="875378"/>
                  </a:cubicBezTo>
                  <a:cubicBezTo>
                    <a:pt x="171808" y="927771"/>
                    <a:pt x="175599" y="966750"/>
                    <a:pt x="183252" y="992385"/>
                  </a:cubicBezTo>
                  <a:cubicBezTo>
                    <a:pt x="190905" y="1018020"/>
                    <a:pt x="203403" y="1030873"/>
                    <a:pt x="220886" y="1030873"/>
                  </a:cubicBezTo>
                  <a:cubicBezTo>
                    <a:pt x="236121" y="1030873"/>
                    <a:pt x="246793" y="1022726"/>
                    <a:pt x="252761" y="1006362"/>
                  </a:cubicBezTo>
                  <a:cubicBezTo>
                    <a:pt x="258730" y="989997"/>
                    <a:pt x="261748" y="962185"/>
                    <a:pt x="261748" y="922925"/>
                  </a:cubicBezTo>
                  <a:cubicBezTo>
                    <a:pt x="261748" y="874957"/>
                    <a:pt x="252200" y="831272"/>
                    <a:pt x="233102" y="792012"/>
                  </a:cubicBezTo>
                  <a:cubicBezTo>
                    <a:pt x="214005" y="752752"/>
                    <a:pt x="184305" y="705275"/>
                    <a:pt x="143933" y="649651"/>
                  </a:cubicBezTo>
                  <a:cubicBezTo>
                    <a:pt x="97033" y="586371"/>
                    <a:pt x="61295" y="528851"/>
                    <a:pt x="36792" y="477019"/>
                  </a:cubicBezTo>
                  <a:cubicBezTo>
                    <a:pt x="12218" y="425188"/>
                    <a:pt x="0" y="364366"/>
                    <a:pt x="0" y="294555"/>
                  </a:cubicBezTo>
                  <a:cubicBezTo>
                    <a:pt x="0" y="204025"/>
                    <a:pt x="19870" y="132318"/>
                    <a:pt x="59680" y="79363"/>
                  </a:cubicBezTo>
                  <a:cubicBezTo>
                    <a:pt x="99490" y="26478"/>
                    <a:pt x="153202" y="0"/>
                    <a:pt x="220815" y="0"/>
                  </a:cubicBezTo>
                  <a:cubicBezTo>
                    <a:pt x="288429" y="0"/>
                    <a:pt x="339402" y="25143"/>
                    <a:pt x="380335" y="75289"/>
                  </a:cubicBezTo>
                  <a:cubicBezTo>
                    <a:pt x="421268" y="125505"/>
                    <a:pt x="441700" y="190400"/>
                    <a:pt x="441700" y="270044"/>
                  </a:cubicBezTo>
                  <a:cubicBezTo>
                    <a:pt x="441700" y="322437"/>
                    <a:pt x="436223" y="366052"/>
                    <a:pt x="425341" y="400957"/>
                  </a:cubicBezTo>
                  <a:lnTo>
                    <a:pt x="261748" y="400957"/>
                  </a:lnTo>
                  <a:cubicBezTo>
                    <a:pt x="267225" y="366052"/>
                    <a:pt x="269963" y="333323"/>
                    <a:pt x="269963" y="302772"/>
                  </a:cubicBezTo>
                  <a:cubicBezTo>
                    <a:pt x="269963" y="250379"/>
                    <a:pt x="266101" y="211400"/>
                    <a:pt x="258519" y="185765"/>
                  </a:cubicBezTo>
                  <a:cubicBezTo>
                    <a:pt x="250866" y="160130"/>
                    <a:pt x="238298" y="147278"/>
                    <a:pt x="220886" y="147278"/>
                  </a:cubicBezTo>
                  <a:cubicBezTo>
                    <a:pt x="205579" y="147278"/>
                    <a:pt x="194977" y="155073"/>
                    <a:pt x="189009" y="170665"/>
                  </a:cubicBezTo>
                  <a:cubicBezTo>
                    <a:pt x="182971" y="186257"/>
                    <a:pt x="180022" y="212734"/>
                    <a:pt x="180022" y="250168"/>
                  </a:cubicBezTo>
                  <a:cubicBezTo>
                    <a:pt x="180022" y="295890"/>
                    <a:pt x="189571" y="337467"/>
                    <a:pt x="208669" y="374901"/>
                  </a:cubicBezTo>
                  <a:cubicBezTo>
                    <a:pt x="227766" y="412335"/>
                    <a:pt x="257465" y="457565"/>
                    <a:pt x="297837" y="510520"/>
                  </a:cubicBezTo>
                  <a:cubicBezTo>
                    <a:pt x="344739" y="575555"/>
                    <a:pt x="380476" y="634691"/>
                    <a:pt x="404980" y="687927"/>
                  </a:cubicBezTo>
                  <a:cubicBezTo>
                    <a:pt x="429483" y="741164"/>
                    <a:pt x="441770" y="803741"/>
                    <a:pt x="441770" y="875448"/>
                  </a:cubicBezTo>
                  <a:cubicBezTo>
                    <a:pt x="441770" y="968506"/>
                    <a:pt x="421831" y="1042250"/>
                    <a:pt x="382091" y="1096610"/>
                  </a:cubicBezTo>
                  <a:cubicBezTo>
                    <a:pt x="342281" y="1150970"/>
                    <a:pt x="288569" y="1178150"/>
                    <a:pt x="220956" y="1178150"/>
                  </a:cubicBezTo>
                  <a:cubicBezTo>
                    <a:pt x="153342" y="1178150"/>
                    <a:pt x="102369" y="1153077"/>
                    <a:pt x="61435" y="110286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pic>
        <p:nvPicPr>
          <p:cNvPr id="728" name="Google Shape;728;p97"/>
          <p:cNvPicPr preferRelativeResize="0"/>
          <p:nvPr/>
        </p:nvPicPr>
        <p:blipFill rotWithShape="1">
          <a:blip r:embed="rId3">
            <a:alphaModFix/>
          </a:blip>
          <a:srcRect b="0" l="0" r="0" t="0"/>
          <a:stretch/>
        </p:blipFill>
        <p:spPr>
          <a:xfrm>
            <a:off x="298725" y="4880004"/>
            <a:ext cx="413251" cy="129343"/>
          </a:xfrm>
          <a:prstGeom prst="rect">
            <a:avLst/>
          </a:prstGeom>
          <a:noFill/>
          <a:ln>
            <a:noFill/>
          </a:ln>
        </p:spPr>
      </p:pic>
      <p:sp>
        <p:nvSpPr>
          <p:cNvPr id="729" name="Google Shape;729;p97"/>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730" name="Google Shape;730;p97"/>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Texture Tagline - White">
  <p:cSld name="BLANK_2">
    <p:spTree>
      <p:nvGrpSpPr>
        <p:cNvPr id="731" name="Shape 731"/>
        <p:cNvGrpSpPr/>
        <p:nvPr/>
      </p:nvGrpSpPr>
      <p:grpSpPr>
        <a:xfrm>
          <a:off x="0" y="0"/>
          <a:ext cx="0" cy="0"/>
          <a:chOff x="0" y="0"/>
          <a:chExt cx="0" cy="0"/>
        </a:xfrm>
      </p:grpSpPr>
      <p:pic>
        <p:nvPicPr>
          <p:cNvPr id="732" name="Google Shape;732;p98"/>
          <p:cNvPicPr preferRelativeResize="0"/>
          <p:nvPr/>
        </p:nvPicPr>
        <p:blipFill rotWithShape="1">
          <a:blip r:embed="rId2">
            <a:alphaModFix/>
          </a:blip>
          <a:srcRect b="0" l="0" r="0" t="0"/>
          <a:stretch/>
        </p:blipFill>
        <p:spPr>
          <a:xfrm>
            <a:off x="0" y="0"/>
            <a:ext cx="9144003" cy="5143501"/>
          </a:xfrm>
          <a:prstGeom prst="rect">
            <a:avLst/>
          </a:prstGeom>
          <a:noFill/>
          <a:ln>
            <a:noFill/>
          </a:ln>
        </p:spPr>
      </p:pic>
      <p:grpSp>
        <p:nvGrpSpPr>
          <p:cNvPr id="733" name="Google Shape;733;p98"/>
          <p:cNvGrpSpPr/>
          <p:nvPr/>
        </p:nvGrpSpPr>
        <p:grpSpPr>
          <a:xfrm>
            <a:off x="1942026" y="2177798"/>
            <a:ext cx="5259945" cy="797231"/>
            <a:chOff x="2029611" y="2764702"/>
            <a:chExt cx="7774084" cy="1178290"/>
          </a:xfrm>
        </p:grpSpPr>
        <p:sp>
          <p:nvSpPr>
            <p:cNvPr id="734" name="Google Shape;734;p98"/>
            <p:cNvSpPr/>
            <p:nvPr/>
          </p:nvSpPr>
          <p:spPr>
            <a:xfrm>
              <a:off x="2029611" y="2764702"/>
              <a:ext cx="441770" cy="1178150"/>
            </a:xfrm>
            <a:custGeom>
              <a:rect b="b" l="l" r="r" t="t"/>
              <a:pathLst>
                <a:path extrusionOk="0" h="1178150" w="441770">
                  <a:moveTo>
                    <a:pt x="61365" y="1103001"/>
                  </a:moveTo>
                  <a:cubicBezTo>
                    <a:pt x="20432" y="1052855"/>
                    <a:pt x="0" y="987890"/>
                    <a:pt x="0" y="908247"/>
                  </a:cubicBezTo>
                  <a:cubicBezTo>
                    <a:pt x="0" y="855853"/>
                    <a:pt x="5476" y="812239"/>
                    <a:pt x="16359" y="777333"/>
                  </a:cubicBezTo>
                  <a:lnTo>
                    <a:pt x="179952" y="777333"/>
                  </a:lnTo>
                  <a:cubicBezTo>
                    <a:pt x="174475" y="812239"/>
                    <a:pt x="171737" y="844967"/>
                    <a:pt x="171737" y="875518"/>
                  </a:cubicBezTo>
                  <a:cubicBezTo>
                    <a:pt x="171737" y="927912"/>
                    <a:pt x="175528" y="966891"/>
                    <a:pt x="183182" y="992526"/>
                  </a:cubicBezTo>
                  <a:cubicBezTo>
                    <a:pt x="190764" y="1018161"/>
                    <a:pt x="203332" y="1031013"/>
                    <a:pt x="220815" y="1031013"/>
                  </a:cubicBezTo>
                  <a:cubicBezTo>
                    <a:pt x="236051" y="1031013"/>
                    <a:pt x="246723" y="1022866"/>
                    <a:pt x="252691" y="1006502"/>
                  </a:cubicBezTo>
                  <a:cubicBezTo>
                    <a:pt x="258659" y="990138"/>
                    <a:pt x="261678" y="962326"/>
                    <a:pt x="261678" y="923066"/>
                  </a:cubicBezTo>
                  <a:cubicBezTo>
                    <a:pt x="261678" y="875097"/>
                    <a:pt x="252129" y="831412"/>
                    <a:pt x="233032" y="792152"/>
                  </a:cubicBezTo>
                  <a:cubicBezTo>
                    <a:pt x="213934" y="752892"/>
                    <a:pt x="184235" y="705415"/>
                    <a:pt x="143863" y="649791"/>
                  </a:cubicBezTo>
                  <a:cubicBezTo>
                    <a:pt x="96962" y="586512"/>
                    <a:pt x="61224" y="528991"/>
                    <a:pt x="36721" y="477160"/>
                  </a:cubicBezTo>
                  <a:cubicBezTo>
                    <a:pt x="12287" y="425258"/>
                    <a:pt x="0" y="364366"/>
                    <a:pt x="0" y="294555"/>
                  </a:cubicBezTo>
                  <a:cubicBezTo>
                    <a:pt x="0" y="204025"/>
                    <a:pt x="19870" y="132318"/>
                    <a:pt x="59750" y="79363"/>
                  </a:cubicBezTo>
                  <a:cubicBezTo>
                    <a:pt x="99490" y="26478"/>
                    <a:pt x="153201" y="0"/>
                    <a:pt x="220885" y="0"/>
                  </a:cubicBezTo>
                  <a:cubicBezTo>
                    <a:pt x="288569" y="0"/>
                    <a:pt x="339472" y="25143"/>
                    <a:pt x="380405" y="75289"/>
                  </a:cubicBezTo>
                  <a:cubicBezTo>
                    <a:pt x="421339" y="125505"/>
                    <a:pt x="441770" y="190400"/>
                    <a:pt x="441770" y="270044"/>
                  </a:cubicBezTo>
                  <a:cubicBezTo>
                    <a:pt x="441770" y="322437"/>
                    <a:pt x="436294" y="366052"/>
                    <a:pt x="425411" y="400957"/>
                  </a:cubicBezTo>
                  <a:lnTo>
                    <a:pt x="261818" y="400957"/>
                  </a:lnTo>
                  <a:cubicBezTo>
                    <a:pt x="267295" y="366052"/>
                    <a:pt x="269963" y="333323"/>
                    <a:pt x="269963" y="302772"/>
                  </a:cubicBezTo>
                  <a:cubicBezTo>
                    <a:pt x="269963" y="250379"/>
                    <a:pt x="266101" y="211400"/>
                    <a:pt x="258518" y="185765"/>
                  </a:cubicBezTo>
                  <a:cubicBezTo>
                    <a:pt x="250865" y="160130"/>
                    <a:pt x="238297" y="147278"/>
                    <a:pt x="220885" y="147278"/>
                  </a:cubicBezTo>
                  <a:cubicBezTo>
                    <a:pt x="205579" y="147278"/>
                    <a:pt x="194977" y="155073"/>
                    <a:pt x="189009" y="170665"/>
                  </a:cubicBezTo>
                  <a:cubicBezTo>
                    <a:pt x="182971" y="186257"/>
                    <a:pt x="180022" y="212734"/>
                    <a:pt x="180022" y="250168"/>
                  </a:cubicBezTo>
                  <a:cubicBezTo>
                    <a:pt x="180022" y="295890"/>
                    <a:pt x="189571" y="337467"/>
                    <a:pt x="208668" y="374901"/>
                  </a:cubicBezTo>
                  <a:cubicBezTo>
                    <a:pt x="227766" y="412335"/>
                    <a:pt x="257465" y="457565"/>
                    <a:pt x="297837" y="510520"/>
                  </a:cubicBezTo>
                  <a:cubicBezTo>
                    <a:pt x="344738" y="575555"/>
                    <a:pt x="380475" y="634691"/>
                    <a:pt x="404979" y="687927"/>
                  </a:cubicBezTo>
                  <a:cubicBezTo>
                    <a:pt x="429483" y="741164"/>
                    <a:pt x="441770" y="803741"/>
                    <a:pt x="441770" y="875448"/>
                  </a:cubicBezTo>
                  <a:cubicBezTo>
                    <a:pt x="441770" y="968506"/>
                    <a:pt x="421830" y="1042250"/>
                    <a:pt x="382020" y="1096610"/>
                  </a:cubicBezTo>
                  <a:cubicBezTo>
                    <a:pt x="342210" y="1150970"/>
                    <a:pt x="288499" y="1178150"/>
                    <a:pt x="220885" y="1178150"/>
                  </a:cubicBezTo>
                  <a:cubicBezTo>
                    <a:pt x="153271" y="1178150"/>
                    <a:pt x="102298" y="1153077"/>
                    <a:pt x="61365" y="1102861"/>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35" name="Google Shape;735;p98"/>
            <p:cNvSpPr/>
            <p:nvPr/>
          </p:nvSpPr>
          <p:spPr>
            <a:xfrm>
              <a:off x="2544892" y="2781066"/>
              <a:ext cx="368118" cy="1145562"/>
            </a:xfrm>
            <a:custGeom>
              <a:rect b="b" l="l" r="r" t="t"/>
              <a:pathLst>
                <a:path extrusionOk="0" h="1145562" w="368118">
                  <a:moveTo>
                    <a:pt x="368118" y="1145562"/>
                  </a:moveTo>
                  <a:lnTo>
                    <a:pt x="0" y="1145562"/>
                  </a:lnTo>
                  <a:lnTo>
                    <a:pt x="0" y="0"/>
                  </a:lnTo>
                  <a:lnTo>
                    <a:pt x="368118" y="0"/>
                  </a:lnTo>
                  <a:lnTo>
                    <a:pt x="368118" y="163642"/>
                  </a:lnTo>
                  <a:lnTo>
                    <a:pt x="179952" y="163642"/>
                  </a:lnTo>
                  <a:lnTo>
                    <a:pt x="179952" y="482778"/>
                  </a:lnTo>
                  <a:lnTo>
                    <a:pt x="319041" y="482778"/>
                  </a:lnTo>
                  <a:lnTo>
                    <a:pt x="319041" y="646420"/>
                  </a:lnTo>
                  <a:lnTo>
                    <a:pt x="179952" y="646420"/>
                  </a:lnTo>
                  <a:lnTo>
                    <a:pt x="179952" y="981921"/>
                  </a:lnTo>
                  <a:lnTo>
                    <a:pt x="368118" y="981921"/>
                  </a:lnTo>
                  <a:lnTo>
                    <a:pt x="368118" y="1145562"/>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36" name="Google Shape;736;p98"/>
            <p:cNvSpPr/>
            <p:nvPr/>
          </p:nvSpPr>
          <p:spPr>
            <a:xfrm>
              <a:off x="2978447" y="2781066"/>
              <a:ext cx="368118" cy="1145562"/>
            </a:xfrm>
            <a:custGeom>
              <a:rect b="b" l="l" r="r" t="t"/>
              <a:pathLst>
                <a:path extrusionOk="0" h="1145562" w="368118">
                  <a:moveTo>
                    <a:pt x="368118" y="1145562"/>
                  </a:moveTo>
                  <a:lnTo>
                    <a:pt x="0" y="1145562"/>
                  </a:lnTo>
                  <a:lnTo>
                    <a:pt x="0" y="0"/>
                  </a:lnTo>
                  <a:lnTo>
                    <a:pt x="368118" y="0"/>
                  </a:lnTo>
                  <a:lnTo>
                    <a:pt x="368118" y="163642"/>
                  </a:lnTo>
                  <a:lnTo>
                    <a:pt x="179952" y="163642"/>
                  </a:lnTo>
                  <a:lnTo>
                    <a:pt x="179952" y="482778"/>
                  </a:lnTo>
                  <a:lnTo>
                    <a:pt x="319041" y="482778"/>
                  </a:lnTo>
                  <a:lnTo>
                    <a:pt x="319041" y="646420"/>
                  </a:lnTo>
                  <a:lnTo>
                    <a:pt x="179952" y="646420"/>
                  </a:lnTo>
                  <a:lnTo>
                    <a:pt x="179952" y="981921"/>
                  </a:lnTo>
                  <a:lnTo>
                    <a:pt x="368118" y="981921"/>
                  </a:lnTo>
                  <a:lnTo>
                    <a:pt x="368118" y="1145562"/>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37" name="Google Shape;737;p98"/>
            <p:cNvSpPr/>
            <p:nvPr/>
          </p:nvSpPr>
          <p:spPr>
            <a:xfrm>
              <a:off x="3614913" y="2781066"/>
              <a:ext cx="441699" cy="1145562"/>
            </a:xfrm>
            <a:custGeom>
              <a:rect b="b" l="l" r="r" t="t"/>
              <a:pathLst>
                <a:path extrusionOk="0" h="1145562" w="441699">
                  <a:moveTo>
                    <a:pt x="179952" y="1145562"/>
                  </a:moveTo>
                  <a:lnTo>
                    <a:pt x="0" y="1145562"/>
                  </a:lnTo>
                  <a:lnTo>
                    <a:pt x="0" y="0"/>
                  </a:lnTo>
                  <a:lnTo>
                    <a:pt x="179952" y="0"/>
                  </a:lnTo>
                  <a:lnTo>
                    <a:pt x="179952" y="490925"/>
                  </a:lnTo>
                  <a:lnTo>
                    <a:pt x="261748" y="490925"/>
                  </a:lnTo>
                  <a:lnTo>
                    <a:pt x="261748" y="0"/>
                  </a:lnTo>
                  <a:lnTo>
                    <a:pt x="441700" y="0"/>
                  </a:lnTo>
                  <a:lnTo>
                    <a:pt x="441700" y="1145562"/>
                  </a:lnTo>
                  <a:lnTo>
                    <a:pt x="261748" y="1145562"/>
                  </a:lnTo>
                  <a:lnTo>
                    <a:pt x="261748" y="654637"/>
                  </a:lnTo>
                  <a:lnTo>
                    <a:pt x="179952" y="654637"/>
                  </a:lnTo>
                  <a:lnTo>
                    <a:pt x="179952" y="1145562"/>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38" name="Google Shape;738;p98"/>
            <p:cNvSpPr/>
            <p:nvPr/>
          </p:nvSpPr>
          <p:spPr>
            <a:xfrm>
              <a:off x="4138409" y="2764702"/>
              <a:ext cx="490777" cy="1178220"/>
            </a:xfrm>
            <a:custGeom>
              <a:rect b="b" l="l" r="r" t="t"/>
              <a:pathLst>
                <a:path extrusionOk="0" h="1178220" w="490777">
                  <a:moveTo>
                    <a:pt x="60522" y="1033401"/>
                  </a:moveTo>
                  <a:cubicBezTo>
                    <a:pt x="20151" y="936831"/>
                    <a:pt x="0" y="788711"/>
                    <a:pt x="0" y="589110"/>
                  </a:cubicBezTo>
                  <a:cubicBezTo>
                    <a:pt x="0" y="389509"/>
                    <a:pt x="20151" y="241389"/>
                    <a:pt x="60522" y="144819"/>
                  </a:cubicBezTo>
                  <a:cubicBezTo>
                    <a:pt x="100894" y="48250"/>
                    <a:pt x="162469" y="0"/>
                    <a:pt x="245389" y="0"/>
                  </a:cubicBezTo>
                  <a:cubicBezTo>
                    <a:pt x="328308" y="0"/>
                    <a:pt x="389884" y="48250"/>
                    <a:pt x="430255" y="144819"/>
                  </a:cubicBezTo>
                  <a:cubicBezTo>
                    <a:pt x="470627" y="241389"/>
                    <a:pt x="490778" y="389509"/>
                    <a:pt x="490778" y="589110"/>
                  </a:cubicBezTo>
                  <a:cubicBezTo>
                    <a:pt x="490778" y="788711"/>
                    <a:pt x="470557" y="936831"/>
                    <a:pt x="430255" y="1033401"/>
                  </a:cubicBezTo>
                  <a:cubicBezTo>
                    <a:pt x="389884" y="1129971"/>
                    <a:pt x="328238" y="1178220"/>
                    <a:pt x="245389" y="1178220"/>
                  </a:cubicBezTo>
                  <a:cubicBezTo>
                    <a:pt x="162539" y="1178220"/>
                    <a:pt x="100894" y="1129971"/>
                    <a:pt x="60522" y="1033401"/>
                  </a:cubicBezTo>
                  <a:close/>
                  <a:moveTo>
                    <a:pt x="283794" y="931985"/>
                  </a:moveTo>
                  <a:cubicBezTo>
                    <a:pt x="290886" y="865967"/>
                    <a:pt x="294396" y="751698"/>
                    <a:pt x="294396" y="589110"/>
                  </a:cubicBezTo>
                  <a:cubicBezTo>
                    <a:pt x="294396" y="426522"/>
                    <a:pt x="290815" y="312324"/>
                    <a:pt x="283794" y="246235"/>
                  </a:cubicBezTo>
                  <a:cubicBezTo>
                    <a:pt x="276703" y="180217"/>
                    <a:pt x="263854" y="147207"/>
                    <a:pt x="245319" y="147207"/>
                  </a:cubicBezTo>
                  <a:cubicBezTo>
                    <a:pt x="226783" y="147207"/>
                    <a:pt x="213934" y="180217"/>
                    <a:pt x="206843" y="246235"/>
                  </a:cubicBezTo>
                  <a:cubicBezTo>
                    <a:pt x="199751" y="312254"/>
                    <a:pt x="196241" y="426522"/>
                    <a:pt x="196241" y="589110"/>
                  </a:cubicBezTo>
                  <a:cubicBezTo>
                    <a:pt x="196241" y="751698"/>
                    <a:pt x="199751" y="865967"/>
                    <a:pt x="206843" y="931985"/>
                  </a:cubicBezTo>
                  <a:cubicBezTo>
                    <a:pt x="213934" y="998004"/>
                    <a:pt x="226713" y="1031013"/>
                    <a:pt x="245319" y="1031013"/>
                  </a:cubicBezTo>
                  <a:cubicBezTo>
                    <a:pt x="263925" y="1031013"/>
                    <a:pt x="276633" y="998004"/>
                    <a:pt x="283794" y="931985"/>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39" name="Google Shape;739;p98"/>
            <p:cNvSpPr/>
            <p:nvPr/>
          </p:nvSpPr>
          <p:spPr>
            <a:xfrm>
              <a:off x="4694554" y="2781066"/>
              <a:ext cx="670869" cy="1145562"/>
            </a:xfrm>
            <a:custGeom>
              <a:rect b="b" l="l" r="r" t="t"/>
              <a:pathLst>
                <a:path extrusionOk="0" h="1145562" w="670869">
                  <a:moveTo>
                    <a:pt x="269963" y="1145562"/>
                  </a:moveTo>
                  <a:lnTo>
                    <a:pt x="40933" y="1145562"/>
                  </a:lnTo>
                  <a:lnTo>
                    <a:pt x="0" y="0"/>
                  </a:lnTo>
                  <a:lnTo>
                    <a:pt x="188166" y="0"/>
                  </a:lnTo>
                  <a:lnTo>
                    <a:pt x="163592" y="957339"/>
                  </a:lnTo>
                  <a:lnTo>
                    <a:pt x="188166" y="957339"/>
                  </a:lnTo>
                  <a:lnTo>
                    <a:pt x="261818" y="327283"/>
                  </a:lnTo>
                  <a:lnTo>
                    <a:pt x="409052" y="327283"/>
                  </a:lnTo>
                  <a:lnTo>
                    <a:pt x="482703" y="957339"/>
                  </a:lnTo>
                  <a:lnTo>
                    <a:pt x="507277" y="957339"/>
                  </a:lnTo>
                  <a:lnTo>
                    <a:pt x="482703" y="0"/>
                  </a:lnTo>
                  <a:lnTo>
                    <a:pt x="670870" y="0"/>
                  </a:lnTo>
                  <a:lnTo>
                    <a:pt x="629937" y="1145562"/>
                  </a:lnTo>
                  <a:lnTo>
                    <a:pt x="400907" y="1145562"/>
                  </a:lnTo>
                  <a:lnTo>
                    <a:pt x="343615" y="621909"/>
                  </a:lnTo>
                  <a:lnTo>
                    <a:pt x="327255" y="621909"/>
                  </a:lnTo>
                  <a:lnTo>
                    <a:pt x="269963" y="1145562"/>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40" name="Google Shape;740;p98"/>
            <p:cNvSpPr/>
            <p:nvPr/>
          </p:nvSpPr>
          <p:spPr>
            <a:xfrm>
              <a:off x="5649990" y="2781066"/>
              <a:ext cx="359903" cy="1145562"/>
            </a:xfrm>
            <a:custGeom>
              <a:rect b="b" l="l" r="r" t="t"/>
              <a:pathLst>
                <a:path extrusionOk="0" h="1145562" w="359903">
                  <a:moveTo>
                    <a:pt x="179952" y="1145562"/>
                  </a:moveTo>
                  <a:lnTo>
                    <a:pt x="0" y="1145562"/>
                  </a:lnTo>
                  <a:lnTo>
                    <a:pt x="0" y="0"/>
                  </a:lnTo>
                  <a:lnTo>
                    <a:pt x="359904" y="0"/>
                  </a:lnTo>
                  <a:lnTo>
                    <a:pt x="359904" y="163642"/>
                  </a:lnTo>
                  <a:lnTo>
                    <a:pt x="179952" y="163642"/>
                  </a:lnTo>
                  <a:lnTo>
                    <a:pt x="179952" y="507289"/>
                  </a:lnTo>
                  <a:lnTo>
                    <a:pt x="310826" y="507289"/>
                  </a:lnTo>
                  <a:lnTo>
                    <a:pt x="310826" y="670931"/>
                  </a:lnTo>
                  <a:lnTo>
                    <a:pt x="179952" y="670931"/>
                  </a:lnTo>
                  <a:lnTo>
                    <a:pt x="179952" y="1145492"/>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41" name="Google Shape;741;p98"/>
            <p:cNvSpPr/>
            <p:nvPr/>
          </p:nvSpPr>
          <p:spPr>
            <a:xfrm>
              <a:off x="5995290" y="2781066"/>
              <a:ext cx="490777" cy="1145562"/>
            </a:xfrm>
            <a:custGeom>
              <a:rect b="b" l="l" r="r" t="t"/>
              <a:pathLst>
                <a:path extrusionOk="0" h="1145562" w="490777">
                  <a:moveTo>
                    <a:pt x="490707" y="1145562"/>
                  </a:moveTo>
                  <a:lnTo>
                    <a:pt x="310756" y="1145562"/>
                  </a:lnTo>
                  <a:lnTo>
                    <a:pt x="297696" y="932828"/>
                  </a:lnTo>
                  <a:lnTo>
                    <a:pt x="193011" y="932828"/>
                  </a:lnTo>
                  <a:lnTo>
                    <a:pt x="179952" y="1145562"/>
                  </a:lnTo>
                  <a:lnTo>
                    <a:pt x="0" y="1145562"/>
                  </a:lnTo>
                  <a:lnTo>
                    <a:pt x="98155" y="0"/>
                  </a:lnTo>
                  <a:lnTo>
                    <a:pt x="392622" y="0"/>
                  </a:lnTo>
                  <a:lnTo>
                    <a:pt x="490777" y="1145562"/>
                  </a:lnTo>
                  <a:close/>
                  <a:moveTo>
                    <a:pt x="287867" y="769116"/>
                  </a:moveTo>
                  <a:lnTo>
                    <a:pt x="253533" y="188153"/>
                  </a:lnTo>
                  <a:lnTo>
                    <a:pt x="237174" y="188153"/>
                  </a:lnTo>
                  <a:lnTo>
                    <a:pt x="202841" y="769116"/>
                  </a:lnTo>
                  <a:lnTo>
                    <a:pt x="287937" y="769116"/>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42" name="Google Shape;742;p98"/>
            <p:cNvSpPr/>
            <p:nvPr/>
          </p:nvSpPr>
          <p:spPr>
            <a:xfrm>
              <a:off x="6510501" y="2764842"/>
              <a:ext cx="441769" cy="1178150"/>
            </a:xfrm>
            <a:custGeom>
              <a:rect b="b" l="l" r="r" t="t"/>
              <a:pathLst>
                <a:path extrusionOk="0" h="1178150" w="441769">
                  <a:moveTo>
                    <a:pt x="61435" y="1102861"/>
                  </a:moveTo>
                  <a:cubicBezTo>
                    <a:pt x="20502" y="1052715"/>
                    <a:pt x="70" y="987750"/>
                    <a:pt x="70" y="908106"/>
                  </a:cubicBezTo>
                  <a:cubicBezTo>
                    <a:pt x="70" y="855713"/>
                    <a:pt x="5547" y="812098"/>
                    <a:pt x="16429" y="777193"/>
                  </a:cubicBezTo>
                  <a:lnTo>
                    <a:pt x="180022" y="777193"/>
                  </a:lnTo>
                  <a:cubicBezTo>
                    <a:pt x="174545" y="812098"/>
                    <a:pt x="171807" y="844827"/>
                    <a:pt x="171807" y="875378"/>
                  </a:cubicBezTo>
                  <a:cubicBezTo>
                    <a:pt x="171807" y="927771"/>
                    <a:pt x="175599" y="966750"/>
                    <a:pt x="183252" y="992385"/>
                  </a:cubicBezTo>
                  <a:cubicBezTo>
                    <a:pt x="190905" y="1018020"/>
                    <a:pt x="203402" y="1030873"/>
                    <a:pt x="220885" y="1030873"/>
                  </a:cubicBezTo>
                  <a:cubicBezTo>
                    <a:pt x="236121" y="1030873"/>
                    <a:pt x="246793" y="1022726"/>
                    <a:pt x="252761" y="1006362"/>
                  </a:cubicBezTo>
                  <a:cubicBezTo>
                    <a:pt x="258729" y="989997"/>
                    <a:pt x="261748" y="962185"/>
                    <a:pt x="261748" y="922925"/>
                  </a:cubicBezTo>
                  <a:cubicBezTo>
                    <a:pt x="261748" y="874957"/>
                    <a:pt x="252199" y="831272"/>
                    <a:pt x="233102" y="792012"/>
                  </a:cubicBezTo>
                  <a:cubicBezTo>
                    <a:pt x="214004" y="752752"/>
                    <a:pt x="184305" y="705275"/>
                    <a:pt x="143933" y="649651"/>
                  </a:cubicBezTo>
                  <a:cubicBezTo>
                    <a:pt x="97032" y="586371"/>
                    <a:pt x="61294" y="528851"/>
                    <a:pt x="36791" y="477019"/>
                  </a:cubicBezTo>
                  <a:cubicBezTo>
                    <a:pt x="12217" y="425188"/>
                    <a:pt x="0" y="364366"/>
                    <a:pt x="0" y="294555"/>
                  </a:cubicBezTo>
                  <a:cubicBezTo>
                    <a:pt x="0" y="204025"/>
                    <a:pt x="19870" y="132318"/>
                    <a:pt x="59680" y="79363"/>
                  </a:cubicBezTo>
                  <a:cubicBezTo>
                    <a:pt x="99489" y="26478"/>
                    <a:pt x="153201" y="0"/>
                    <a:pt x="220815" y="0"/>
                  </a:cubicBezTo>
                  <a:cubicBezTo>
                    <a:pt x="288428" y="0"/>
                    <a:pt x="339402" y="25143"/>
                    <a:pt x="380335" y="75289"/>
                  </a:cubicBezTo>
                  <a:cubicBezTo>
                    <a:pt x="421268" y="125505"/>
                    <a:pt x="441700" y="190400"/>
                    <a:pt x="441700" y="270044"/>
                  </a:cubicBezTo>
                  <a:cubicBezTo>
                    <a:pt x="441700" y="322437"/>
                    <a:pt x="436223" y="366052"/>
                    <a:pt x="425341" y="400957"/>
                  </a:cubicBezTo>
                  <a:lnTo>
                    <a:pt x="261748" y="400957"/>
                  </a:lnTo>
                  <a:cubicBezTo>
                    <a:pt x="267225" y="366052"/>
                    <a:pt x="269963" y="333323"/>
                    <a:pt x="269963" y="302772"/>
                  </a:cubicBezTo>
                  <a:cubicBezTo>
                    <a:pt x="269963" y="250379"/>
                    <a:pt x="266101" y="211400"/>
                    <a:pt x="258518" y="185765"/>
                  </a:cubicBezTo>
                  <a:cubicBezTo>
                    <a:pt x="250865" y="160130"/>
                    <a:pt x="238297" y="147278"/>
                    <a:pt x="220885" y="147278"/>
                  </a:cubicBezTo>
                  <a:cubicBezTo>
                    <a:pt x="205579" y="147278"/>
                    <a:pt x="194977" y="155073"/>
                    <a:pt x="189009" y="170665"/>
                  </a:cubicBezTo>
                  <a:cubicBezTo>
                    <a:pt x="182971" y="186257"/>
                    <a:pt x="180022" y="212734"/>
                    <a:pt x="180022" y="250168"/>
                  </a:cubicBezTo>
                  <a:cubicBezTo>
                    <a:pt x="180022" y="295890"/>
                    <a:pt x="189571" y="337467"/>
                    <a:pt x="208668" y="374901"/>
                  </a:cubicBezTo>
                  <a:cubicBezTo>
                    <a:pt x="227766" y="412335"/>
                    <a:pt x="257465" y="457565"/>
                    <a:pt x="297837" y="510520"/>
                  </a:cubicBezTo>
                  <a:cubicBezTo>
                    <a:pt x="344738" y="575555"/>
                    <a:pt x="380476" y="634691"/>
                    <a:pt x="404979" y="687927"/>
                  </a:cubicBezTo>
                  <a:cubicBezTo>
                    <a:pt x="429483" y="741164"/>
                    <a:pt x="441770" y="803741"/>
                    <a:pt x="441770" y="875448"/>
                  </a:cubicBezTo>
                  <a:cubicBezTo>
                    <a:pt x="441770" y="968506"/>
                    <a:pt x="421830" y="1042250"/>
                    <a:pt x="382090" y="1096610"/>
                  </a:cubicBezTo>
                  <a:cubicBezTo>
                    <a:pt x="342281" y="1150970"/>
                    <a:pt x="288569" y="1178150"/>
                    <a:pt x="220955" y="1178150"/>
                  </a:cubicBezTo>
                  <a:cubicBezTo>
                    <a:pt x="153341" y="1178150"/>
                    <a:pt x="102368" y="1153077"/>
                    <a:pt x="61435" y="1102861"/>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43" name="Google Shape;743;p98"/>
            <p:cNvSpPr/>
            <p:nvPr/>
          </p:nvSpPr>
          <p:spPr>
            <a:xfrm>
              <a:off x="6968630" y="2781066"/>
              <a:ext cx="474418" cy="1145562"/>
            </a:xfrm>
            <a:custGeom>
              <a:rect b="b" l="l" r="r" t="t"/>
              <a:pathLst>
                <a:path extrusionOk="0" h="1145562" w="474418">
                  <a:moveTo>
                    <a:pt x="327185" y="1145562"/>
                  </a:moveTo>
                  <a:lnTo>
                    <a:pt x="147233" y="1145562"/>
                  </a:lnTo>
                  <a:lnTo>
                    <a:pt x="147233" y="163642"/>
                  </a:lnTo>
                  <a:lnTo>
                    <a:pt x="0" y="163642"/>
                  </a:lnTo>
                  <a:lnTo>
                    <a:pt x="0" y="0"/>
                  </a:lnTo>
                  <a:lnTo>
                    <a:pt x="474418" y="0"/>
                  </a:lnTo>
                  <a:lnTo>
                    <a:pt x="474418" y="163642"/>
                  </a:lnTo>
                  <a:lnTo>
                    <a:pt x="327185" y="163642"/>
                  </a:lnTo>
                  <a:lnTo>
                    <a:pt x="327185" y="1145492"/>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44" name="Google Shape;744;p98"/>
            <p:cNvSpPr/>
            <p:nvPr/>
          </p:nvSpPr>
          <p:spPr>
            <a:xfrm>
              <a:off x="7676993" y="2781066"/>
              <a:ext cx="359903" cy="1145562"/>
            </a:xfrm>
            <a:custGeom>
              <a:rect b="b" l="l" r="r" t="t"/>
              <a:pathLst>
                <a:path extrusionOk="0" h="1145562" w="359903">
                  <a:moveTo>
                    <a:pt x="179951" y="1145562"/>
                  </a:moveTo>
                  <a:lnTo>
                    <a:pt x="0" y="1145562"/>
                  </a:lnTo>
                  <a:lnTo>
                    <a:pt x="0" y="0"/>
                  </a:lnTo>
                  <a:lnTo>
                    <a:pt x="359903" y="0"/>
                  </a:lnTo>
                  <a:lnTo>
                    <a:pt x="359903" y="163642"/>
                  </a:lnTo>
                  <a:lnTo>
                    <a:pt x="179951" y="163642"/>
                  </a:lnTo>
                  <a:lnTo>
                    <a:pt x="179951" y="507289"/>
                  </a:lnTo>
                  <a:lnTo>
                    <a:pt x="310826" y="507289"/>
                  </a:lnTo>
                  <a:lnTo>
                    <a:pt x="310826" y="670931"/>
                  </a:lnTo>
                  <a:lnTo>
                    <a:pt x="179951" y="670931"/>
                  </a:lnTo>
                  <a:lnTo>
                    <a:pt x="179951" y="1145492"/>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45" name="Google Shape;745;p98"/>
            <p:cNvSpPr/>
            <p:nvPr/>
          </p:nvSpPr>
          <p:spPr>
            <a:xfrm>
              <a:off x="8102333" y="2781066"/>
              <a:ext cx="368118" cy="1145562"/>
            </a:xfrm>
            <a:custGeom>
              <a:rect b="b" l="l" r="r" t="t"/>
              <a:pathLst>
                <a:path extrusionOk="0" h="1145562" w="368118">
                  <a:moveTo>
                    <a:pt x="368118" y="1145562"/>
                  </a:moveTo>
                  <a:lnTo>
                    <a:pt x="0" y="1145562"/>
                  </a:lnTo>
                  <a:lnTo>
                    <a:pt x="0" y="0"/>
                  </a:lnTo>
                  <a:lnTo>
                    <a:pt x="368118" y="0"/>
                  </a:lnTo>
                  <a:lnTo>
                    <a:pt x="368118" y="163642"/>
                  </a:lnTo>
                  <a:lnTo>
                    <a:pt x="179952" y="163642"/>
                  </a:lnTo>
                  <a:lnTo>
                    <a:pt x="179952" y="482778"/>
                  </a:lnTo>
                  <a:lnTo>
                    <a:pt x="319041" y="482778"/>
                  </a:lnTo>
                  <a:lnTo>
                    <a:pt x="319041" y="646420"/>
                  </a:lnTo>
                  <a:lnTo>
                    <a:pt x="179952" y="646420"/>
                  </a:lnTo>
                  <a:lnTo>
                    <a:pt x="179952" y="981921"/>
                  </a:lnTo>
                  <a:lnTo>
                    <a:pt x="368118" y="981921"/>
                  </a:lnTo>
                  <a:lnTo>
                    <a:pt x="368118" y="1145562"/>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46" name="Google Shape;746;p98"/>
            <p:cNvSpPr/>
            <p:nvPr/>
          </p:nvSpPr>
          <p:spPr>
            <a:xfrm>
              <a:off x="8535818" y="2781066"/>
              <a:ext cx="368118" cy="1145562"/>
            </a:xfrm>
            <a:custGeom>
              <a:rect b="b" l="l" r="r" t="t"/>
              <a:pathLst>
                <a:path extrusionOk="0" h="1145562" w="368118">
                  <a:moveTo>
                    <a:pt x="368119" y="1145562"/>
                  </a:moveTo>
                  <a:lnTo>
                    <a:pt x="0" y="1145562"/>
                  </a:lnTo>
                  <a:lnTo>
                    <a:pt x="0" y="0"/>
                  </a:lnTo>
                  <a:lnTo>
                    <a:pt x="368119" y="0"/>
                  </a:lnTo>
                  <a:lnTo>
                    <a:pt x="368119" y="163642"/>
                  </a:lnTo>
                  <a:lnTo>
                    <a:pt x="179952" y="163642"/>
                  </a:lnTo>
                  <a:lnTo>
                    <a:pt x="179952" y="482778"/>
                  </a:lnTo>
                  <a:lnTo>
                    <a:pt x="319041" y="482778"/>
                  </a:lnTo>
                  <a:lnTo>
                    <a:pt x="319041" y="646420"/>
                  </a:lnTo>
                  <a:lnTo>
                    <a:pt x="179952" y="646420"/>
                  </a:lnTo>
                  <a:lnTo>
                    <a:pt x="179952" y="981921"/>
                  </a:lnTo>
                  <a:lnTo>
                    <a:pt x="368119" y="981921"/>
                  </a:lnTo>
                  <a:lnTo>
                    <a:pt x="368119" y="1145562"/>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47" name="Google Shape;747;p98"/>
            <p:cNvSpPr/>
            <p:nvPr/>
          </p:nvSpPr>
          <p:spPr>
            <a:xfrm>
              <a:off x="8969374" y="2781066"/>
              <a:ext cx="368118" cy="1145562"/>
            </a:xfrm>
            <a:custGeom>
              <a:rect b="b" l="l" r="r" t="t"/>
              <a:pathLst>
                <a:path extrusionOk="0" h="1145562" w="368118">
                  <a:moveTo>
                    <a:pt x="368118" y="1145562"/>
                  </a:moveTo>
                  <a:lnTo>
                    <a:pt x="0" y="1145562"/>
                  </a:lnTo>
                  <a:lnTo>
                    <a:pt x="0" y="0"/>
                  </a:lnTo>
                  <a:lnTo>
                    <a:pt x="179952" y="0"/>
                  </a:lnTo>
                  <a:lnTo>
                    <a:pt x="179952" y="981850"/>
                  </a:lnTo>
                  <a:lnTo>
                    <a:pt x="368118" y="981850"/>
                  </a:lnTo>
                  <a:lnTo>
                    <a:pt x="368118" y="1145492"/>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48" name="Google Shape;748;p98"/>
            <p:cNvSpPr/>
            <p:nvPr/>
          </p:nvSpPr>
          <p:spPr>
            <a:xfrm>
              <a:off x="9361925" y="2764842"/>
              <a:ext cx="441770" cy="1178150"/>
            </a:xfrm>
            <a:custGeom>
              <a:rect b="b" l="l" r="r" t="t"/>
              <a:pathLst>
                <a:path extrusionOk="0" h="1178150" w="441770">
                  <a:moveTo>
                    <a:pt x="61435" y="1102861"/>
                  </a:moveTo>
                  <a:cubicBezTo>
                    <a:pt x="20502" y="1052715"/>
                    <a:pt x="70" y="987750"/>
                    <a:pt x="70" y="908106"/>
                  </a:cubicBezTo>
                  <a:cubicBezTo>
                    <a:pt x="70" y="855713"/>
                    <a:pt x="5547" y="812098"/>
                    <a:pt x="16430" y="777193"/>
                  </a:cubicBezTo>
                  <a:lnTo>
                    <a:pt x="180022" y="777193"/>
                  </a:lnTo>
                  <a:cubicBezTo>
                    <a:pt x="174546" y="812098"/>
                    <a:pt x="171808" y="844827"/>
                    <a:pt x="171808" y="875378"/>
                  </a:cubicBezTo>
                  <a:cubicBezTo>
                    <a:pt x="171808" y="927771"/>
                    <a:pt x="175599" y="966750"/>
                    <a:pt x="183252" y="992385"/>
                  </a:cubicBezTo>
                  <a:cubicBezTo>
                    <a:pt x="190905" y="1018020"/>
                    <a:pt x="203403" y="1030873"/>
                    <a:pt x="220886" y="1030873"/>
                  </a:cubicBezTo>
                  <a:cubicBezTo>
                    <a:pt x="236121" y="1030873"/>
                    <a:pt x="246793" y="1022726"/>
                    <a:pt x="252761" y="1006362"/>
                  </a:cubicBezTo>
                  <a:cubicBezTo>
                    <a:pt x="258730" y="989997"/>
                    <a:pt x="261748" y="962185"/>
                    <a:pt x="261748" y="922925"/>
                  </a:cubicBezTo>
                  <a:cubicBezTo>
                    <a:pt x="261748" y="874957"/>
                    <a:pt x="252200" y="831272"/>
                    <a:pt x="233102" y="792012"/>
                  </a:cubicBezTo>
                  <a:cubicBezTo>
                    <a:pt x="214005" y="752752"/>
                    <a:pt x="184305" y="705275"/>
                    <a:pt x="143933" y="649651"/>
                  </a:cubicBezTo>
                  <a:cubicBezTo>
                    <a:pt x="97033" y="586371"/>
                    <a:pt x="61295" y="528851"/>
                    <a:pt x="36792" y="477019"/>
                  </a:cubicBezTo>
                  <a:cubicBezTo>
                    <a:pt x="12218" y="425188"/>
                    <a:pt x="0" y="364366"/>
                    <a:pt x="0" y="294555"/>
                  </a:cubicBezTo>
                  <a:cubicBezTo>
                    <a:pt x="0" y="204025"/>
                    <a:pt x="19870" y="132318"/>
                    <a:pt x="59680" y="79363"/>
                  </a:cubicBezTo>
                  <a:cubicBezTo>
                    <a:pt x="99490" y="26478"/>
                    <a:pt x="153202" y="0"/>
                    <a:pt x="220815" y="0"/>
                  </a:cubicBezTo>
                  <a:cubicBezTo>
                    <a:pt x="288429" y="0"/>
                    <a:pt x="339402" y="25143"/>
                    <a:pt x="380335" y="75289"/>
                  </a:cubicBezTo>
                  <a:cubicBezTo>
                    <a:pt x="421268" y="125505"/>
                    <a:pt x="441700" y="190400"/>
                    <a:pt x="441700" y="270044"/>
                  </a:cubicBezTo>
                  <a:cubicBezTo>
                    <a:pt x="441700" y="322437"/>
                    <a:pt x="436223" y="366052"/>
                    <a:pt x="425341" y="400957"/>
                  </a:cubicBezTo>
                  <a:lnTo>
                    <a:pt x="261748" y="400957"/>
                  </a:lnTo>
                  <a:cubicBezTo>
                    <a:pt x="267225" y="366052"/>
                    <a:pt x="269963" y="333323"/>
                    <a:pt x="269963" y="302772"/>
                  </a:cubicBezTo>
                  <a:cubicBezTo>
                    <a:pt x="269963" y="250379"/>
                    <a:pt x="266101" y="211400"/>
                    <a:pt x="258519" y="185765"/>
                  </a:cubicBezTo>
                  <a:cubicBezTo>
                    <a:pt x="250866" y="160130"/>
                    <a:pt x="238298" y="147278"/>
                    <a:pt x="220886" y="147278"/>
                  </a:cubicBezTo>
                  <a:cubicBezTo>
                    <a:pt x="205579" y="147278"/>
                    <a:pt x="194977" y="155073"/>
                    <a:pt x="189009" y="170665"/>
                  </a:cubicBezTo>
                  <a:cubicBezTo>
                    <a:pt x="182971" y="186257"/>
                    <a:pt x="180022" y="212734"/>
                    <a:pt x="180022" y="250168"/>
                  </a:cubicBezTo>
                  <a:cubicBezTo>
                    <a:pt x="180022" y="295890"/>
                    <a:pt x="189571" y="337467"/>
                    <a:pt x="208669" y="374901"/>
                  </a:cubicBezTo>
                  <a:cubicBezTo>
                    <a:pt x="227766" y="412335"/>
                    <a:pt x="257465" y="457565"/>
                    <a:pt x="297837" y="510520"/>
                  </a:cubicBezTo>
                  <a:cubicBezTo>
                    <a:pt x="344739" y="575555"/>
                    <a:pt x="380476" y="634691"/>
                    <a:pt x="404980" y="687927"/>
                  </a:cubicBezTo>
                  <a:cubicBezTo>
                    <a:pt x="429483" y="741164"/>
                    <a:pt x="441770" y="803741"/>
                    <a:pt x="441770" y="875448"/>
                  </a:cubicBezTo>
                  <a:cubicBezTo>
                    <a:pt x="441770" y="968506"/>
                    <a:pt x="421831" y="1042250"/>
                    <a:pt x="382091" y="1096610"/>
                  </a:cubicBezTo>
                  <a:cubicBezTo>
                    <a:pt x="342281" y="1150970"/>
                    <a:pt x="288569" y="1178150"/>
                    <a:pt x="220956" y="1178150"/>
                  </a:cubicBezTo>
                  <a:cubicBezTo>
                    <a:pt x="153342" y="1178150"/>
                    <a:pt x="102369" y="1153077"/>
                    <a:pt x="61435" y="1102861"/>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sp>
        <p:nvSpPr>
          <p:cNvPr id="749" name="Google Shape;749;p98"/>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rgbClr val="B9C2C6"/>
                </a:solidFill>
                <a:latin typeface="Space Grotesk"/>
                <a:ea typeface="Space Grotesk"/>
                <a:cs typeface="Space Grotesk"/>
                <a:sym typeface="Space Grotesk"/>
              </a:rPr>
              <a:t>ⓒ 2024 Redis Ltd. All rights reserved.</a:t>
            </a:r>
            <a:endParaRPr b="0" i="0" sz="1300" u="none" cap="none" strike="noStrike">
              <a:solidFill>
                <a:srgbClr val="B9C2C6"/>
              </a:solidFill>
              <a:latin typeface="Space Grotesk"/>
              <a:ea typeface="Space Grotesk"/>
              <a:cs typeface="Space Grotesk"/>
              <a:sym typeface="Space Grotesk"/>
            </a:endParaRPr>
          </a:p>
        </p:txBody>
      </p:sp>
      <p:sp>
        <p:nvSpPr>
          <p:cNvPr id="750" name="Google Shape;750;p98"/>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pic>
        <p:nvPicPr>
          <p:cNvPr id="751" name="Google Shape;751;p98"/>
          <p:cNvPicPr preferRelativeResize="0"/>
          <p:nvPr/>
        </p:nvPicPr>
        <p:blipFill rotWithShape="1">
          <a:blip r:embed="rId3">
            <a:alphaModFix/>
          </a:blip>
          <a:srcRect b="0" l="0" r="0" t="0"/>
          <a:stretch/>
        </p:blipFill>
        <p:spPr>
          <a:xfrm>
            <a:off x="298725" y="4880004"/>
            <a:ext cx="413251" cy="129343"/>
          </a:xfrm>
          <a:prstGeom prst="rect">
            <a:avLst/>
          </a:prstGeom>
          <a:noFill/>
          <a:ln>
            <a:noFill/>
          </a:ln>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Big Statement - Dark">
  <p:cSld name="BLANK_1_2">
    <p:bg>
      <p:bgPr>
        <a:solidFill>
          <a:schemeClr val="dk2"/>
        </a:solidFill>
      </p:bgPr>
    </p:bg>
    <p:spTree>
      <p:nvGrpSpPr>
        <p:cNvPr id="752" name="Shape 752"/>
        <p:cNvGrpSpPr/>
        <p:nvPr/>
      </p:nvGrpSpPr>
      <p:grpSpPr>
        <a:xfrm>
          <a:off x="0" y="0"/>
          <a:ext cx="0" cy="0"/>
          <a:chOff x="0" y="0"/>
          <a:chExt cx="0" cy="0"/>
        </a:xfrm>
      </p:grpSpPr>
      <p:pic>
        <p:nvPicPr>
          <p:cNvPr id="753" name="Google Shape;753;p99"/>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754" name="Google Shape;754;p99"/>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755" name="Google Shape;755;p99"/>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sp>
        <p:nvSpPr>
          <p:cNvPr id="756" name="Google Shape;756;p99"/>
          <p:cNvSpPr/>
          <p:nvPr/>
        </p:nvSpPr>
        <p:spPr>
          <a:xfrm>
            <a:off x="301752" y="647150"/>
            <a:ext cx="92400" cy="92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
        <p:nvSpPr>
          <p:cNvPr id="757" name="Google Shape;757;p99"/>
          <p:cNvSpPr txBox="1"/>
          <p:nvPr>
            <p:ph idx="1" type="subTitle"/>
          </p:nvPr>
        </p:nvSpPr>
        <p:spPr>
          <a:xfrm>
            <a:off x="298725" y="979998"/>
            <a:ext cx="8037000" cy="2216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1pPr>
            <a:lvl2pPr lvl="1" algn="l">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2pPr>
            <a:lvl3pPr lvl="2" algn="l">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3pPr>
            <a:lvl4pPr lvl="3" algn="l">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4pPr>
            <a:lvl5pPr lvl="4" algn="l">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5pPr>
            <a:lvl6pPr lvl="5" algn="l">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6pPr>
            <a:lvl7pPr lvl="6" algn="l">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7pPr>
            <a:lvl8pPr lvl="7" algn="l">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8pPr>
            <a:lvl9pPr lvl="8" algn="l">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9pPr>
          </a:lstStyle>
          <a:p/>
        </p:txBody>
      </p:sp>
      <p:sp>
        <p:nvSpPr>
          <p:cNvPr id="758" name="Google Shape;758;p99"/>
          <p:cNvSpPr txBox="1"/>
          <p:nvPr>
            <p:ph idx="2" type="subTitle"/>
          </p:nvPr>
        </p:nvSpPr>
        <p:spPr>
          <a:xfrm>
            <a:off x="501025" y="568550"/>
            <a:ext cx="3091800" cy="249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900"/>
              <a:buNone/>
              <a:defRPr sz="900">
                <a:solidFill>
                  <a:schemeClr val="lt1"/>
                </a:solidFill>
              </a:defRPr>
            </a:lvl1pPr>
            <a:lvl2pPr lvl="1" algn="l">
              <a:lnSpc>
                <a:spcPct val="100000"/>
              </a:lnSpc>
              <a:spcBef>
                <a:spcPts val="0"/>
              </a:spcBef>
              <a:spcAft>
                <a:spcPts val="0"/>
              </a:spcAft>
              <a:buClr>
                <a:schemeClr val="lt1"/>
              </a:buClr>
              <a:buSzPts val="900"/>
              <a:buNone/>
              <a:defRPr sz="900">
                <a:solidFill>
                  <a:schemeClr val="lt1"/>
                </a:solidFill>
              </a:defRPr>
            </a:lvl2pPr>
            <a:lvl3pPr lvl="2" algn="l">
              <a:lnSpc>
                <a:spcPct val="100000"/>
              </a:lnSpc>
              <a:spcBef>
                <a:spcPts val="0"/>
              </a:spcBef>
              <a:spcAft>
                <a:spcPts val="0"/>
              </a:spcAft>
              <a:buClr>
                <a:schemeClr val="lt1"/>
              </a:buClr>
              <a:buSzPts val="900"/>
              <a:buNone/>
              <a:defRPr sz="900">
                <a:solidFill>
                  <a:schemeClr val="lt1"/>
                </a:solidFill>
              </a:defRPr>
            </a:lvl3pPr>
            <a:lvl4pPr lvl="3" algn="l">
              <a:lnSpc>
                <a:spcPct val="100000"/>
              </a:lnSpc>
              <a:spcBef>
                <a:spcPts val="0"/>
              </a:spcBef>
              <a:spcAft>
                <a:spcPts val="0"/>
              </a:spcAft>
              <a:buClr>
                <a:schemeClr val="lt1"/>
              </a:buClr>
              <a:buSzPts val="900"/>
              <a:buNone/>
              <a:defRPr sz="900">
                <a:solidFill>
                  <a:schemeClr val="lt1"/>
                </a:solidFill>
              </a:defRPr>
            </a:lvl4pPr>
            <a:lvl5pPr lvl="4" algn="l">
              <a:lnSpc>
                <a:spcPct val="100000"/>
              </a:lnSpc>
              <a:spcBef>
                <a:spcPts val="0"/>
              </a:spcBef>
              <a:spcAft>
                <a:spcPts val="0"/>
              </a:spcAft>
              <a:buClr>
                <a:schemeClr val="lt1"/>
              </a:buClr>
              <a:buSzPts val="900"/>
              <a:buNone/>
              <a:defRPr sz="900">
                <a:solidFill>
                  <a:schemeClr val="lt1"/>
                </a:solidFill>
              </a:defRPr>
            </a:lvl5pPr>
            <a:lvl6pPr lvl="5" algn="l">
              <a:lnSpc>
                <a:spcPct val="100000"/>
              </a:lnSpc>
              <a:spcBef>
                <a:spcPts val="0"/>
              </a:spcBef>
              <a:spcAft>
                <a:spcPts val="0"/>
              </a:spcAft>
              <a:buClr>
                <a:schemeClr val="lt1"/>
              </a:buClr>
              <a:buSzPts val="900"/>
              <a:buNone/>
              <a:defRPr sz="900">
                <a:solidFill>
                  <a:schemeClr val="lt1"/>
                </a:solidFill>
              </a:defRPr>
            </a:lvl6pPr>
            <a:lvl7pPr lvl="6" algn="l">
              <a:lnSpc>
                <a:spcPct val="100000"/>
              </a:lnSpc>
              <a:spcBef>
                <a:spcPts val="0"/>
              </a:spcBef>
              <a:spcAft>
                <a:spcPts val="0"/>
              </a:spcAft>
              <a:buClr>
                <a:schemeClr val="lt1"/>
              </a:buClr>
              <a:buSzPts val="900"/>
              <a:buNone/>
              <a:defRPr sz="900">
                <a:solidFill>
                  <a:schemeClr val="lt1"/>
                </a:solidFill>
              </a:defRPr>
            </a:lvl7pPr>
            <a:lvl8pPr lvl="7" algn="l">
              <a:lnSpc>
                <a:spcPct val="100000"/>
              </a:lnSpc>
              <a:spcBef>
                <a:spcPts val="0"/>
              </a:spcBef>
              <a:spcAft>
                <a:spcPts val="0"/>
              </a:spcAft>
              <a:buClr>
                <a:schemeClr val="lt1"/>
              </a:buClr>
              <a:buSzPts val="900"/>
              <a:buNone/>
              <a:defRPr sz="900">
                <a:solidFill>
                  <a:schemeClr val="lt1"/>
                </a:solidFill>
              </a:defRPr>
            </a:lvl8pPr>
            <a:lvl9pPr lvl="8" algn="l">
              <a:lnSpc>
                <a:spcPct val="100000"/>
              </a:lnSpc>
              <a:spcBef>
                <a:spcPts val="0"/>
              </a:spcBef>
              <a:spcAft>
                <a:spcPts val="0"/>
              </a:spcAft>
              <a:buClr>
                <a:schemeClr val="lt1"/>
              </a:buClr>
              <a:buSzPts val="900"/>
              <a:buNone/>
              <a:defRPr sz="900">
                <a:solidFill>
                  <a:schemeClr val="lt1"/>
                </a:solidFill>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Big Statement - Hyper ">
  <p:cSld name="BLANK_1_2_1">
    <p:bg>
      <p:bgPr>
        <a:solidFill>
          <a:schemeClr val="accent1"/>
        </a:solidFill>
      </p:bgPr>
    </p:bg>
    <p:spTree>
      <p:nvGrpSpPr>
        <p:cNvPr id="759" name="Shape 759"/>
        <p:cNvGrpSpPr/>
        <p:nvPr/>
      </p:nvGrpSpPr>
      <p:grpSpPr>
        <a:xfrm>
          <a:off x="0" y="0"/>
          <a:ext cx="0" cy="0"/>
          <a:chOff x="0" y="0"/>
          <a:chExt cx="0" cy="0"/>
        </a:xfrm>
      </p:grpSpPr>
      <p:pic>
        <p:nvPicPr>
          <p:cNvPr id="760" name="Google Shape;760;p100"/>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761" name="Google Shape;761;p100"/>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762" name="Google Shape;762;p100"/>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sp>
        <p:nvSpPr>
          <p:cNvPr id="763" name="Google Shape;763;p100"/>
          <p:cNvSpPr/>
          <p:nvPr/>
        </p:nvSpPr>
        <p:spPr>
          <a:xfrm>
            <a:off x="301752" y="647150"/>
            <a:ext cx="92400" cy="92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
        <p:nvSpPr>
          <p:cNvPr id="764" name="Google Shape;764;p100"/>
          <p:cNvSpPr txBox="1"/>
          <p:nvPr>
            <p:ph idx="1" type="subTitle"/>
          </p:nvPr>
        </p:nvSpPr>
        <p:spPr>
          <a:xfrm>
            <a:off x="298725" y="979998"/>
            <a:ext cx="8037000" cy="2216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1pPr>
            <a:lvl2pPr lvl="1" algn="l">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2pPr>
            <a:lvl3pPr lvl="2" algn="l">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3pPr>
            <a:lvl4pPr lvl="3" algn="l">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4pPr>
            <a:lvl5pPr lvl="4" algn="l">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5pPr>
            <a:lvl6pPr lvl="5" algn="l">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6pPr>
            <a:lvl7pPr lvl="6" algn="l">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7pPr>
            <a:lvl8pPr lvl="7" algn="l">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8pPr>
            <a:lvl9pPr lvl="8" algn="l">
              <a:lnSpc>
                <a:spcPct val="100000"/>
              </a:lnSpc>
              <a:spcBef>
                <a:spcPts val="0"/>
              </a:spcBef>
              <a:spcAft>
                <a:spcPts val="0"/>
              </a:spcAft>
              <a:buClr>
                <a:schemeClr val="lt1"/>
              </a:buClr>
              <a:buSzPts val="4400"/>
              <a:buFont typeface="Space Grotesk"/>
              <a:buNone/>
              <a:defRPr sz="4400">
                <a:solidFill>
                  <a:schemeClr val="lt1"/>
                </a:solidFill>
                <a:latin typeface="Space Grotesk"/>
                <a:ea typeface="Space Grotesk"/>
                <a:cs typeface="Space Grotesk"/>
                <a:sym typeface="Space Grotesk"/>
              </a:defRPr>
            </a:lvl9pPr>
          </a:lstStyle>
          <a:p/>
        </p:txBody>
      </p:sp>
      <p:sp>
        <p:nvSpPr>
          <p:cNvPr id="765" name="Google Shape;765;p100"/>
          <p:cNvSpPr txBox="1"/>
          <p:nvPr>
            <p:ph idx="2" type="subTitle"/>
          </p:nvPr>
        </p:nvSpPr>
        <p:spPr>
          <a:xfrm>
            <a:off x="501025" y="568550"/>
            <a:ext cx="3091800" cy="249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900"/>
              <a:buNone/>
              <a:defRPr sz="900">
                <a:solidFill>
                  <a:schemeClr val="lt1"/>
                </a:solidFill>
              </a:defRPr>
            </a:lvl1pPr>
            <a:lvl2pPr lvl="1" algn="l">
              <a:lnSpc>
                <a:spcPct val="100000"/>
              </a:lnSpc>
              <a:spcBef>
                <a:spcPts val="0"/>
              </a:spcBef>
              <a:spcAft>
                <a:spcPts val="0"/>
              </a:spcAft>
              <a:buClr>
                <a:schemeClr val="lt1"/>
              </a:buClr>
              <a:buSzPts val="900"/>
              <a:buNone/>
              <a:defRPr sz="900">
                <a:solidFill>
                  <a:schemeClr val="lt1"/>
                </a:solidFill>
              </a:defRPr>
            </a:lvl2pPr>
            <a:lvl3pPr lvl="2" algn="l">
              <a:lnSpc>
                <a:spcPct val="100000"/>
              </a:lnSpc>
              <a:spcBef>
                <a:spcPts val="0"/>
              </a:spcBef>
              <a:spcAft>
                <a:spcPts val="0"/>
              </a:spcAft>
              <a:buClr>
                <a:schemeClr val="lt1"/>
              </a:buClr>
              <a:buSzPts val="900"/>
              <a:buNone/>
              <a:defRPr sz="900">
                <a:solidFill>
                  <a:schemeClr val="lt1"/>
                </a:solidFill>
              </a:defRPr>
            </a:lvl3pPr>
            <a:lvl4pPr lvl="3" algn="l">
              <a:lnSpc>
                <a:spcPct val="100000"/>
              </a:lnSpc>
              <a:spcBef>
                <a:spcPts val="0"/>
              </a:spcBef>
              <a:spcAft>
                <a:spcPts val="0"/>
              </a:spcAft>
              <a:buClr>
                <a:schemeClr val="lt1"/>
              </a:buClr>
              <a:buSzPts val="900"/>
              <a:buNone/>
              <a:defRPr sz="900">
                <a:solidFill>
                  <a:schemeClr val="lt1"/>
                </a:solidFill>
              </a:defRPr>
            </a:lvl4pPr>
            <a:lvl5pPr lvl="4" algn="l">
              <a:lnSpc>
                <a:spcPct val="100000"/>
              </a:lnSpc>
              <a:spcBef>
                <a:spcPts val="0"/>
              </a:spcBef>
              <a:spcAft>
                <a:spcPts val="0"/>
              </a:spcAft>
              <a:buClr>
                <a:schemeClr val="lt1"/>
              </a:buClr>
              <a:buSzPts val="900"/>
              <a:buNone/>
              <a:defRPr sz="900">
                <a:solidFill>
                  <a:schemeClr val="lt1"/>
                </a:solidFill>
              </a:defRPr>
            </a:lvl5pPr>
            <a:lvl6pPr lvl="5" algn="l">
              <a:lnSpc>
                <a:spcPct val="100000"/>
              </a:lnSpc>
              <a:spcBef>
                <a:spcPts val="0"/>
              </a:spcBef>
              <a:spcAft>
                <a:spcPts val="0"/>
              </a:spcAft>
              <a:buClr>
                <a:schemeClr val="lt1"/>
              </a:buClr>
              <a:buSzPts val="900"/>
              <a:buNone/>
              <a:defRPr sz="900">
                <a:solidFill>
                  <a:schemeClr val="lt1"/>
                </a:solidFill>
              </a:defRPr>
            </a:lvl6pPr>
            <a:lvl7pPr lvl="6" algn="l">
              <a:lnSpc>
                <a:spcPct val="100000"/>
              </a:lnSpc>
              <a:spcBef>
                <a:spcPts val="0"/>
              </a:spcBef>
              <a:spcAft>
                <a:spcPts val="0"/>
              </a:spcAft>
              <a:buClr>
                <a:schemeClr val="lt1"/>
              </a:buClr>
              <a:buSzPts val="900"/>
              <a:buNone/>
              <a:defRPr sz="900">
                <a:solidFill>
                  <a:schemeClr val="lt1"/>
                </a:solidFill>
              </a:defRPr>
            </a:lvl7pPr>
            <a:lvl8pPr lvl="7" algn="l">
              <a:lnSpc>
                <a:spcPct val="100000"/>
              </a:lnSpc>
              <a:spcBef>
                <a:spcPts val="0"/>
              </a:spcBef>
              <a:spcAft>
                <a:spcPts val="0"/>
              </a:spcAft>
              <a:buClr>
                <a:schemeClr val="lt1"/>
              </a:buClr>
              <a:buSzPts val="900"/>
              <a:buNone/>
              <a:defRPr sz="900">
                <a:solidFill>
                  <a:schemeClr val="lt1"/>
                </a:solidFill>
              </a:defRPr>
            </a:lvl8pPr>
            <a:lvl9pPr lvl="8" algn="l">
              <a:lnSpc>
                <a:spcPct val="100000"/>
              </a:lnSpc>
              <a:spcBef>
                <a:spcPts val="0"/>
              </a:spcBef>
              <a:spcAft>
                <a:spcPts val="0"/>
              </a:spcAft>
              <a:buClr>
                <a:schemeClr val="lt1"/>
              </a:buClr>
              <a:buSzPts val="900"/>
              <a:buNone/>
              <a:defRPr sz="900">
                <a:solidFill>
                  <a:schemeClr val="lt1"/>
                </a:solidFill>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Big Statement - Red 1">
  <p:cSld name="BLANK_1_2_1_1">
    <p:bg>
      <p:bgPr>
        <a:solidFill>
          <a:schemeClr val="lt1"/>
        </a:solidFill>
      </p:bgPr>
    </p:bg>
    <p:spTree>
      <p:nvGrpSpPr>
        <p:cNvPr id="766" name="Shape 766"/>
        <p:cNvGrpSpPr/>
        <p:nvPr/>
      </p:nvGrpSpPr>
      <p:grpSpPr>
        <a:xfrm>
          <a:off x="0" y="0"/>
          <a:ext cx="0" cy="0"/>
          <a:chOff x="0" y="0"/>
          <a:chExt cx="0" cy="0"/>
        </a:xfrm>
      </p:grpSpPr>
      <p:sp>
        <p:nvSpPr>
          <p:cNvPr id="767" name="Google Shape;767;p101"/>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sp>
        <p:nvSpPr>
          <p:cNvPr id="768" name="Google Shape;768;p101"/>
          <p:cNvSpPr/>
          <p:nvPr/>
        </p:nvSpPr>
        <p:spPr>
          <a:xfrm>
            <a:off x="301752" y="647150"/>
            <a:ext cx="92400" cy="924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
        <p:nvSpPr>
          <p:cNvPr id="769" name="Google Shape;769;p101"/>
          <p:cNvSpPr txBox="1"/>
          <p:nvPr>
            <p:ph idx="1" type="subTitle"/>
          </p:nvPr>
        </p:nvSpPr>
        <p:spPr>
          <a:xfrm>
            <a:off x="298725" y="979998"/>
            <a:ext cx="8037000" cy="2216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4400"/>
              <a:buFont typeface="Space Grotesk"/>
              <a:buNone/>
              <a:defRPr sz="4400">
                <a:latin typeface="Space Grotesk"/>
                <a:ea typeface="Space Grotesk"/>
                <a:cs typeface="Space Grotesk"/>
                <a:sym typeface="Space Grotesk"/>
              </a:defRPr>
            </a:lvl1pPr>
            <a:lvl2pPr lvl="1" algn="l">
              <a:lnSpc>
                <a:spcPct val="100000"/>
              </a:lnSpc>
              <a:spcBef>
                <a:spcPts val="0"/>
              </a:spcBef>
              <a:spcAft>
                <a:spcPts val="0"/>
              </a:spcAft>
              <a:buSzPts val="4400"/>
              <a:buFont typeface="Space Grotesk"/>
              <a:buNone/>
              <a:defRPr sz="4400">
                <a:latin typeface="Space Grotesk"/>
                <a:ea typeface="Space Grotesk"/>
                <a:cs typeface="Space Grotesk"/>
                <a:sym typeface="Space Grotesk"/>
              </a:defRPr>
            </a:lvl2pPr>
            <a:lvl3pPr lvl="2" algn="l">
              <a:lnSpc>
                <a:spcPct val="100000"/>
              </a:lnSpc>
              <a:spcBef>
                <a:spcPts val="0"/>
              </a:spcBef>
              <a:spcAft>
                <a:spcPts val="0"/>
              </a:spcAft>
              <a:buSzPts val="4400"/>
              <a:buFont typeface="Space Grotesk"/>
              <a:buNone/>
              <a:defRPr sz="4400">
                <a:latin typeface="Space Grotesk"/>
                <a:ea typeface="Space Grotesk"/>
                <a:cs typeface="Space Grotesk"/>
                <a:sym typeface="Space Grotesk"/>
              </a:defRPr>
            </a:lvl3pPr>
            <a:lvl4pPr lvl="3" algn="l">
              <a:lnSpc>
                <a:spcPct val="100000"/>
              </a:lnSpc>
              <a:spcBef>
                <a:spcPts val="0"/>
              </a:spcBef>
              <a:spcAft>
                <a:spcPts val="0"/>
              </a:spcAft>
              <a:buSzPts val="4400"/>
              <a:buFont typeface="Space Grotesk"/>
              <a:buNone/>
              <a:defRPr sz="4400">
                <a:latin typeface="Space Grotesk"/>
                <a:ea typeface="Space Grotesk"/>
                <a:cs typeface="Space Grotesk"/>
                <a:sym typeface="Space Grotesk"/>
              </a:defRPr>
            </a:lvl4pPr>
            <a:lvl5pPr lvl="4" algn="l">
              <a:lnSpc>
                <a:spcPct val="100000"/>
              </a:lnSpc>
              <a:spcBef>
                <a:spcPts val="0"/>
              </a:spcBef>
              <a:spcAft>
                <a:spcPts val="0"/>
              </a:spcAft>
              <a:buSzPts val="4400"/>
              <a:buFont typeface="Space Grotesk"/>
              <a:buNone/>
              <a:defRPr sz="4400">
                <a:latin typeface="Space Grotesk"/>
                <a:ea typeface="Space Grotesk"/>
                <a:cs typeface="Space Grotesk"/>
                <a:sym typeface="Space Grotesk"/>
              </a:defRPr>
            </a:lvl5pPr>
            <a:lvl6pPr lvl="5" algn="l">
              <a:lnSpc>
                <a:spcPct val="100000"/>
              </a:lnSpc>
              <a:spcBef>
                <a:spcPts val="0"/>
              </a:spcBef>
              <a:spcAft>
                <a:spcPts val="0"/>
              </a:spcAft>
              <a:buSzPts val="4400"/>
              <a:buFont typeface="Space Grotesk"/>
              <a:buNone/>
              <a:defRPr sz="4400">
                <a:latin typeface="Space Grotesk"/>
                <a:ea typeface="Space Grotesk"/>
                <a:cs typeface="Space Grotesk"/>
                <a:sym typeface="Space Grotesk"/>
              </a:defRPr>
            </a:lvl6pPr>
            <a:lvl7pPr lvl="6" algn="l">
              <a:lnSpc>
                <a:spcPct val="100000"/>
              </a:lnSpc>
              <a:spcBef>
                <a:spcPts val="0"/>
              </a:spcBef>
              <a:spcAft>
                <a:spcPts val="0"/>
              </a:spcAft>
              <a:buSzPts val="4400"/>
              <a:buFont typeface="Space Grotesk"/>
              <a:buNone/>
              <a:defRPr sz="4400">
                <a:latin typeface="Space Grotesk"/>
                <a:ea typeface="Space Grotesk"/>
                <a:cs typeface="Space Grotesk"/>
                <a:sym typeface="Space Grotesk"/>
              </a:defRPr>
            </a:lvl7pPr>
            <a:lvl8pPr lvl="7" algn="l">
              <a:lnSpc>
                <a:spcPct val="100000"/>
              </a:lnSpc>
              <a:spcBef>
                <a:spcPts val="0"/>
              </a:spcBef>
              <a:spcAft>
                <a:spcPts val="0"/>
              </a:spcAft>
              <a:buSzPts val="4400"/>
              <a:buFont typeface="Space Grotesk"/>
              <a:buNone/>
              <a:defRPr sz="4400">
                <a:latin typeface="Space Grotesk"/>
                <a:ea typeface="Space Grotesk"/>
                <a:cs typeface="Space Grotesk"/>
                <a:sym typeface="Space Grotesk"/>
              </a:defRPr>
            </a:lvl8pPr>
            <a:lvl9pPr lvl="8" algn="l">
              <a:lnSpc>
                <a:spcPct val="100000"/>
              </a:lnSpc>
              <a:spcBef>
                <a:spcPts val="0"/>
              </a:spcBef>
              <a:spcAft>
                <a:spcPts val="0"/>
              </a:spcAft>
              <a:buSzPts val="4400"/>
              <a:buFont typeface="Space Grotesk"/>
              <a:buNone/>
              <a:defRPr sz="4400">
                <a:latin typeface="Space Grotesk"/>
                <a:ea typeface="Space Grotesk"/>
                <a:cs typeface="Space Grotesk"/>
                <a:sym typeface="Space Grotesk"/>
              </a:defRPr>
            </a:lvl9pPr>
          </a:lstStyle>
          <a:p/>
        </p:txBody>
      </p:sp>
      <p:sp>
        <p:nvSpPr>
          <p:cNvPr id="770" name="Google Shape;770;p101"/>
          <p:cNvSpPr txBox="1"/>
          <p:nvPr>
            <p:ph idx="2" type="subTitle"/>
          </p:nvPr>
        </p:nvSpPr>
        <p:spPr>
          <a:xfrm>
            <a:off x="501025" y="568550"/>
            <a:ext cx="3091800" cy="249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sz="900"/>
            </a:lvl1pPr>
            <a:lvl2pPr lvl="1" algn="l">
              <a:lnSpc>
                <a:spcPct val="100000"/>
              </a:lnSpc>
              <a:spcBef>
                <a:spcPts val="0"/>
              </a:spcBef>
              <a:spcAft>
                <a:spcPts val="0"/>
              </a:spcAft>
              <a:buSzPts val="900"/>
              <a:buNone/>
              <a:defRPr sz="900"/>
            </a:lvl2pPr>
            <a:lvl3pPr lvl="2" algn="l">
              <a:lnSpc>
                <a:spcPct val="100000"/>
              </a:lnSpc>
              <a:spcBef>
                <a:spcPts val="0"/>
              </a:spcBef>
              <a:spcAft>
                <a:spcPts val="0"/>
              </a:spcAft>
              <a:buSzPts val="900"/>
              <a:buNone/>
              <a:defRPr sz="900"/>
            </a:lvl3pPr>
            <a:lvl4pPr lvl="3" algn="l">
              <a:lnSpc>
                <a:spcPct val="100000"/>
              </a:lnSpc>
              <a:spcBef>
                <a:spcPts val="0"/>
              </a:spcBef>
              <a:spcAft>
                <a:spcPts val="0"/>
              </a:spcAft>
              <a:buSzPts val="900"/>
              <a:buNone/>
              <a:defRPr sz="900"/>
            </a:lvl4pPr>
            <a:lvl5pPr lvl="4" algn="l">
              <a:lnSpc>
                <a:spcPct val="100000"/>
              </a:lnSpc>
              <a:spcBef>
                <a:spcPts val="0"/>
              </a:spcBef>
              <a:spcAft>
                <a:spcPts val="0"/>
              </a:spcAft>
              <a:buSzPts val="900"/>
              <a:buNone/>
              <a:defRPr sz="900"/>
            </a:lvl5pPr>
            <a:lvl6pPr lvl="5" algn="l">
              <a:lnSpc>
                <a:spcPct val="100000"/>
              </a:lnSpc>
              <a:spcBef>
                <a:spcPts val="0"/>
              </a:spcBef>
              <a:spcAft>
                <a:spcPts val="0"/>
              </a:spcAft>
              <a:buSzPts val="900"/>
              <a:buNone/>
              <a:defRPr sz="900"/>
            </a:lvl6pPr>
            <a:lvl7pPr lvl="6" algn="l">
              <a:lnSpc>
                <a:spcPct val="100000"/>
              </a:lnSpc>
              <a:spcBef>
                <a:spcPts val="0"/>
              </a:spcBef>
              <a:spcAft>
                <a:spcPts val="0"/>
              </a:spcAft>
              <a:buSzPts val="900"/>
              <a:buNone/>
              <a:defRPr sz="900"/>
            </a:lvl7pPr>
            <a:lvl8pPr lvl="7" algn="l">
              <a:lnSpc>
                <a:spcPct val="100000"/>
              </a:lnSpc>
              <a:spcBef>
                <a:spcPts val="0"/>
              </a:spcBef>
              <a:spcAft>
                <a:spcPts val="0"/>
              </a:spcAft>
              <a:buSzPts val="900"/>
              <a:buNone/>
              <a:defRPr sz="900"/>
            </a:lvl8pPr>
            <a:lvl9pPr lvl="8" algn="l">
              <a:lnSpc>
                <a:spcPct val="100000"/>
              </a:lnSpc>
              <a:spcBef>
                <a:spcPts val="0"/>
              </a:spcBef>
              <a:spcAft>
                <a:spcPts val="0"/>
              </a:spcAft>
              <a:buSzPts val="900"/>
              <a:buNone/>
              <a:defRPr sz="900"/>
            </a:lvl9pPr>
          </a:lstStyle>
          <a:p/>
        </p:txBody>
      </p:sp>
      <p:sp>
        <p:nvSpPr>
          <p:cNvPr id="771" name="Google Shape;771;p101"/>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rgbClr val="B9C2C6"/>
                </a:solidFill>
                <a:latin typeface="Space Grotesk"/>
                <a:ea typeface="Space Grotesk"/>
                <a:cs typeface="Space Grotesk"/>
                <a:sym typeface="Space Grotesk"/>
              </a:rPr>
              <a:t>ⓒ 2024 Redis Ltd. All rights reserved.</a:t>
            </a:r>
            <a:endParaRPr b="0" i="0" sz="1300" u="none" cap="none" strike="noStrike">
              <a:solidFill>
                <a:srgbClr val="B9C2C6"/>
              </a:solidFill>
              <a:latin typeface="Space Grotesk"/>
              <a:ea typeface="Space Grotesk"/>
              <a:cs typeface="Space Grotesk"/>
              <a:sym typeface="Space Grotesk"/>
            </a:endParaRPr>
          </a:p>
        </p:txBody>
      </p:sp>
      <p:pic>
        <p:nvPicPr>
          <p:cNvPr id="772" name="Google Shape;772;p101"/>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Hyper ">
  <p:cSld name="TITLE_5">
    <p:bg>
      <p:bgPr>
        <a:solidFill>
          <a:schemeClr val="accent1"/>
        </a:solidFill>
      </p:bgPr>
    </p:bg>
    <p:spTree>
      <p:nvGrpSpPr>
        <p:cNvPr id="773" name="Shape 773"/>
        <p:cNvGrpSpPr/>
        <p:nvPr/>
      </p:nvGrpSpPr>
      <p:grpSpPr>
        <a:xfrm>
          <a:off x="0" y="0"/>
          <a:ext cx="0" cy="0"/>
          <a:chOff x="0" y="0"/>
          <a:chExt cx="0" cy="0"/>
        </a:xfrm>
      </p:grpSpPr>
      <p:pic>
        <p:nvPicPr>
          <p:cNvPr id="774" name="Google Shape;774;p102"/>
          <p:cNvPicPr preferRelativeResize="0"/>
          <p:nvPr/>
        </p:nvPicPr>
        <p:blipFill rotWithShape="1">
          <a:blip r:embed="rId2">
            <a:alphaModFix/>
          </a:blip>
          <a:srcRect b="0" l="0" r="0" t="0"/>
          <a:stretch/>
        </p:blipFill>
        <p:spPr>
          <a:xfrm>
            <a:off x="298725" y="371125"/>
            <a:ext cx="1727974" cy="540850"/>
          </a:xfrm>
          <a:prstGeom prst="rect">
            <a:avLst/>
          </a:prstGeom>
          <a:noFill/>
          <a:ln>
            <a:noFill/>
          </a:ln>
        </p:spPr>
      </p:pic>
      <p:pic>
        <p:nvPicPr>
          <p:cNvPr id="775" name="Google Shape;775;p102"/>
          <p:cNvPicPr preferRelativeResize="0"/>
          <p:nvPr/>
        </p:nvPicPr>
        <p:blipFill rotWithShape="1">
          <a:blip r:embed="rId3">
            <a:alphaModFix amt="4000"/>
          </a:blip>
          <a:srcRect b="14420" l="-1410" r="27604" t="0"/>
          <a:stretch/>
        </p:blipFill>
        <p:spPr>
          <a:xfrm>
            <a:off x="4682834" y="371125"/>
            <a:ext cx="4461165" cy="4772376"/>
          </a:xfrm>
          <a:prstGeom prst="rect">
            <a:avLst/>
          </a:prstGeom>
          <a:noFill/>
          <a:ln>
            <a:noFill/>
          </a:ln>
        </p:spPr>
      </p:pic>
      <p:sp>
        <p:nvSpPr>
          <p:cNvPr id="776" name="Google Shape;776;p102"/>
          <p:cNvSpPr txBox="1"/>
          <p:nvPr/>
        </p:nvSpPr>
        <p:spPr>
          <a:xfrm>
            <a:off x="29872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777" name="Google Shape;777;p102"/>
          <p:cNvSpPr txBox="1"/>
          <p:nvPr/>
        </p:nvSpPr>
        <p:spPr>
          <a:xfrm>
            <a:off x="298725" y="3539575"/>
            <a:ext cx="2247000" cy="7926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Space Grotesk"/>
                <a:ea typeface="Space Grotesk"/>
                <a:cs typeface="Space Grotesk"/>
                <a:sym typeface="Space Grotesk"/>
              </a:rPr>
              <a:t>Thank you.</a:t>
            </a:r>
            <a:endParaRPr b="0" i="0" sz="1600" u="none" cap="none" strike="noStrike">
              <a:solidFill>
                <a:srgbClr val="FFFFFF"/>
              </a:solidFill>
              <a:latin typeface="Space Grotesk"/>
              <a:ea typeface="Space Grotesk"/>
              <a:cs typeface="Space Grotesk"/>
              <a:sym typeface="Space Grotesk"/>
            </a:endParaRPr>
          </a:p>
        </p:txBody>
      </p:sp>
    </p:spTree>
  </p:cSld>
  <p:clrMapOvr>
    <a:masterClrMapping/>
  </p:clrMapOvr>
  <p:extLst>
    <p:ext uri="{DCECCB84-F9BA-43D5-87BE-67443E8EF086}">
      <p15:sldGuideLst>
        <p15:guide id="1" pos="188">
          <p15:clr>
            <a:srgbClr val="E46962"/>
          </p15:clr>
        </p15:guide>
      </p15:sldGuideLst>
    </p:ext>
  </p:extLst>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White">
  <p:cSld name="TITLE_4_2">
    <p:bg>
      <p:bgPr>
        <a:solidFill>
          <a:schemeClr val="lt1"/>
        </a:solidFill>
      </p:bgPr>
    </p:bg>
    <p:spTree>
      <p:nvGrpSpPr>
        <p:cNvPr id="778" name="Shape 778"/>
        <p:cNvGrpSpPr/>
        <p:nvPr/>
      </p:nvGrpSpPr>
      <p:grpSpPr>
        <a:xfrm>
          <a:off x="0" y="0"/>
          <a:ext cx="0" cy="0"/>
          <a:chOff x="0" y="0"/>
          <a:chExt cx="0" cy="0"/>
        </a:xfrm>
      </p:grpSpPr>
      <p:pic>
        <p:nvPicPr>
          <p:cNvPr id="779" name="Google Shape;779;p103"/>
          <p:cNvPicPr preferRelativeResize="0"/>
          <p:nvPr/>
        </p:nvPicPr>
        <p:blipFill rotWithShape="1">
          <a:blip r:embed="rId2">
            <a:alphaModFix/>
          </a:blip>
          <a:srcRect b="0" l="0" r="0" t="0"/>
          <a:stretch/>
        </p:blipFill>
        <p:spPr>
          <a:xfrm>
            <a:off x="298725" y="371125"/>
            <a:ext cx="1727974" cy="540850"/>
          </a:xfrm>
          <a:prstGeom prst="rect">
            <a:avLst/>
          </a:prstGeom>
          <a:noFill/>
          <a:ln>
            <a:noFill/>
          </a:ln>
        </p:spPr>
      </p:pic>
      <p:pic>
        <p:nvPicPr>
          <p:cNvPr id="780" name="Google Shape;780;p103"/>
          <p:cNvPicPr preferRelativeResize="0"/>
          <p:nvPr/>
        </p:nvPicPr>
        <p:blipFill rotWithShape="1">
          <a:blip r:embed="rId3">
            <a:alphaModFix amt="3000"/>
          </a:blip>
          <a:srcRect b="14420" l="-1410" r="27604" t="0"/>
          <a:stretch/>
        </p:blipFill>
        <p:spPr>
          <a:xfrm>
            <a:off x="4682834" y="371125"/>
            <a:ext cx="4461165" cy="4772376"/>
          </a:xfrm>
          <a:prstGeom prst="rect">
            <a:avLst/>
          </a:prstGeom>
          <a:noFill/>
          <a:ln>
            <a:noFill/>
          </a:ln>
        </p:spPr>
      </p:pic>
      <p:sp>
        <p:nvSpPr>
          <p:cNvPr id="781" name="Google Shape;781;p103"/>
          <p:cNvSpPr txBox="1"/>
          <p:nvPr/>
        </p:nvSpPr>
        <p:spPr>
          <a:xfrm>
            <a:off x="29872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rgbClr val="B9C2C6"/>
                </a:solidFill>
                <a:latin typeface="Space Grotesk"/>
                <a:ea typeface="Space Grotesk"/>
                <a:cs typeface="Space Grotesk"/>
                <a:sym typeface="Space Grotesk"/>
              </a:rPr>
              <a:t>ⓒ 2024 Redis Ltd. All rights reserved.</a:t>
            </a:r>
            <a:endParaRPr b="0" i="0" sz="1300" u="none" cap="none" strike="noStrike">
              <a:solidFill>
                <a:srgbClr val="B9C2C6"/>
              </a:solidFill>
              <a:latin typeface="Space Grotesk"/>
              <a:ea typeface="Space Grotesk"/>
              <a:cs typeface="Space Grotesk"/>
              <a:sym typeface="Space Grotesk"/>
            </a:endParaRPr>
          </a:p>
        </p:txBody>
      </p:sp>
      <p:sp>
        <p:nvSpPr>
          <p:cNvPr id="782" name="Google Shape;782;p103"/>
          <p:cNvSpPr txBox="1"/>
          <p:nvPr/>
        </p:nvSpPr>
        <p:spPr>
          <a:xfrm>
            <a:off x="298725" y="3539575"/>
            <a:ext cx="2247000" cy="7926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Space Grotesk"/>
                <a:ea typeface="Space Grotesk"/>
                <a:cs typeface="Space Grotesk"/>
                <a:sym typeface="Space Grotesk"/>
              </a:rPr>
              <a:t>Thank you.</a:t>
            </a:r>
            <a:endParaRPr b="0" i="0" sz="1600" u="none" cap="none" strike="noStrike">
              <a:solidFill>
                <a:schemeClr val="dk1"/>
              </a:solidFill>
              <a:latin typeface="Space Grotesk"/>
              <a:ea typeface="Space Grotesk"/>
              <a:cs typeface="Space Grotesk"/>
              <a:sym typeface="Space Grotesk"/>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Dark">
  <p:cSld name="TITLE_4_1_2">
    <p:bg>
      <p:bgPr>
        <a:solidFill>
          <a:schemeClr val="dk2"/>
        </a:solidFill>
      </p:bgPr>
    </p:bg>
    <p:spTree>
      <p:nvGrpSpPr>
        <p:cNvPr id="783" name="Shape 783"/>
        <p:cNvGrpSpPr/>
        <p:nvPr/>
      </p:nvGrpSpPr>
      <p:grpSpPr>
        <a:xfrm>
          <a:off x="0" y="0"/>
          <a:ext cx="0" cy="0"/>
          <a:chOff x="0" y="0"/>
          <a:chExt cx="0" cy="0"/>
        </a:xfrm>
      </p:grpSpPr>
      <p:pic>
        <p:nvPicPr>
          <p:cNvPr id="784" name="Google Shape;784;p104"/>
          <p:cNvPicPr preferRelativeResize="0"/>
          <p:nvPr/>
        </p:nvPicPr>
        <p:blipFill rotWithShape="1">
          <a:blip r:embed="rId2">
            <a:alphaModFix/>
          </a:blip>
          <a:srcRect b="0" l="0" r="0" t="0"/>
          <a:stretch/>
        </p:blipFill>
        <p:spPr>
          <a:xfrm>
            <a:off x="298725" y="371125"/>
            <a:ext cx="1727974" cy="540850"/>
          </a:xfrm>
          <a:prstGeom prst="rect">
            <a:avLst/>
          </a:prstGeom>
          <a:noFill/>
          <a:ln>
            <a:noFill/>
          </a:ln>
        </p:spPr>
      </p:pic>
      <p:pic>
        <p:nvPicPr>
          <p:cNvPr id="785" name="Google Shape;785;p104"/>
          <p:cNvPicPr preferRelativeResize="0"/>
          <p:nvPr/>
        </p:nvPicPr>
        <p:blipFill rotWithShape="1">
          <a:blip r:embed="rId3">
            <a:alphaModFix amt="3000"/>
          </a:blip>
          <a:srcRect b="14420" l="-1410" r="27604" t="0"/>
          <a:stretch/>
        </p:blipFill>
        <p:spPr>
          <a:xfrm>
            <a:off x="4682834" y="371125"/>
            <a:ext cx="4461165" cy="4772376"/>
          </a:xfrm>
          <a:prstGeom prst="rect">
            <a:avLst/>
          </a:prstGeom>
          <a:noFill/>
          <a:ln>
            <a:noFill/>
          </a:ln>
        </p:spPr>
      </p:pic>
      <p:sp>
        <p:nvSpPr>
          <p:cNvPr id="786" name="Google Shape;786;p104"/>
          <p:cNvSpPr txBox="1"/>
          <p:nvPr/>
        </p:nvSpPr>
        <p:spPr>
          <a:xfrm>
            <a:off x="29872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787" name="Google Shape;787;p104"/>
          <p:cNvSpPr txBox="1"/>
          <p:nvPr/>
        </p:nvSpPr>
        <p:spPr>
          <a:xfrm>
            <a:off x="298725" y="3539575"/>
            <a:ext cx="2247000" cy="7926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Space Grotesk"/>
                <a:ea typeface="Space Grotesk"/>
                <a:cs typeface="Space Grotesk"/>
                <a:sym typeface="Space Grotesk"/>
              </a:rPr>
              <a:t>Thank you.</a:t>
            </a:r>
            <a:endParaRPr b="0" i="0" sz="1600" u="none" cap="none" strike="noStrike">
              <a:solidFill>
                <a:srgbClr val="FFFFFF"/>
              </a:solidFill>
              <a:latin typeface="Space Grotesk"/>
              <a:ea typeface="Space Grotesk"/>
              <a:cs typeface="Space Grotesk"/>
              <a:sym typeface="Space Grotesk"/>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Text - Grey">
  <p:cSld name="BLANK_1_3">
    <p:bg>
      <p:bgPr>
        <a:solidFill>
          <a:srgbClr val="B9C2C6"/>
        </a:solidFill>
      </p:bgPr>
    </p:bg>
    <p:spTree>
      <p:nvGrpSpPr>
        <p:cNvPr id="788" name="Shape 788"/>
        <p:cNvGrpSpPr/>
        <p:nvPr/>
      </p:nvGrpSpPr>
      <p:grpSpPr>
        <a:xfrm>
          <a:off x="0" y="0"/>
          <a:ext cx="0" cy="0"/>
          <a:chOff x="0" y="0"/>
          <a:chExt cx="0" cy="0"/>
        </a:xfrm>
      </p:grpSpPr>
      <p:sp>
        <p:nvSpPr>
          <p:cNvPr id="789" name="Google Shape;789;p105"/>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pic>
        <p:nvPicPr>
          <p:cNvPr id="790" name="Google Shape;790;p105"/>
          <p:cNvPicPr preferRelativeResize="0"/>
          <p:nvPr/>
        </p:nvPicPr>
        <p:blipFill rotWithShape="1">
          <a:blip r:embed="rId2">
            <a:alphaModFix/>
          </a:blip>
          <a:srcRect b="0" l="0" r="0" t="0"/>
          <a:stretch/>
        </p:blipFill>
        <p:spPr>
          <a:xfrm>
            <a:off x="963263" y="4152132"/>
            <a:ext cx="742323" cy="232343"/>
          </a:xfrm>
          <a:prstGeom prst="rect">
            <a:avLst/>
          </a:prstGeom>
          <a:noFill/>
          <a:ln>
            <a:noFill/>
          </a:ln>
        </p:spPr>
      </p:pic>
      <p:pic>
        <p:nvPicPr>
          <p:cNvPr id="791" name="Google Shape;791;p105"/>
          <p:cNvPicPr preferRelativeResize="0"/>
          <p:nvPr/>
        </p:nvPicPr>
        <p:blipFill rotWithShape="1">
          <a:blip r:embed="rId3">
            <a:alphaModFix/>
          </a:blip>
          <a:srcRect b="1305" l="0" r="0" t="1315"/>
          <a:stretch/>
        </p:blipFill>
        <p:spPr>
          <a:xfrm>
            <a:off x="0" y="0"/>
            <a:ext cx="9143992" cy="5143501"/>
          </a:xfrm>
          <a:prstGeom prst="rect">
            <a:avLst/>
          </a:prstGeom>
          <a:noFill/>
          <a:ln>
            <a:noFill/>
          </a:ln>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Text - Hyper ">
  <p:cSld name="BLANK_1_3_1">
    <p:bg>
      <p:bgPr>
        <a:solidFill>
          <a:schemeClr val="accent1"/>
        </a:solidFill>
      </p:bgPr>
    </p:bg>
    <p:spTree>
      <p:nvGrpSpPr>
        <p:cNvPr id="792" name="Shape 792"/>
        <p:cNvGrpSpPr/>
        <p:nvPr/>
      </p:nvGrpSpPr>
      <p:grpSpPr>
        <a:xfrm>
          <a:off x="0" y="0"/>
          <a:ext cx="0" cy="0"/>
          <a:chOff x="0" y="0"/>
          <a:chExt cx="0" cy="0"/>
        </a:xfrm>
      </p:grpSpPr>
      <p:sp>
        <p:nvSpPr>
          <p:cNvPr id="793" name="Google Shape;793;p106"/>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pic>
        <p:nvPicPr>
          <p:cNvPr id="794" name="Google Shape;794;p106"/>
          <p:cNvPicPr preferRelativeResize="0"/>
          <p:nvPr/>
        </p:nvPicPr>
        <p:blipFill rotWithShape="1">
          <a:blip r:embed="rId2">
            <a:alphaModFix/>
          </a:blip>
          <a:srcRect b="1305" l="0" r="0" t="1315"/>
          <a:stretch/>
        </p:blipFill>
        <p:spPr>
          <a:xfrm>
            <a:off x="0" y="0"/>
            <a:ext cx="9143992" cy="5143501"/>
          </a:xfrm>
          <a:prstGeom prst="rect">
            <a:avLst/>
          </a:prstGeom>
          <a:noFill/>
          <a:ln>
            <a:noFill/>
          </a:ln>
        </p:spPr>
      </p:pic>
      <p:pic>
        <p:nvPicPr>
          <p:cNvPr id="795" name="Google Shape;795;p106"/>
          <p:cNvPicPr preferRelativeResize="0"/>
          <p:nvPr/>
        </p:nvPicPr>
        <p:blipFill rotWithShape="1">
          <a:blip r:embed="rId3">
            <a:alphaModFix/>
          </a:blip>
          <a:srcRect b="0" l="0" r="0" t="0"/>
          <a:stretch/>
        </p:blipFill>
        <p:spPr>
          <a:xfrm>
            <a:off x="963263" y="4152132"/>
            <a:ext cx="742323" cy="232343"/>
          </a:xfrm>
          <a:prstGeom prst="rect">
            <a:avLst/>
          </a:prstGeom>
          <a:noFill/>
          <a:ln>
            <a:noFill/>
          </a:ln>
        </p:spPr>
      </p:pic>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Text - Dark">
  <p:cSld name="BLANK_1_3_1_1">
    <p:bg>
      <p:bgPr>
        <a:solidFill>
          <a:schemeClr val="dk2"/>
        </a:solidFill>
      </p:bgPr>
    </p:bg>
    <p:spTree>
      <p:nvGrpSpPr>
        <p:cNvPr id="796" name="Shape 796"/>
        <p:cNvGrpSpPr/>
        <p:nvPr/>
      </p:nvGrpSpPr>
      <p:grpSpPr>
        <a:xfrm>
          <a:off x="0" y="0"/>
          <a:ext cx="0" cy="0"/>
          <a:chOff x="0" y="0"/>
          <a:chExt cx="0" cy="0"/>
        </a:xfrm>
      </p:grpSpPr>
      <p:sp>
        <p:nvSpPr>
          <p:cNvPr id="797" name="Google Shape;797;p107"/>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pic>
        <p:nvPicPr>
          <p:cNvPr id="798" name="Google Shape;798;p107"/>
          <p:cNvPicPr preferRelativeResize="0"/>
          <p:nvPr/>
        </p:nvPicPr>
        <p:blipFill rotWithShape="1">
          <a:blip r:embed="rId2">
            <a:alphaModFix/>
          </a:blip>
          <a:srcRect b="1305" l="0" r="0" t="1315"/>
          <a:stretch/>
        </p:blipFill>
        <p:spPr>
          <a:xfrm>
            <a:off x="0" y="0"/>
            <a:ext cx="9143992" cy="5143501"/>
          </a:xfrm>
          <a:prstGeom prst="rect">
            <a:avLst/>
          </a:prstGeom>
          <a:noFill/>
          <a:ln>
            <a:noFill/>
          </a:ln>
        </p:spPr>
      </p:pic>
      <p:pic>
        <p:nvPicPr>
          <p:cNvPr id="799" name="Google Shape;799;p107"/>
          <p:cNvPicPr preferRelativeResize="0"/>
          <p:nvPr/>
        </p:nvPicPr>
        <p:blipFill rotWithShape="1">
          <a:blip r:embed="rId3">
            <a:alphaModFix/>
          </a:blip>
          <a:srcRect b="0" l="0" r="0" t="0"/>
          <a:stretch/>
        </p:blipFill>
        <p:spPr>
          <a:xfrm>
            <a:off x="963263" y="4152132"/>
            <a:ext cx="742323" cy="232343"/>
          </a:xfrm>
          <a:prstGeom prst="rect">
            <a:avLst/>
          </a:prstGeom>
          <a:noFill/>
          <a:ln>
            <a:noFill/>
          </a:ln>
        </p:spPr>
      </p:pic>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Dark">
  <p:cSld name="BLANK_1">
    <p:bg>
      <p:bgPr>
        <a:solidFill>
          <a:schemeClr val="dk2"/>
        </a:solidFill>
      </p:bgPr>
    </p:bg>
    <p:spTree>
      <p:nvGrpSpPr>
        <p:cNvPr id="800" name="Shape 800"/>
        <p:cNvGrpSpPr/>
        <p:nvPr/>
      </p:nvGrpSpPr>
      <p:grpSpPr>
        <a:xfrm>
          <a:off x="0" y="0"/>
          <a:ext cx="0" cy="0"/>
          <a:chOff x="0" y="0"/>
          <a:chExt cx="0" cy="0"/>
        </a:xfrm>
      </p:grpSpPr>
      <p:pic>
        <p:nvPicPr>
          <p:cNvPr id="801" name="Google Shape;801;p108"/>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802" name="Google Shape;802;p108"/>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803" name="Google Shape;803;p108"/>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shot 8up - Dark">
  <p:cSld name="TITLE_2_2_1_1">
    <p:bg>
      <p:bgPr>
        <a:solidFill>
          <a:schemeClr val="dk2"/>
        </a:solidFill>
      </p:bgPr>
    </p:bg>
    <p:spTree>
      <p:nvGrpSpPr>
        <p:cNvPr id="804" name="Shape 804"/>
        <p:cNvGrpSpPr/>
        <p:nvPr/>
      </p:nvGrpSpPr>
      <p:grpSpPr>
        <a:xfrm>
          <a:off x="0" y="0"/>
          <a:ext cx="0" cy="0"/>
          <a:chOff x="0" y="0"/>
          <a:chExt cx="0" cy="0"/>
        </a:xfrm>
      </p:grpSpPr>
      <p:pic>
        <p:nvPicPr>
          <p:cNvPr id="805" name="Google Shape;805;p109"/>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806" name="Google Shape;806;p109"/>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807" name="Google Shape;807;p109"/>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sp>
        <p:nvSpPr>
          <p:cNvPr id="808" name="Google Shape;808;p109"/>
          <p:cNvSpPr/>
          <p:nvPr/>
        </p:nvSpPr>
        <p:spPr>
          <a:xfrm>
            <a:off x="1092600" y="2439068"/>
            <a:ext cx="44700" cy="447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
        <p:nvSpPr>
          <p:cNvPr id="809" name="Google Shape;809;p109"/>
          <p:cNvSpPr/>
          <p:nvPr/>
        </p:nvSpPr>
        <p:spPr>
          <a:xfrm>
            <a:off x="3020625" y="2439068"/>
            <a:ext cx="44700" cy="447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
        <p:nvSpPr>
          <p:cNvPr id="810" name="Google Shape;810;p109"/>
          <p:cNvSpPr/>
          <p:nvPr/>
        </p:nvSpPr>
        <p:spPr>
          <a:xfrm>
            <a:off x="4948650" y="2439068"/>
            <a:ext cx="44700" cy="447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
        <p:nvSpPr>
          <p:cNvPr id="811" name="Google Shape;811;p109"/>
          <p:cNvSpPr/>
          <p:nvPr/>
        </p:nvSpPr>
        <p:spPr>
          <a:xfrm>
            <a:off x="6984450" y="2439068"/>
            <a:ext cx="44700" cy="447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
        <p:nvSpPr>
          <p:cNvPr id="812" name="Google Shape;812;p109"/>
          <p:cNvSpPr/>
          <p:nvPr/>
        </p:nvSpPr>
        <p:spPr>
          <a:xfrm>
            <a:off x="1092600" y="4107518"/>
            <a:ext cx="44700" cy="447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
        <p:nvSpPr>
          <p:cNvPr id="813" name="Google Shape;813;p109"/>
          <p:cNvSpPr/>
          <p:nvPr/>
        </p:nvSpPr>
        <p:spPr>
          <a:xfrm>
            <a:off x="3020625" y="4107518"/>
            <a:ext cx="44700" cy="447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
        <p:nvSpPr>
          <p:cNvPr id="814" name="Google Shape;814;p109"/>
          <p:cNvSpPr/>
          <p:nvPr/>
        </p:nvSpPr>
        <p:spPr>
          <a:xfrm>
            <a:off x="4948650" y="4107518"/>
            <a:ext cx="44700" cy="447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
        <p:nvSpPr>
          <p:cNvPr id="815" name="Google Shape;815;p109"/>
          <p:cNvSpPr/>
          <p:nvPr/>
        </p:nvSpPr>
        <p:spPr>
          <a:xfrm>
            <a:off x="6984450" y="4107518"/>
            <a:ext cx="44700" cy="447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
        <p:nvSpPr>
          <p:cNvPr id="816" name="Google Shape;816;p109"/>
          <p:cNvSpPr txBox="1"/>
          <p:nvPr>
            <p:ph type="title"/>
          </p:nvPr>
        </p:nvSpPr>
        <p:spPr>
          <a:xfrm>
            <a:off x="298725" y="445025"/>
            <a:ext cx="8349900" cy="405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400"/>
              <a:buNone/>
              <a:defRPr>
                <a:solidFill>
                  <a:schemeClr val="lt1"/>
                </a:solidFill>
              </a:defRPr>
            </a:lvl2pPr>
            <a:lvl3pPr lvl="2" algn="l">
              <a:lnSpc>
                <a:spcPct val="100000"/>
              </a:lnSpc>
              <a:spcBef>
                <a:spcPts val="0"/>
              </a:spcBef>
              <a:spcAft>
                <a:spcPts val="0"/>
              </a:spcAft>
              <a:buClr>
                <a:schemeClr val="lt1"/>
              </a:buClr>
              <a:buSzPts val="2400"/>
              <a:buNone/>
              <a:defRPr>
                <a:solidFill>
                  <a:schemeClr val="lt1"/>
                </a:solidFill>
              </a:defRPr>
            </a:lvl3pPr>
            <a:lvl4pPr lvl="3" algn="l">
              <a:lnSpc>
                <a:spcPct val="100000"/>
              </a:lnSpc>
              <a:spcBef>
                <a:spcPts val="0"/>
              </a:spcBef>
              <a:spcAft>
                <a:spcPts val="0"/>
              </a:spcAft>
              <a:buClr>
                <a:schemeClr val="lt1"/>
              </a:buClr>
              <a:buSzPts val="2400"/>
              <a:buNone/>
              <a:defRPr>
                <a:solidFill>
                  <a:schemeClr val="lt1"/>
                </a:solidFill>
              </a:defRPr>
            </a:lvl4pPr>
            <a:lvl5pPr lvl="4" algn="l">
              <a:lnSpc>
                <a:spcPct val="100000"/>
              </a:lnSpc>
              <a:spcBef>
                <a:spcPts val="0"/>
              </a:spcBef>
              <a:spcAft>
                <a:spcPts val="0"/>
              </a:spcAft>
              <a:buClr>
                <a:schemeClr val="lt1"/>
              </a:buClr>
              <a:buSzPts val="2400"/>
              <a:buNone/>
              <a:defRPr>
                <a:solidFill>
                  <a:schemeClr val="lt1"/>
                </a:solidFill>
              </a:defRPr>
            </a:lvl5pPr>
            <a:lvl6pPr lvl="5" algn="l">
              <a:lnSpc>
                <a:spcPct val="100000"/>
              </a:lnSpc>
              <a:spcBef>
                <a:spcPts val="0"/>
              </a:spcBef>
              <a:spcAft>
                <a:spcPts val="0"/>
              </a:spcAft>
              <a:buClr>
                <a:schemeClr val="lt1"/>
              </a:buClr>
              <a:buSzPts val="2400"/>
              <a:buNone/>
              <a:defRPr>
                <a:solidFill>
                  <a:schemeClr val="lt1"/>
                </a:solidFill>
              </a:defRPr>
            </a:lvl6pPr>
            <a:lvl7pPr lvl="6" algn="l">
              <a:lnSpc>
                <a:spcPct val="100000"/>
              </a:lnSpc>
              <a:spcBef>
                <a:spcPts val="0"/>
              </a:spcBef>
              <a:spcAft>
                <a:spcPts val="0"/>
              </a:spcAft>
              <a:buClr>
                <a:schemeClr val="lt1"/>
              </a:buClr>
              <a:buSzPts val="2400"/>
              <a:buNone/>
              <a:defRPr>
                <a:solidFill>
                  <a:schemeClr val="lt1"/>
                </a:solidFill>
              </a:defRPr>
            </a:lvl7pPr>
            <a:lvl8pPr lvl="7" algn="l">
              <a:lnSpc>
                <a:spcPct val="100000"/>
              </a:lnSpc>
              <a:spcBef>
                <a:spcPts val="0"/>
              </a:spcBef>
              <a:spcAft>
                <a:spcPts val="0"/>
              </a:spcAft>
              <a:buClr>
                <a:schemeClr val="lt1"/>
              </a:buClr>
              <a:buSzPts val="2400"/>
              <a:buNone/>
              <a:defRPr>
                <a:solidFill>
                  <a:schemeClr val="lt1"/>
                </a:solidFill>
              </a:defRPr>
            </a:lvl8pPr>
            <a:lvl9pPr lvl="8" algn="l">
              <a:lnSpc>
                <a:spcPct val="100000"/>
              </a:lnSpc>
              <a:spcBef>
                <a:spcPts val="0"/>
              </a:spcBef>
              <a:spcAft>
                <a:spcPts val="0"/>
              </a:spcAft>
              <a:buClr>
                <a:schemeClr val="lt1"/>
              </a:buClr>
              <a:buSzPts val="2400"/>
              <a:buNone/>
              <a:defRPr>
                <a:solidFill>
                  <a:schemeClr val="lt1"/>
                </a:solidFill>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 - Light">
  <p:cSld name="BIG_NUMBER">
    <p:spTree>
      <p:nvGrpSpPr>
        <p:cNvPr id="817" name="Shape 817"/>
        <p:cNvGrpSpPr/>
        <p:nvPr/>
      </p:nvGrpSpPr>
      <p:grpSpPr>
        <a:xfrm>
          <a:off x="0" y="0"/>
          <a:ext cx="0" cy="0"/>
          <a:chOff x="0" y="0"/>
          <a:chExt cx="0" cy="0"/>
        </a:xfrm>
      </p:grpSpPr>
      <p:sp>
        <p:nvSpPr>
          <p:cNvPr id="818" name="Google Shape;818;p110"/>
          <p:cNvSpPr txBox="1"/>
          <p:nvPr>
            <p:ph hasCustomPrompt="1" type="title"/>
          </p:nvPr>
        </p:nvSpPr>
        <p:spPr>
          <a:xfrm>
            <a:off x="311700" y="1106125"/>
            <a:ext cx="8520600" cy="19635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accent1"/>
              </a:buClr>
              <a:buSzPts val="12000"/>
              <a:buNone/>
              <a:defRPr sz="12000">
                <a:solidFill>
                  <a:schemeClr val="accent1"/>
                </a:solidFill>
              </a:defRPr>
            </a:lvl1pPr>
            <a:lvl2pPr lvl="1" algn="ctr">
              <a:lnSpc>
                <a:spcPct val="100000"/>
              </a:lnSpc>
              <a:spcBef>
                <a:spcPts val="0"/>
              </a:spcBef>
              <a:spcAft>
                <a:spcPts val="0"/>
              </a:spcAft>
              <a:buClr>
                <a:schemeClr val="accent1"/>
              </a:buClr>
              <a:buSzPts val="12000"/>
              <a:buFont typeface="Space Grotesk Medium"/>
              <a:buNone/>
              <a:defRPr sz="12000">
                <a:solidFill>
                  <a:schemeClr val="accent1"/>
                </a:solidFill>
                <a:latin typeface="Space Grotesk Medium"/>
                <a:ea typeface="Space Grotesk Medium"/>
                <a:cs typeface="Space Grotesk Medium"/>
                <a:sym typeface="Space Grotesk Medium"/>
              </a:defRPr>
            </a:lvl2pPr>
            <a:lvl3pPr lvl="2" algn="ctr">
              <a:lnSpc>
                <a:spcPct val="100000"/>
              </a:lnSpc>
              <a:spcBef>
                <a:spcPts val="0"/>
              </a:spcBef>
              <a:spcAft>
                <a:spcPts val="0"/>
              </a:spcAft>
              <a:buClr>
                <a:schemeClr val="accent1"/>
              </a:buClr>
              <a:buSzPts val="12000"/>
              <a:buFont typeface="Space Grotesk Medium"/>
              <a:buNone/>
              <a:defRPr sz="12000">
                <a:solidFill>
                  <a:schemeClr val="accent1"/>
                </a:solidFill>
                <a:latin typeface="Space Grotesk Medium"/>
                <a:ea typeface="Space Grotesk Medium"/>
                <a:cs typeface="Space Grotesk Medium"/>
                <a:sym typeface="Space Grotesk Medium"/>
              </a:defRPr>
            </a:lvl3pPr>
            <a:lvl4pPr lvl="3" algn="ctr">
              <a:lnSpc>
                <a:spcPct val="100000"/>
              </a:lnSpc>
              <a:spcBef>
                <a:spcPts val="0"/>
              </a:spcBef>
              <a:spcAft>
                <a:spcPts val="0"/>
              </a:spcAft>
              <a:buClr>
                <a:schemeClr val="accent1"/>
              </a:buClr>
              <a:buSzPts val="12000"/>
              <a:buFont typeface="Space Grotesk Medium"/>
              <a:buNone/>
              <a:defRPr sz="12000">
                <a:solidFill>
                  <a:schemeClr val="accent1"/>
                </a:solidFill>
                <a:latin typeface="Space Grotesk Medium"/>
                <a:ea typeface="Space Grotesk Medium"/>
                <a:cs typeface="Space Grotesk Medium"/>
                <a:sym typeface="Space Grotesk Medium"/>
              </a:defRPr>
            </a:lvl4pPr>
            <a:lvl5pPr lvl="4" algn="ctr">
              <a:lnSpc>
                <a:spcPct val="100000"/>
              </a:lnSpc>
              <a:spcBef>
                <a:spcPts val="0"/>
              </a:spcBef>
              <a:spcAft>
                <a:spcPts val="0"/>
              </a:spcAft>
              <a:buClr>
                <a:schemeClr val="accent1"/>
              </a:buClr>
              <a:buSzPts val="12000"/>
              <a:buFont typeface="Space Grotesk Medium"/>
              <a:buNone/>
              <a:defRPr sz="12000">
                <a:solidFill>
                  <a:schemeClr val="accent1"/>
                </a:solidFill>
                <a:latin typeface="Space Grotesk Medium"/>
                <a:ea typeface="Space Grotesk Medium"/>
                <a:cs typeface="Space Grotesk Medium"/>
                <a:sym typeface="Space Grotesk Medium"/>
              </a:defRPr>
            </a:lvl5pPr>
            <a:lvl6pPr lvl="5" algn="ctr">
              <a:lnSpc>
                <a:spcPct val="100000"/>
              </a:lnSpc>
              <a:spcBef>
                <a:spcPts val="0"/>
              </a:spcBef>
              <a:spcAft>
                <a:spcPts val="0"/>
              </a:spcAft>
              <a:buClr>
                <a:schemeClr val="accent1"/>
              </a:buClr>
              <a:buSzPts val="12000"/>
              <a:buFont typeface="Space Grotesk Medium"/>
              <a:buNone/>
              <a:defRPr sz="12000">
                <a:solidFill>
                  <a:schemeClr val="accent1"/>
                </a:solidFill>
                <a:latin typeface="Space Grotesk Medium"/>
                <a:ea typeface="Space Grotesk Medium"/>
                <a:cs typeface="Space Grotesk Medium"/>
                <a:sym typeface="Space Grotesk Medium"/>
              </a:defRPr>
            </a:lvl6pPr>
            <a:lvl7pPr lvl="6" algn="ctr">
              <a:lnSpc>
                <a:spcPct val="100000"/>
              </a:lnSpc>
              <a:spcBef>
                <a:spcPts val="0"/>
              </a:spcBef>
              <a:spcAft>
                <a:spcPts val="0"/>
              </a:spcAft>
              <a:buClr>
                <a:schemeClr val="accent1"/>
              </a:buClr>
              <a:buSzPts val="12000"/>
              <a:buFont typeface="Space Grotesk Medium"/>
              <a:buNone/>
              <a:defRPr sz="12000">
                <a:solidFill>
                  <a:schemeClr val="accent1"/>
                </a:solidFill>
                <a:latin typeface="Space Grotesk Medium"/>
                <a:ea typeface="Space Grotesk Medium"/>
                <a:cs typeface="Space Grotesk Medium"/>
                <a:sym typeface="Space Grotesk Medium"/>
              </a:defRPr>
            </a:lvl7pPr>
            <a:lvl8pPr lvl="7" algn="ctr">
              <a:lnSpc>
                <a:spcPct val="100000"/>
              </a:lnSpc>
              <a:spcBef>
                <a:spcPts val="0"/>
              </a:spcBef>
              <a:spcAft>
                <a:spcPts val="0"/>
              </a:spcAft>
              <a:buClr>
                <a:schemeClr val="accent1"/>
              </a:buClr>
              <a:buSzPts val="12000"/>
              <a:buFont typeface="Space Grotesk Medium"/>
              <a:buNone/>
              <a:defRPr sz="12000">
                <a:solidFill>
                  <a:schemeClr val="accent1"/>
                </a:solidFill>
                <a:latin typeface="Space Grotesk Medium"/>
                <a:ea typeface="Space Grotesk Medium"/>
                <a:cs typeface="Space Grotesk Medium"/>
                <a:sym typeface="Space Grotesk Medium"/>
              </a:defRPr>
            </a:lvl8pPr>
            <a:lvl9pPr lvl="8" algn="ctr">
              <a:lnSpc>
                <a:spcPct val="100000"/>
              </a:lnSpc>
              <a:spcBef>
                <a:spcPts val="0"/>
              </a:spcBef>
              <a:spcAft>
                <a:spcPts val="0"/>
              </a:spcAft>
              <a:buClr>
                <a:schemeClr val="accent1"/>
              </a:buClr>
              <a:buSzPts val="12000"/>
              <a:buFont typeface="Space Grotesk Medium"/>
              <a:buNone/>
              <a:defRPr sz="12000">
                <a:solidFill>
                  <a:schemeClr val="accent1"/>
                </a:solidFill>
                <a:latin typeface="Space Grotesk Medium"/>
                <a:ea typeface="Space Grotesk Medium"/>
                <a:cs typeface="Space Grotesk Medium"/>
                <a:sym typeface="Space Grotesk Medium"/>
              </a:defRPr>
            </a:lvl9pPr>
          </a:lstStyle>
          <a:p>
            <a:r>
              <a:t>xx%</a:t>
            </a:r>
          </a:p>
        </p:txBody>
      </p:sp>
      <p:sp>
        <p:nvSpPr>
          <p:cNvPr id="819" name="Google Shape;819;p110"/>
          <p:cNvSpPr txBox="1"/>
          <p:nvPr>
            <p:ph idx="1" type="body"/>
          </p:nvPr>
        </p:nvSpPr>
        <p:spPr>
          <a:xfrm>
            <a:off x="311700" y="2826325"/>
            <a:ext cx="8520600" cy="1300800"/>
          </a:xfrm>
          <a:prstGeom prst="rect">
            <a:avLst/>
          </a:prstGeom>
          <a:noFill/>
          <a:ln>
            <a:noFill/>
          </a:ln>
        </p:spPr>
        <p:txBody>
          <a:bodyPr anchorCtr="0" anchor="t" bIns="0" lIns="0" spcFirstLastPara="1" rIns="0" wrap="square" tIns="0">
            <a:noAutofit/>
          </a:bodyPr>
          <a:lstStyle>
            <a:lvl1pPr indent="-304800" lvl="0" marL="457200" algn="ctr">
              <a:lnSpc>
                <a:spcPct val="115000"/>
              </a:lnSpc>
              <a:spcBef>
                <a:spcPts val="0"/>
              </a:spcBef>
              <a:spcAft>
                <a:spcPts val="0"/>
              </a:spcAft>
              <a:buSzPts val="1200"/>
              <a:buFont typeface="Space Grotesk"/>
              <a:buChar char="●"/>
              <a:defRPr>
                <a:latin typeface="Space Grotesk"/>
                <a:ea typeface="Space Grotesk"/>
                <a:cs typeface="Space Grotesk"/>
                <a:sym typeface="Space Grotesk"/>
              </a:defRPr>
            </a:lvl1pPr>
            <a:lvl2pPr indent="-304800" lvl="1" marL="914400" algn="ctr">
              <a:lnSpc>
                <a:spcPct val="115000"/>
              </a:lnSpc>
              <a:spcBef>
                <a:spcPts val="0"/>
              </a:spcBef>
              <a:spcAft>
                <a:spcPts val="0"/>
              </a:spcAft>
              <a:buSzPts val="1200"/>
              <a:buFont typeface="Space Grotesk"/>
              <a:buChar char="○"/>
              <a:defRPr>
                <a:latin typeface="Space Grotesk"/>
                <a:ea typeface="Space Grotesk"/>
                <a:cs typeface="Space Grotesk"/>
                <a:sym typeface="Space Grotesk"/>
              </a:defRPr>
            </a:lvl2pPr>
            <a:lvl3pPr indent="-304800" lvl="2" marL="1371600" algn="ctr">
              <a:lnSpc>
                <a:spcPct val="115000"/>
              </a:lnSpc>
              <a:spcBef>
                <a:spcPts val="0"/>
              </a:spcBef>
              <a:spcAft>
                <a:spcPts val="0"/>
              </a:spcAft>
              <a:buSzPts val="1200"/>
              <a:buFont typeface="Space Grotesk"/>
              <a:buChar char="■"/>
              <a:defRPr>
                <a:latin typeface="Space Grotesk"/>
                <a:ea typeface="Space Grotesk"/>
                <a:cs typeface="Space Grotesk"/>
                <a:sym typeface="Space Grotesk"/>
              </a:defRPr>
            </a:lvl3pPr>
            <a:lvl4pPr indent="-304800" lvl="3" marL="1828800" algn="ctr">
              <a:lnSpc>
                <a:spcPct val="115000"/>
              </a:lnSpc>
              <a:spcBef>
                <a:spcPts val="0"/>
              </a:spcBef>
              <a:spcAft>
                <a:spcPts val="0"/>
              </a:spcAft>
              <a:buSzPts val="1200"/>
              <a:buFont typeface="Space Grotesk"/>
              <a:buChar char="●"/>
              <a:defRPr>
                <a:latin typeface="Space Grotesk"/>
                <a:ea typeface="Space Grotesk"/>
                <a:cs typeface="Space Grotesk"/>
                <a:sym typeface="Space Grotesk"/>
              </a:defRPr>
            </a:lvl4pPr>
            <a:lvl5pPr indent="-304800" lvl="4" marL="2286000" algn="ctr">
              <a:lnSpc>
                <a:spcPct val="115000"/>
              </a:lnSpc>
              <a:spcBef>
                <a:spcPts val="0"/>
              </a:spcBef>
              <a:spcAft>
                <a:spcPts val="0"/>
              </a:spcAft>
              <a:buSzPts val="1200"/>
              <a:buFont typeface="Space Grotesk"/>
              <a:buChar char="○"/>
              <a:defRPr>
                <a:latin typeface="Space Grotesk"/>
                <a:ea typeface="Space Grotesk"/>
                <a:cs typeface="Space Grotesk"/>
                <a:sym typeface="Space Grotesk"/>
              </a:defRPr>
            </a:lvl5pPr>
            <a:lvl6pPr indent="-304800" lvl="5" marL="2743200" algn="ctr">
              <a:lnSpc>
                <a:spcPct val="115000"/>
              </a:lnSpc>
              <a:spcBef>
                <a:spcPts val="0"/>
              </a:spcBef>
              <a:spcAft>
                <a:spcPts val="0"/>
              </a:spcAft>
              <a:buSzPts val="1200"/>
              <a:buFont typeface="Space Grotesk"/>
              <a:buChar char="■"/>
              <a:defRPr>
                <a:latin typeface="Space Grotesk"/>
                <a:ea typeface="Space Grotesk"/>
                <a:cs typeface="Space Grotesk"/>
                <a:sym typeface="Space Grotesk"/>
              </a:defRPr>
            </a:lvl6pPr>
            <a:lvl7pPr indent="-304800" lvl="6" marL="3200400" algn="ctr">
              <a:lnSpc>
                <a:spcPct val="115000"/>
              </a:lnSpc>
              <a:spcBef>
                <a:spcPts val="0"/>
              </a:spcBef>
              <a:spcAft>
                <a:spcPts val="0"/>
              </a:spcAft>
              <a:buSzPts val="1200"/>
              <a:buFont typeface="Space Grotesk"/>
              <a:buChar char="●"/>
              <a:defRPr>
                <a:latin typeface="Space Grotesk"/>
                <a:ea typeface="Space Grotesk"/>
                <a:cs typeface="Space Grotesk"/>
                <a:sym typeface="Space Grotesk"/>
              </a:defRPr>
            </a:lvl7pPr>
            <a:lvl8pPr indent="-304800" lvl="7" marL="3657600" algn="ctr">
              <a:lnSpc>
                <a:spcPct val="115000"/>
              </a:lnSpc>
              <a:spcBef>
                <a:spcPts val="0"/>
              </a:spcBef>
              <a:spcAft>
                <a:spcPts val="0"/>
              </a:spcAft>
              <a:buSzPts val="1200"/>
              <a:buFont typeface="Space Grotesk"/>
              <a:buChar char="○"/>
              <a:defRPr>
                <a:latin typeface="Space Grotesk"/>
                <a:ea typeface="Space Grotesk"/>
                <a:cs typeface="Space Grotesk"/>
                <a:sym typeface="Space Grotesk"/>
              </a:defRPr>
            </a:lvl8pPr>
            <a:lvl9pPr indent="-304800" lvl="8" marL="4114800" algn="ctr">
              <a:lnSpc>
                <a:spcPct val="115000"/>
              </a:lnSpc>
              <a:spcBef>
                <a:spcPts val="0"/>
              </a:spcBef>
              <a:spcAft>
                <a:spcPts val="0"/>
              </a:spcAft>
              <a:buSzPts val="1200"/>
              <a:buFont typeface="Space Grotesk"/>
              <a:buChar char="■"/>
              <a:defRPr>
                <a:latin typeface="Space Grotesk"/>
                <a:ea typeface="Space Grotesk"/>
                <a:cs typeface="Space Grotesk"/>
                <a:sym typeface="Space Grotesk"/>
              </a:defRPr>
            </a:lvl9pPr>
          </a:lstStyle>
          <a:p/>
        </p:txBody>
      </p:sp>
      <p:sp>
        <p:nvSpPr>
          <p:cNvPr id="820" name="Google Shape;820;p110"/>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rgbClr val="B9C2C6"/>
                </a:solidFill>
                <a:latin typeface="Space Grotesk"/>
                <a:ea typeface="Space Grotesk"/>
                <a:cs typeface="Space Grotesk"/>
                <a:sym typeface="Space Grotesk"/>
              </a:rPr>
              <a:t>ⓒ 2024 Redis Ltd. All rights reserved.</a:t>
            </a:r>
            <a:endParaRPr b="0" i="0" sz="1300" u="none" cap="none" strike="noStrike">
              <a:solidFill>
                <a:srgbClr val="B9C2C6"/>
              </a:solidFill>
              <a:latin typeface="Space Grotesk"/>
              <a:ea typeface="Space Grotesk"/>
              <a:cs typeface="Space Grotesk"/>
              <a:sym typeface="Space Grotesk"/>
            </a:endParaRPr>
          </a:p>
        </p:txBody>
      </p:sp>
      <p:sp>
        <p:nvSpPr>
          <p:cNvPr id="821" name="Google Shape;821;p110"/>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pic>
        <p:nvPicPr>
          <p:cNvPr id="822" name="Google Shape;822;p110"/>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 - Dark">
  <p:cSld name="BIG_NUMBER_1_1">
    <p:bg>
      <p:bgPr>
        <a:solidFill>
          <a:schemeClr val="dk2"/>
        </a:solidFill>
      </p:bgPr>
    </p:bg>
    <p:spTree>
      <p:nvGrpSpPr>
        <p:cNvPr id="823" name="Shape 823"/>
        <p:cNvGrpSpPr/>
        <p:nvPr/>
      </p:nvGrpSpPr>
      <p:grpSpPr>
        <a:xfrm>
          <a:off x="0" y="0"/>
          <a:ext cx="0" cy="0"/>
          <a:chOff x="0" y="0"/>
          <a:chExt cx="0" cy="0"/>
        </a:xfrm>
      </p:grpSpPr>
      <p:sp>
        <p:nvSpPr>
          <p:cNvPr id="824" name="Google Shape;824;p111"/>
          <p:cNvSpPr txBox="1"/>
          <p:nvPr>
            <p:ph type="title"/>
          </p:nvPr>
        </p:nvSpPr>
        <p:spPr>
          <a:xfrm>
            <a:off x="311700" y="1106125"/>
            <a:ext cx="8520600" cy="19635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accent5"/>
              </a:buClr>
              <a:buSzPts val="12000"/>
              <a:buNone/>
              <a:defRPr sz="12000">
                <a:solidFill>
                  <a:schemeClr val="accent5"/>
                </a:solidFill>
              </a:defRPr>
            </a:lvl1pPr>
            <a:lvl2pPr lvl="1" algn="ctr">
              <a:lnSpc>
                <a:spcPct val="100000"/>
              </a:lnSpc>
              <a:spcBef>
                <a:spcPts val="0"/>
              </a:spcBef>
              <a:spcAft>
                <a:spcPts val="0"/>
              </a:spcAft>
              <a:buClr>
                <a:schemeClr val="accent5"/>
              </a:buClr>
              <a:buSzPts val="12000"/>
              <a:buFont typeface="Space Grotesk Medium"/>
              <a:buNone/>
              <a:defRPr sz="12000">
                <a:solidFill>
                  <a:schemeClr val="accent5"/>
                </a:solidFill>
                <a:latin typeface="Space Grotesk Medium"/>
                <a:ea typeface="Space Grotesk Medium"/>
                <a:cs typeface="Space Grotesk Medium"/>
                <a:sym typeface="Space Grotesk Medium"/>
              </a:defRPr>
            </a:lvl2pPr>
            <a:lvl3pPr lvl="2" algn="ctr">
              <a:lnSpc>
                <a:spcPct val="100000"/>
              </a:lnSpc>
              <a:spcBef>
                <a:spcPts val="0"/>
              </a:spcBef>
              <a:spcAft>
                <a:spcPts val="0"/>
              </a:spcAft>
              <a:buClr>
                <a:schemeClr val="accent5"/>
              </a:buClr>
              <a:buSzPts val="12000"/>
              <a:buFont typeface="Space Grotesk Medium"/>
              <a:buNone/>
              <a:defRPr sz="12000">
                <a:solidFill>
                  <a:schemeClr val="accent5"/>
                </a:solidFill>
                <a:latin typeface="Space Grotesk Medium"/>
                <a:ea typeface="Space Grotesk Medium"/>
                <a:cs typeface="Space Grotesk Medium"/>
                <a:sym typeface="Space Grotesk Medium"/>
              </a:defRPr>
            </a:lvl3pPr>
            <a:lvl4pPr lvl="3" algn="ctr">
              <a:lnSpc>
                <a:spcPct val="100000"/>
              </a:lnSpc>
              <a:spcBef>
                <a:spcPts val="0"/>
              </a:spcBef>
              <a:spcAft>
                <a:spcPts val="0"/>
              </a:spcAft>
              <a:buClr>
                <a:schemeClr val="accent5"/>
              </a:buClr>
              <a:buSzPts val="12000"/>
              <a:buFont typeface="Space Grotesk Medium"/>
              <a:buNone/>
              <a:defRPr sz="12000">
                <a:solidFill>
                  <a:schemeClr val="accent5"/>
                </a:solidFill>
                <a:latin typeface="Space Grotesk Medium"/>
                <a:ea typeface="Space Grotesk Medium"/>
                <a:cs typeface="Space Grotesk Medium"/>
                <a:sym typeface="Space Grotesk Medium"/>
              </a:defRPr>
            </a:lvl4pPr>
            <a:lvl5pPr lvl="4" algn="ctr">
              <a:lnSpc>
                <a:spcPct val="100000"/>
              </a:lnSpc>
              <a:spcBef>
                <a:spcPts val="0"/>
              </a:spcBef>
              <a:spcAft>
                <a:spcPts val="0"/>
              </a:spcAft>
              <a:buClr>
                <a:schemeClr val="accent5"/>
              </a:buClr>
              <a:buSzPts val="12000"/>
              <a:buFont typeface="Space Grotesk Medium"/>
              <a:buNone/>
              <a:defRPr sz="12000">
                <a:solidFill>
                  <a:schemeClr val="accent5"/>
                </a:solidFill>
                <a:latin typeface="Space Grotesk Medium"/>
                <a:ea typeface="Space Grotesk Medium"/>
                <a:cs typeface="Space Grotesk Medium"/>
                <a:sym typeface="Space Grotesk Medium"/>
              </a:defRPr>
            </a:lvl5pPr>
            <a:lvl6pPr lvl="5" algn="ctr">
              <a:lnSpc>
                <a:spcPct val="100000"/>
              </a:lnSpc>
              <a:spcBef>
                <a:spcPts val="0"/>
              </a:spcBef>
              <a:spcAft>
                <a:spcPts val="0"/>
              </a:spcAft>
              <a:buClr>
                <a:schemeClr val="accent5"/>
              </a:buClr>
              <a:buSzPts val="12000"/>
              <a:buFont typeface="Space Grotesk Medium"/>
              <a:buNone/>
              <a:defRPr sz="12000">
                <a:solidFill>
                  <a:schemeClr val="accent5"/>
                </a:solidFill>
                <a:latin typeface="Space Grotesk Medium"/>
                <a:ea typeface="Space Grotesk Medium"/>
                <a:cs typeface="Space Grotesk Medium"/>
                <a:sym typeface="Space Grotesk Medium"/>
              </a:defRPr>
            </a:lvl6pPr>
            <a:lvl7pPr lvl="6" algn="ctr">
              <a:lnSpc>
                <a:spcPct val="100000"/>
              </a:lnSpc>
              <a:spcBef>
                <a:spcPts val="0"/>
              </a:spcBef>
              <a:spcAft>
                <a:spcPts val="0"/>
              </a:spcAft>
              <a:buClr>
                <a:schemeClr val="accent5"/>
              </a:buClr>
              <a:buSzPts val="12000"/>
              <a:buFont typeface="Space Grotesk Medium"/>
              <a:buNone/>
              <a:defRPr sz="12000">
                <a:solidFill>
                  <a:schemeClr val="accent5"/>
                </a:solidFill>
                <a:latin typeface="Space Grotesk Medium"/>
                <a:ea typeface="Space Grotesk Medium"/>
                <a:cs typeface="Space Grotesk Medium"/>
                <a:sym typeface="Space Grotesk Medium"/>
              </a:defRPr>
            </a:lvl7pPr>
            <a:lvl8pPr lvl="7" algn="ctr">
              <a:lnSpc>
                <a:spcPct val="100000"/>
              </a:lnSpc>
              <a:spcBef>
                <a:spcPts val="0"/>
              </a:spcBef>
              <a:spcAft>
                <a:spcPts val="0"/>
              </a:spcAft>
              <a:buClr>
                <a:schemeClr val="accent5"/>
              </a:buClr>
              <a:buSzPts val="12000"/>
              <a:buFont typeface="Space Grotesk Medium"/>
              <a:buNone/>
              <a:defRPr sz="12000">
                <a:solidFill>
                  <a:schemeClr val="accent5"/>
                </a:solidFill>
                <a:latin typeface="Space Grotesk Medium"/>
                <a:ea typeface="Space Grotesk Medium"/>
                <a:cs typeface="Space Grotesk Medium"/>
                <a:sym typeface="Space Grotesk Medium"/>
              </a:defRPr>
            </a:lvl8pPr>
            <a:lvl9pPr lvl="8" algn="ctr">
              <a:lnSpc>
                <a:spcPct val="100000"/>
              </a:lnSpc>
              <a:spcBef>
                <a:spcPts val="0"/>
              </a:spcBef>
              <a:spcAft>
                <a:spcPts val="0"/>
              </a:spcAft>
              <a:buClr>
                <a:schemeClr val="accent5"/>
              </a:buClr>
              <a:buSzPts val="12000"/>
              <a:buFont typeface="Space Grotesk Medium"/>
              <a:buNone/>
              <a:defRPr sz="12000">
                <a:solidFill>
                  <a:schemeClr val="accent5"/>
                </a:solidFill>
                <a:latin typeface="Space Grotesk Medium"/>
                <a:ea typeface="Space Grotesk Medium"/>
                <a:cs typeface="Space Grotesk Medium"/>
                <a:sym typeface="Space Grotesk Medium"/>
              </a:defRPr>
            </a:lvl9pPr>
          </a:lstStyle>
          <a:p/>
        </p:txBody>
      </p:sp>
      <p:sp>
        <p:nvSpPr>
          <p:cNvPr id="825" name="Google Shape;825;p111"/>
          <p:cNvSpPr txBox="1"/>
          <p:nvPr>
            <p:ph idx="1" type="body"/>
          </p:nvPr>
        </p:nvSpPr>
        <p:spPr>
          <a:xfrm>
            <a:off x="311700" y="2826325"/>
            <a:ext cx="8520600" cy="1300800"/>
          </a:xfrm>
          <a:prstGeom prst="rect">
            <a:avLst/>
          </a:prstGeom>
          <a:noFill/>
          <a:ln>
            <a:noFill/>
          </a:ln>
        </p:spPr>
        <p:txBody>
          <a:bodyPr anchorCtr="0" anchor="t" bIns="0" lIns="0" spcFirstLastPara="1" rIns="0" wrap="square" tIns="0">
            <a:noAutofit/>
          </a:bodyPr>
          <a:lstStyle>
            <a:lvl1pPr indent="-304800" lvl="0" marL="457200" algn="ctr">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1pPr>
            <a:lvl2pPr indent="-304800" lvl="1" marL="914400" algn="ctr">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2pPr>
            <a:lvl3pPr indent="-304800" lvl="2" marL="1371600" algn="ctr">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3pPr>
            <a:lvl4pPr indent="-304800" lvl="3" marL="1828800" algn="ctr">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4pPr>
            <a:lvl5pPr indent="-304800" lvl="4" marL="2286000" algn="ctr">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5pPr>
            <a:lvl6pPr indent="-304800" lvl="5" marL="2743200" algn="ctr">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6pPr>
            <a:lvl7pPr indent="-304800" lvl="6" marL="3200400" algn="ctr">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7pPr>
            <a:lvl8pPr indent="-304800" lvl="7" marL="3657600" algn="ctr">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8pPr>
            <a:lvl9pPr indent="-304800" lvl="8" marL="4114800" algn="ctr">
              <a:lnSpc>
                <a:spcPct val="115000"/>
              </a:lnSpc>
              <a:spcBef>
                <a:spcPts val="0"/>
              </a:spcBef>
              <a:spcAft>
                <a:spcPts val="0"/>
              </a:spcAft>
              <a:buClr>
                <a:schemeClr val="lt1"/>
              </a:buClr>
              <a:buSzPts val="1200"/>
              <a:buFont typeface="Space Grotesk"/>
              <a:buChar char="■"/>
              <a:defRPr>
                <a:solidFill>
                  <a:schemeClr val="lt1"/>
                </a:solidFill>
                <a:latin typeface="Space Grotesk"/>
                <a:ea typeface="Space Grotesk"/>
                <a:cs typeface="Space Grotesk"/>
                <a:sym typeface="Space Grotesk"/>
              </a:defRPr>
            </a:lvl9pPr>
          </a:lstStyle>
          <a:p/>
        </p:txBody>
      </p:sp>
      <p:pic>
        <p:nvPicPr>
          <p:cNvPr id="826" name="Google Shape;826;p111"/>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827" name="Google Shape;827;p111"/>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828" name="Google Shape;828;p111"/>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chemeClr val="lt1"/>
                </a:solidFill>
                <a:latin typeface="Space Mono"/>
                <a:ea typeface="Space Mono"/>
                <a:cs typeface="Space Mono"/>
                <a:sym typeface="Space Mono"/>
              </a:rPr>
              <a:t>‹#›</a:t>
            </a:fld>
            <a:endParaRPr b="0" i="0" sz="500" u="none" cap="none" strike="noStrike">
              <a:solidFill>
                <a:schemeClr val="lt1"/>
              </a:solidFill>
              <a:latin typeface="Space Mono"/>
              <a:ea typeface="Space Mono"/>
              <a:cs typeface="Space Mono"/>
              <a:sym typeface="Space Mono"/>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p:cSld name="TITLE_2">
    <p:bg>
      <p:bgPr>
        <a:solidFill>
          <a:schemeClr val="dk2"/>
        </a:solidFill>
      </p:bgPr>
    </p:bg>
    <p:spTree>
      <p:nvGrpSpPr>
        <p:cNvPr id="829" name="Shape 829"/>
        <p:cNvGrpSpPr/>
        <p:nvPr/>
      </p:nvGrpSpPr>
      <p:grpSpPr>
        <a:xfrm>
          <a:off x="0" y="0"/>
          <a:ext cx="0" cy="0"/>
          <a:chOff x="0" y="0"/>
          <a:chExt cx="0" cy="0"/>
        </a:xfrm>
      </p:grpSpPr>
      <p:sp>
        <p:nvSpPr>
          <p:cNvPr id="830" name="Google Shape;830;p112"/>
          <p:cNvSpPr txBox="1"/>
          <p:nvPr>
            <p:ph type="ctrTitle"/>
          </p:nvPr>
        </p:nvSpPr>
        <p:spPr>
          <a:xfrm>
            <a:off x="292225" y="1629325"/>
            <a:ext cx="7791000" cy="1202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831" name="Google Shape;831;p112"/>
          <p:cNvSpPr txBox="1"/>
          <p:nvPr>
            <p:ph idx="1" type="subTitle"/>
          </p:nvPr>
        </p:nvSpPr>
        <p:spPr>
          <a:xfrm>
            <a:off x="311700" y="3063196"/>
            <a:ext cx="7791000" cy="792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Space Grotesk"/>
              <a:buNone/>
              <a:defRPr sz="1800">
                <a:solidFill>
                  <a:schemeClr val="lt1"/>
                </a:solidFill>
                <a:latin typeface="Space Grotesk"/>
                <a:ea typeface="Space Grotesk"/>
                <a:cs typeface="Space Grotesk"/>
                <a:sym typeface="Space Grotesk"/>
              </a:defRPr>
            </a:lvl1pPr>
            <a:lvl2pPr lvl="1" algn="l">
              <a:lnSpc>
                <a:spcPct val="100000"/>
              </a:lnSpc>
              <a:spcBef>
                <a:spcPts val="0"/>
              </a:spcBef>
              <a:spcAft>
                <a:spcPts val="0"/>
              </a:spcAft>
              <a:buClr>
                <a:schemeClr val="lt1"/>
              </a:buClr>
              <a:buSzPts val="1800"/>
              <a:buFont typeface="Space Grotesk Light"/>
              <a:buNone/>
              <a:defRPr sz="1800">
                <a:solidFill>
                  <a:schemeClr val="lt1"/>
                </a:solidFill>
                <a:latin typeface="Space Grotesk Light"/>
                <a:ea typeface="Space Grotesk Light"/>
                <a:cs typeface="Space Grotesk Light"/>
                <a:sym typeface="Space Grotesk Light"/>
              </a:defRPr>
            </a:lvl2pPr>
            <a:lvl3pPr lvl="2" algn="l">
              <a:lnSpc>
                <a:spcPct val="100000"/>
              </a:lnSpc>
              <a:spcBef>
                <a:spcPts val="0"/>
              </a:spcBef>
              <a:spcAft>
                <a:spcPts val="0"/>
              </a:spcAft>
              <a:buClr>
                <a:schemeClr val="lt1"/>
              </a:buClr>
              <a:buSzPts val="1800"/>
              <a:buFont typeface="Space Grotesk Light"/>
              <a:buNone/>
              <a:defRPr sz="1800">
                <a:solidFill>
                  <a:schemeClr val="lt1"/>
                </a:solidFill>
                <a:latin typeface="Space Grotesk Light"/>
                <a:ea typeface="Space Grotesk Light"/>
                <a:cs typeface="Space Grotesk Light"/>
                <a:sym typeface="Space Grotesk Light"/>
              </a:defRPr>
            </a:lvl3pPr>
            <a:lvl4pPr lvl="3" algn="l">
              <a:lnSpc>
                <a:spcPct val="100000"/>
              </a:lnSpc>
              <a:spcBef>
                <a:spcPts val="0"/>
              </a:spcBef>
              <a:spcAft>
                <a:spcPts val="0"/>
              </a:spcAft>
              <a:buClr>
                <a:schemeClr val="lt1"/>
              </a:buClr>
              <a:buSzPts val="1800"/>
              <a:buFont typeface="Space Grotesk Light"/>
              <a:buNone/>
              <a:defRPr sz="1800">
                <a:solidFill>
                  <a:schemeClr val="lt1"/>
                </a:solidFill>
                <a:latin typeface="Space Grotesk Light"/>
                <a:ea typeface="Space Grotesk Light"/>
                <a:cs typeface="Space Grotesk Light"/>
                <a:sym typeface="Space Grotesk Light"/>
              </a:defRPr>
            </a:lvl4pPr>
            <a:lvl5pPr lvl="4" algn="l">
              <a:lnSpc>
                <a:spcPct val="100000"/>
              </a:lnSpc>
              <a:spcBef>
                <a:spcPts val="0"/>
              </a:spcBef>
              <a:spcAft>
                <a:spcPts val="0"/>
              </a:spcAft>
              <a:buClr>
                <a:schemeClr val="lt1"/>
              </a:buClr>
              <a:buSzPts val="1800"/>
              <a:buFont typeface="Space Grotesk Light"/>
              <a:buNone/>
              <a:defRPr sz="1800">
                <a:solidFill>
                  <a:schemeClr val="lt1"/>
                </a:solidFill>
                <a:latin typeface="Space Grotesk Light"/>
                <a:ea typeface="Space Grotesk Light"/>
                <a:cs typeface="Space Grotesk Light"/>
                <a:sym typeface="Space Grotesk Light"/>
              </a:defRPr>
            </a:lvl5pPr>
            <a:lvl6pPr lvl="5" algn="l">
              <a:lnSpc>
                <a:spcPct val="100000"/>
              </a:lnSpc>
              <a:spcBef>
                <a:spcPts val="0"/>
              </a:spcBef>
              <a:spcAft>
                <a:spcPts val="0"/>
              </a:spcAft>
              <a:buClr>
                <a:schemeClr val="lt1"/>
              </a:buClr>
              <a:buSzPts val="1800"/>
              <a:buFont typeface="Space Grotesk Light"/>
              <a:buNone/>
              <a:defRPr sz="1800">
                <a:solidFill>
                  <a:schemeClr val="lt1"/>
                </a:solidFill>
                <a:latin typeface="Space Grotesk Light"/>
                <a:ea typeface="Space Grotesk Light"/>
                <a:cs typeface="Space Grotesk Light"/>
                <a:sym typeface="Space Grotesk Light"/>
              </a:defRPr>
            </a:lvl6pPr>
            <a:lvl7pPr lvl="6" algn="l">
              <a:lnSpc>
                <a:spcPct val="100000"/>
              </a:lnSpc>
              <a:spcBef>
                <a:spcPts val="0"/>
              </a:spcBef>
              <a:spcAft>
                <a:spcPts val="0"/>
              </a:spcAft>
              <a:buClr>
                <a:schemeClr val="lt1"/>
              </a:buClr>
              <a:buSzPts val="1800"/>
              <a:buFont typeface="Space Grotesk Light"/>
              <a:buNone/>
              <a:defRPr sz="1800">
                <a:solidFill>
                  <a:schemeClr val="lt1"/>
                </a:solidFill>
                <a:latin typeface="Space Grotesk Light"/>
                <a:ea typeface="Space Grotesk Light"/>
                <a:cs typeface="Space Grotesk Light"/>
                <a:sym typeface="Space Grotesk Light"/>
              </a:defRPr>
            </a:lvl7pPr>
            <a:lvl8pPr lvl="7" algn="l">
              <a:lnSpc>
                <a:spcPct val="100000"/>
              </a:lnSpc>
              <a:spcBef>
                <a:spcPts val="0"/>
              </a:spcBef>
              <a:spcAft>
                <a:spcPts val="0"/>
              </a:spcAft>
              <a:buClr>
                <a:schemeClr val="lt1"/>
              </a:buClr>
              <a:buSzPts val="1800"/>
              <a:buFont typeface="Space Grotesk Light"/>
              <a:buNone/>
              <a:defRPr sz="1800">
                <a:solidFill>
                  <a:schemeClr val="lt1"/>
                </a:solidFill>
                <a:latin typeface="Space Grotesk Light"/>
                <a:ea typeface="Space Grotesk Light"/>
                <a:cs typeface="Space Grotesk Light"/>
                <a:sym typeface="Space Grotesk Light"/>
              </a:defRPr>
            </a:lvl8pPr>
            <a:lvl9pPr lvl="8" algn="l">
              <a:lnSpc>
                <a:spcPct val="100000"/>
              </a:lnSpc>
              <a:spcBef>
                <a:spcPts val="0"/>
              </a:spcBef>
              <a:spcAft>
                <a:spcPts val="0"/>
              </a:spcAft>
              <a:buClr>
                <a:schemeClr val="lt1"/>
              </a:buClr>
              <a:buSzPts val="1800"/>
              <a:buFont typeface="Space Grotesk Light"/>
              <a:buNone/>
              <a:defRPr sz="1800">
                <a:solidFill>
                  <a:schemeClr val="lt1"/>
                </a:solidFill>
                <a:latin typeface="Space Grotesk Light"/>
                <a:ea typeface="Space Grotesk Light"/>
                <a:cs typeface="Space Grotesk Light"/>
                <a:sym typeface="Space Grotesk Light"/>
              </a:defRPr>
            </a:lvl9pPr>
          </a:lstStyle>
          <a:p/>
        </p:txBody>
      </p:sp>
      <p:pic>
        <p:nvPicPr>
          <p:cNvPr id="832" name="Google Shape;832;p112"/>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833" name="Google Shape;833;p112"/>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834" name="Google Shape;834;p112"/>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shot 3up - Dark">
  <p:cSld name="TITLE_2_2_1">
    <p:bg>
      <p:bgPr>
        <a:solidFill>
          <a:schemeClr val="dk2"/>
        </a:solidFill>
      </p:bgPr>
    </p:bg>
    <p:spTree>
      <p:nvGrpSpPr>
        <p:cNvPr id="835" name="Shape 835"/>
        <p:cNvGrpSpPr/>
        <p:nvPr/>
      </p:nvGrpSpPr>
      <p:grpSpPr>
        <a:xfrm>
          <a:off x="0" y="0"/>
          <a:ext cx="0" cy="0"/>
          <a:chOff x="0" y="0"/>
          <a:chExt cx="0" cy="0"/>
        </a:xfrm>
      </p:grpSpPr>
      <p:pic>
        <p:nvPicPr>
          <p:cNvPr id="836" name="Google Shape;836;p113"/>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837" name="Google Shape;837;p113"/>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838" name="Google Shape;838;p113"/>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sp>
        <p:nvSpPr>
          <p:cNvPr id="839" name="Google Shape;839;p113"/>
          <p:cNvSpPr/>
          <p:nvPr/>
        </p:nvSpPr>
        <p:spPr>
          <a:xfrm>
            <a:off x="763625" y="1069575"/>
            <a:ext cx="2257500" cy="2605200"/>
          </a:xfrm>
          <a:prstGeom prst="roundRect">
            <a:avLst>
              <a:gd fmla="val 1609"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
        <p:nvSpPr>
          <p:cNvPr id="840" name="Google Shape;840;p113"/>
          <p:cNvSpPr/>
          <p:nvPr/>
        </p:nvSpPr>
        <p:spPr>
          <a:xfrm>
            <a:off x="3443250" y="1069575"/>
            <a:ext cx="2257500" cy="2605200"/>
          </a:xfrm>
          <a:prstGeom prst="roundRect">
            <a:avLst>
              <a:gd fmla="val 1609"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
        <p:nvSpPr>
          <p:cNvPr id="841" name="Google Shape;841;p113"/>
          <p:cNvSpPr/>
          <p:nvPr/>
        </p:nvSpPr>
        <p:spPr>
          <a:xfrm>
            <a:off x="6122875" y="1069575"/>
            <a:ext cx="2257500" cy="2605200"/>
          </a:xfrm>
          <a:prstGeom prst="roundRect">
            <a:avLst>
              <a:gd fmla="val 1609"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
        <p:nvSpPr>
          <p:cNvPr id="842" name="Google Shape;842;p113"/>
          <p:cNvSpPr/>
          <p:nvPr/>
        </p:nvSpPr>
        <p:spPr>
          <a:xfrm>
            <a:off x="1094375" y="3106574"/>
            <a:ext cx="67200" cy="672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
        <p:nvSpPr>
          <p:cNvPr id="843" name="Google Shape;843;p113"/>
          <p:cNvSpPr/>
          <p:nvPr/>
        </p:nvSpPr>
        <p:spPr>
          <a:xfrm>
            <a:off x="3774000" y="3106574"/>
            <a:ext cx="67200" cy="672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
        <p:nvSpPr>
          <p:cNvPr id="844" name="Google Shape;844;p113"/>
          <p:cNvSpPr/>
          <p:nvPr/>
        </p:nvSpPr>
        <p:spPr>
          <a:xfrm>
            <a:off x="6453625" y="3106574"/>
            <a:ext cx="67200" cy="672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Light">
  <p:cSld name="TITLE_2_1_1">
    <p:bg>
      <p:bgPr>
        <a:solidFill>
          <a:schemeClr val="lt1"/>
        </a:solidFill>
      </p:bgPr>
    </p:bg>
    <p:spTree>
      <p:nvGrpSpPr>
        <p:cNvPr id="845" name="Shape 845"/>
        <p:cNvGrpSpPr/>
        <p:nvPr/>
      </p:nvGrpSpPr>
      <p:grpSpPr>
        <a:xfrm>
          <a:off x="0" y="0"/>
          <a:ext cx="0" cy="0"/>
          <a:chOff x="0" y="0"/>
          <a:chExt cx="0" cy="0"/>
        </a:xfrm>
      </p:grpSpPr>
      <p:sp>
        <p:nvSpPr>
          <p:cNvPr id="846" name="Google Shape;846;p114"/>
          <p:cNvSpPr txBox="1"/>
          <p:nvPr>
            <p:ph type="ctrTitle"/>
          </p:nvPr>
        </p:nvSpPr>
        <p:spPr>
          <a:xfrm>
            <a:off x="288956" y="1629325"/>
            <a:ext cx="7791000" cy="1202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847" name="Google Shape;847;p114"/>
          <p:cNvSpPr txBox="1"/>
          <p:nvPr>
            <p:ph idx="1" type="subTitle"/>
          </p:nvPr>
        </p:nvSpPr>
        <p:spPr>
          <a:xfrm>
            <a:off x="298725" y="3063196"/>
            <a:ext cx="7791000" cy="792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800"/>
              <a:buFont typeface="Space Grotesk"/>
              <a:buNone/>
              <a:defRPr sz="1800">
                <a:latin typeface="Space Grotesk"/>
                <a:ea typeface="Space Grotesk"/>
                <a:cs typeface="Space Grotesk"/>
                <a:sym typeface="Space Grotesk"/>
              </a:defRPr>
            </a:lvl1pPr>
            <a:lvl2pPr lvl="1" algn="l">
              <a:lnSpc>
                <a:spcPct val="100000"/>
              </a:lnSpc>
              <a:spcBef>
                <a:spcPts val="0"/>
              </a:spcBef>
              <a:spcAft>
                <a:spcPts val="0"/>
              </a:spcAft>
              <a:buSzPts val="1800"/>
              <a:buFont typeface="Space Grotesk Light"/>
              <a:buNone/>
              <a:defRPr sz="1800">
                <a:latin typeface="Space Grotesk Light"/>
                <a:ea typeface="Space Grotesk Light"/>
                <a:cs typeface="Space Grotesk Light"/>
                <a:sym typeface="Space Grotesk Light"/>
              </a:defRPr>
            </a:lvl2pPr>
            <a:lvl3pPr lvl="2" algn="l">
              <a:lnSpc>
                <a:spcPct val="100000"/>
              </a:lnSpc>
              <a:spcBef>
                <a:spcPts val="0"/>
              </a:spcBef>
              <a:spcAft>
                <a:spcPts val="0"/>
              </a:spcAft>
              <a:buSzPts val="1800"/>
              <a:buFont typeface="Space Grotesk Light"/>
              <a:buNone/>
              <a:defRPr sz="1800">
                <a:latin typeface="Space Grotesk Light"/>
                <a:ea typeface="Space Grotesk Light"/>
                <a:cs typeface="Space Grotesk Light"/>
                <a:sym typeface="Space Grotesk Light"/>
              </a:defRPr>
            </a:lvl3pPr>
            <a:lvl4pPr lvl="3" algn="l">
              <a:lnSpc>
                <a:spcPct val="100000"/>
              </a:lnSpc>
              <a:spcBef>
                <a:spcPts val="0"/>
              </a:spcBef>
              <a:spcAft>
                <a:spcPts val="0"/>
              </a:spcAft>
              <a:buSzPts val="1800"/>
              <a:buFont typeface="Space Grotesk Light"/>
              <a:buNone/>
              <a:defRPr sz="1800">
                <a:latin typeface="Space Grotesk Light"/>
                <a:ea typeface="Space Grotesk Light"/>
                <a:cs typeface="Space Grotesk Light"/>
                <a:sym typeface="Space Grotesk Light"/>
              </a:defRPr>
            </a:lvl4pPr>
            <a:lvl5pPr lvl="4" algn="l">
              <a:lnSpc>
                <a:spcPct val="100000"/>
              </a:lnSpc>
              <a:spcBef>
                <a:spcPts val="0"/>
              </a:spcBef>
              <a:spcAft>
                <a:spcPts val="0"/>
              </a:spcAft>
              <a:buSzPts val="1800"/>
              <a:buFont typeface="Space Grotesk Light"/>
              <a:buNone/>
              <a:defRPr sz="1800">
                <a:latin typeface="Space Grotesk Light"/>
                <a:ea typeface="Space Grotesk Light"/>
                <a:cs typeface="Space Grotesk Light"/>
                <a:sym typeface="Space Grotesk Light"/>
              </a:defRPr>
            </a:lvl5pPr>
            <a:lvl6pPr lvl="5" algn="l">
              <a:lnSpc>
                <a:spcPct val="100000"/>
              </a:lnSpc>
              <a:spcBef>
                <a:spcPts val="0"/>
              </a:spcBef>
              <a:spcAft>
                <a:spcPts val="0"/>
              </a:spcAft>
              <a:buSzPts val="1800"/>
              <a:buFont typeface="Space Grotesk Light"/>
              <a:buNone/>
              <a:defRPr sz="1800">
                <a:latin typeface="Space Grotesk Light"/>
                <a:ea typeface="Space Grotesk Light"/>
                <a:cs typeface="Space Grotesk Light"/>
                <a:sym typeface="Space Grotesk Light"/>
              </a:defRPr>
            </a:lvl6pPr>
            <a:lvl7pPr lvl="6" algn="l">
              <a:lnSpc>
                <a:spcPct val="100000"/>
              </a:lnSpc>
              <a:spcBef>
                <a:spcPts val="0"/>
              </a:spcBef>
              <a:spcAft>
                <a:spcPts val="0"/>
              </a:spcAft>
              <a:buSzPts val="1800"/>
              <a:buFont typeface="Space Grotesk Light"/>
              <a:buNone/>
              <a:defRPr sz="1800">
                <a:latin typeface="Space Grotesk Light"/>
                <a:ea typeface="Space Grotesk Light"/>
                <a:cs typeface="Space Grotesk Light"/>
                <a:sym typeface="Space Grotesk Light"/>
              </a:defRPr>
            </a:lvl7pPr>
            <a:lvl8pPr lvl="7" algn="l">
              <a:lnSpc>
                <a:spcPct val="100000"/>
              </a:lnSpc>
              <a:spcBef>
                <a:spcPts val="0"/>
              </a:spcBef>
              <a:spcAft>
                <a:spcPts val="0"/>
              </a:spcAft>
              <a:buSzPts val="1800"/>
              <a:buFont typeface="Space Grotesk Light"/>
              <a:buNone/>
              <a:defRPr sz="1800">
                <a:latin typeface="Space Grotesk Light"/>
                <a:ea typeface="Space Grotesk Light"/>
                <a:cs typeface="Space Grotesk Light"/>
                <a:sym typeface="Space Grotesk Light"/>
              </a:defRPr>
            </a:lvl8pPr>
            <a:lvl9pPr lvl="8" algn="l">
              <a:lnSpc>
                <a:spcPct val="100000"/>
              </a:lnSpc>
              <a:spcBef>
                <a:spcPts val="0"/>
              </a:spcBef>
              <a:spcAft>
                <a:spcPts val="0"/>
              </a:spcAft>
              <a:buSzPts val="1800"/>
              <a:buFont typeface="Space Grotesk Light"/>
              <a:buNone/>
              <a:defRPr sz="1800">
                <a:latin typeface="Space Grotesk Light"/>
                <a:ea typeface="Space Grotesk Light"/>
                <a:cs typeface="Space Grotesk Light"/>
                <a:sym typeface="Space Grotesk Light"/>
              </a:defRPr>
            </a:lvl9pPr>
          </a:lstStyle>
          <a:p/>
        </p:txBody>
      </p:sp>
      <p:sp>
        <p:nvSpPr>
          <p:cNvPr id="848" name="Google Shape;848;p114"/>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rgbClr val="B9C2C6"/>
                </a:solidFill>
                <a:latin typeface="Space Grotesk"/>
                <a:ea typeface="Space Grotesk"/>
                <a:cs typeface="Space Grotesk"/>
                <a:sym typeface="Space Grotesk"/>
              </a:rPr>
              <a:t>ⓒ 2024 Redis Ltd. All rights reserved.</a:t>
            </a:r>
            <a:endParaRPr b="0" i="0" sz="1300" u="none" cap="none" strike="noStrike">
              <a:solidFill>
                <a:srgbClr val="B9C2C6"/>
              </a:solidFill>
              <a:latin typeface="Space Grotesk"/>
              <a:ea typeface="Space Grotesk"/>
              <a:cs typeface="Space Grotesk"/>
              <a:sym typeface="Space Grotesk"/>
            </a:endParaRPr>
          </a:p>
        </p:txBody>
      </p:sp>
      <p:sp>
        <p:nvSpPr>
          <p:cNvPr id="849" name="Google Shape;849;p114"/>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pic>
        <p:nvPicPr>
          <p:cNvPr id="850" name="Google Shape;850;p114"/>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Hyper ">
  <p:cSld name="BLANK_1_4">
    <p:bg>
      <p:bgPr>
        <a:solidFill>
          <a:schemeClr val="accent1"/>
        </a:solidFill>
      </p:bgPr>
    </p:bg>
    <p:spTree>
      <p:nvGrpSpPr>
        <p:cNvPr id="851" name="Shape 851"/>
        <p:cNvGrpSpPr/>
        <p:nvPr/>
      </p:nvGrpSpPr>
      <p:grpSpPr>
        <a:xfrm>
          <a:off x="0" y="0"/>
          <a:ext cx="0" cy="0"/>
          <a:chOff x="0" y="0"/>
          <a:chExt cx="0" cy="0"/>
        </a:xfrm>
      </p:grpSpPr>
      <p:pic>
        <p:nvPicPr>
          <p:cNvPr id="852" name="Google Shape;852;p115"/>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853" name="Google Shape;853;p115"/>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854" name="Google Shape;854;p115"/>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Grey">
  <p:cSld name="BLANK_1_4_1">
    <p:bg>
      <p:bgPr>
        <a:solidFill>
          <a:schemeClr val="accent6"/>
        </a:solidFill>
      </p:bgPr>
    </p:bg>
    <p:spTree>
      <p:nvGrpSpPr>
        <p:cNvPr id="855" name="Shape 855"/>
        <p:cNvGrpSpPr/>
        <p:nvPr/>
      </p:nvGrpSpPr>
      <p:grpSpPr>
        <a:xfrm>
          <a:off x="0" y="0"/>
          <a:ext cx="0" cy="0"/>
          <a:chOff x="0" y="0"/>
          <a:chExt cx="0" cy="0"/>
        </a:xfrm>
      </p:grpSpPr>
      <p:pic>
        <p:nvPicPr>
          <p:cNvPr id="856" name="Google Shape;856;p116"/>
          <p:cNvPicPr preferRelativeResize="0"/>
          <p:nvPr/>
        </p:nvPicPr>
        <p:blipFill rotWithShape="1">
          <a:blip r:embed="rId2">
            <a:alphaModFix/>
          </a:blip>
          <a:srcRect b="0" l="0" r="0" t="0"/>
          <a:stretch/>
        </p:blipFill>
        <p:spPr>
          <a:xfrm>
            <a:off x="298725" y="4880004"/>
            <a:ext cx="413251" cy="129343"/>
          </a:xfrm>
          <a:prstGeom prst="rect">
            <a:avLst/>
          </a:prstGeom>
          <a:noFill/>
          <a:ln>
            <a:noFill/>
          </a:ln>
        </p:spPr>
      </p:pic>
      <p:sp>
        <p:nvSpPr>
          <p:cNvPr id="857" name="Google Shape;857;p116"/>
          <p:cNvSpPr txBox="1"/>
          <p:nvPr/>
        </p:nvSpPr>
        <p:spPr>
          <a:xfrm>
            <a:off x="864375" y="4917994"/>
            <a:ext cx="2195400" cy="92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500" u="none" cap="none" strike="noStrike">
                <a:solidFill>
                  <a:schemeClr val="lt1"/>
                </a:solidFill>
                <a:latin typeface="Space Grotesk"/>
                <a:ea typeface="Space Grotesk"/>
                <a:cs typeface="Space Grotesk"/>
                <a:sym typeface="Space Grotesk"/>
              </a:rPr>
              <a:t>ⓒ 2024 Redis Ltd. All rights reserved.</a:t>
            </a:r>
            <a:endParaRPr b="0" i="0" sz="1300" u="none" cap="none" strike="noStrike">
              <a:solidFill>
                <a:schemeClr val="lt1"/>
              </a:solidFill>
              <a:latin typeface="Space Grotesk"/>
              <a:ea typeface="Space Grotesk"/>
              <a:cs typeface="Space Grotesk"/>
              <a:sym typeface="Space Grotesk"/>
            </a:endParaRPr>
          </a:p>
        </p:txBody>
      </p:sp>
      <p:sp>
        <p:nvSpPr>
          <p:cNvPr id="858" name="Google Shape;858;p116"/>
          <p:cNvSpPr txBox="1"/>
          <p:nvPr/>
        </p:nvSpPr>
        <p:spPr>
          <a:xfrm>
            <a:off x="8488386" y="4937522"/>
            <a:ext cx="387300" cy="92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B9C2C6"/>
                </a:solidFill>
                <a:latin typeface="Space Mono"/>
                <a:ea typeface="Space Mono"/>
                <a:cs typeface="Space Mono"/>
                <a:sym typeface="Space Mono"/>
              </a:rPr>
              <a:t>‹#›</a:t>
            </a:fld>
            <a:endParaRPr b="0" i="0" sz="500" u="none" cap="none" strike="noStrike">
              <a:solidFill>
                <a:srgbClr val="B9C2C6"/>
              </a:solidFill>
              <a:latin typeface="Space Mono"/>
              <a:ea typeface="Space Mono"/>
              <a:cs typeface="Space Mono"/>
              <a:sym typeface="Space Mon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3" Type="http://schemas.openxmlformats.org/officeDocument/2006/relationships/slideLayout" Target="../slideLayouts/slideLayout64.xml"/><Relationship Id="rId52" Type="http://schemas.openxmlformats.org/officeDocument/2006/relationships/slideLayout" Target="../slideLayouts/slideLayout63.xml"/><Relationship Id="rId11" Type="http://schemas.openxmlformats.org/officeDocument/2006/relationships/slideLayout" Target="../slideLayouts/slideLayout22.xml"/><Relationship Id="rId55" Type="http://schemas.openxmlformats.org/officeDocument/2006/relationships/slideLayout" Target="../slideLayouts/slideLayout66.xml"/><Relationship Id="rId10" Type="http://schemas.openxmlformats.org/officeDocument/2006/relationships/slideLayout" Target="../slideLayouts/slideLayout21.xml"/><Relationship Id="rId54" Type="http://schemas.openxmlformats.org/officeDocument/2006/relationships/slideLayout" Target="../slideLayouts/slideLayout6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56" Type="http://schemas.openxmlformats.org/officeDocument/2006/relationships/theme" Target="../theme/theme4.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106.xml"/><Relationship Id="rId42" Type="http://schemas.openxmlformats.org/officeDocument/2006/relationships/slideLayout" Target="../slideLayouts/slideLayout108.xml"/><Relationship Id="rId41" Type="http://schemas.openxmlformats.org/officeDocument/2006/relationships/slideLayout" Target="../slideLayouts/slideLayout107.xml"/><Relationship Id="rId44" Type="http://schemas.openxmlformats.org/officeDocument/2006/relationships/slideLayout" Target="../slideLayouts/slideLayout110.xml"/><Relationship Id="rId43" Type="http://schemas.openxmlformats.org/officeDocument/2006/relationships/slideLayout" Target="../slideLayouts/slideLayout109.xml"/><Relationship Id="rId46" Type="http://schemas.openxmlformats.org/officeDocument/2006/relationships/slideLayout" Target="../slideLayouts/slideLayout112.xml"/><Relationship Id="rId45" Type="http://schemas.openxmlformats.org/officeDocument/2006/relationships/slideLayout" Target="../slideLayouts/slideLayout111.xml"/><Relationship Id="rId1" Type="http://schemas.openxmlformats.org/officeDocument/2006/relationships/slideLayout" Target="../slideLayouts/slideLayout67.xml"/><Relationship Id="rId2" Type="http://schemas.openxmlformats.org/officeDocument/2006/relationships/slideLayout" Target="../slideLayouts/slideLayout68.xml"/><Relationship Id="rId3" Type="http://schemas.openxmlformats.org/officeDocument/2006/relationships/slideLayout" Target="../slideLayouts/slideLayout69.xml"/><Relationship Id="rId4" Type="http://schemas.openxmlformats.org/officeDocument/2006/relationships/slideLayout" Target="../slideLayouts/slideLayout70.xml"/><Relationship Id="rId9" Type="http://schemas.openxmlformats.org/officeDocument/2006/relationships/slideLayout" Target="../slideLayouts/slideLayout75.xml"/><Relationship Id="rId48" Type="http://schemas.openxmlformats.org/officeDocument/2006/relationships/theme" Target="../theme/theme3.xml"/><Relationship Id="rId47" Type="http://schemas.openxmlformats.org/officeDocument/2006/relationships/slideLayout" Target="../slideLayouts/slideLayout113.xml"/><Relationship Id="rId5" Type="http://schemas.openxmlformats.org/officeDocument/2006/relationships/slideLayout" Target="../slideLayouts/slideLayout71.xml"/><Relationship Id="rId6" Type="http://schemas.openxmlformats.org/officeDocument/2006/relationships/slideLayout" Target="../slideLayouts/slideLayout72.xml"/><Relationship Id="rId7" Type="http://schemas.openxmlformats.org/officeDocument/2006/relationships/slideLayout" Target="../slideLayouts/slideLayout73.xml"/><Relationship Id="rId8" Type="http://schemas.openxmlformats.org/officeDocument/2006/relationships/slideLayout" Target="../slideLayouts/slideLayout74.xml"/><Relationship Id="rId31" Type="http://schemas.openxmlformats.org/officeDocument/2006/relationships/slideLayout" Target="../slideLayouts/slideLayout97.xml"/><Relationship Id="rId30" Type="http://schemas.openxmlformats.org/officeDocument/2006/relationships/slideLayout" Target="../slideLayouts/slideLayout96.xml"/><Relationship Id="rId33" Type="http://schemas.openxmlformats.org/officeDocument/2006/relationships/slideLayout" Target="../slideLayouts/slideLayout99.xml"/><Relationship Id="rId32" Type="http://schemas.openxmlformats.org/officeDocument/2006/relationships/slideLayout" Target="../slideLayouts/slideLayout98.xml"/><Relationship Id="rId35" Type="http://schemas.openxmlformats.org/officeDocument/2006/relationships/slideLayout" Target="../slideLayouts/slideLayout101.xml"/><Relationship Id="rId34" Type="http://schemas.openxmlformats.org/officeDocument/2006/relationships/slideLayout" Target="../slideLayouts/slideLayout100.xml"/><Relationship Id="rId37" Type="http://schemas.openxmlformats.org/officeDocument/2006/relationships/slideLayout" Target="../slideLayouts/slideLayout103.xml"/><Relationship Id="rId36" Type="http://schemas.openxmlformats.org/officeDocument/2006/relationships/slideLayout" Target="../slideLayouts/slideLayout102.xml"/><Relationship Id="rId39" Type="http://schemas.openxmlformats.org/officeDocument/2006/relationships/slideLayout" Target="../slideLayouts/slideLayout105.xml"/><Relationship Id="rId38" Type="http://schemas.openxmlformats.org/officeDocument/2006/relationships/slideLayout" Target="../slideLayouts/slideLayout104.xml"/><Relationship Id="rId20" Type="http://schemas.openxmlformats.org/officeDocument/2006/relationships/slideLayout" Target="../slideLayouts/slideLayout86.xml"/><Relationship Id="rId22" Type="http://schemas.openxmlformats.org/officeDocument/2006/relationships/slideLayout" Target="../slideLayouts/slideLayout88.xml"/><Relationship Id="rId21" Type="http://schemas.openxmlformats.org/officeDocument/2006/relationships/slideLayout" Target="../slideLayouts/slideLayout87.xml"/><Relationship Id="rId24" Type="http://schemas.openxmlformats.org/officeDocument/2006/relationships/slideLayout" Target="../slideLayouts/slideLayout90.xml"/><Relationship Id="rId23" Type="http://schemas.openxmlformats.org/officeDocument/2006/relationships/slideLayout" Target="../slideLayouts/slideLayout89.xml"/><Relationship Id="rId26" Type="http://schemas.openxmlformats.org/officeDocument/2006/relationships/slideLayout" Target="../slideLayouts/slideLayout92.xml"/><Relationship Id="rId25" Type="http://schemas.openxmlformats.org/officeDocument/2006/relationships/slideLayout" Target="../slideLayouts/slideLayout91.xml"/><Relationship Id="rId28" Type="http://schemas.openxmlformats.org/officeDocument/2006/relationships/slideLayout" Target="../slideLayouts/slideLayout94.xml"/><Relationship Id="rId27" Type="http://schemas.openxmlformats.org/officeDocument/2006/relationships/slideLayout" Target="../slideLayouts/slideLayout93.xml"/><Relationship Id="rId29" Type="http://schemas.openxmlformats.org/officeDocument/2006/relationships/slideLayout" Target="../slideLayouts/slideLayout95.xml"/><Relationship Id="rId11" Type="http://schemas.openxmlformats.org/officeDocument/2006/relationships/slideLayout" Target="../slideLayouts/slideLayout77.xml"/><Relationship Id="rId10" Type="http://schemas.openxmlformats.org/officeDocument/2006/relationships/slideLayout" Target="../slideLayouts/slideLayout76.xml"/><Relationship Id="rId13" Type="http://schemas.openxmlformats.org/officeDocument/2006/relationships/slideLayout" Target="../slideLayouts/slideLayout79.xml"/><Relationship Id="rId12" Type="http://schemas.openxmlformats.org/officeDocument/2006/relationships/slideLayout" Target="../slideLayouts/slideLayout78.xml"/><Relationship Id="rId15" Type="http://schemas.openxmlformats.org/officeDocument/2006/relationships/slideLayout" Target="../slideLayouts/slideLayout81.xml"/><Relationship Id="rId14" Type="http://schemas.openxmlformats.org/officeDocument/2006/relationships/slideLayout" Target="../slideLayouts/slideLayout80.xml"/><Relationship Id="rId17" Type="http://schemas.openxmlformats.org/officeDocument/2006/relationships/slideLayout" Target="../slideLayouts/slideLayout83.xml"/><Relationship Id="rId16" Type="http://schemas.openxmlformats.org/officeDocument/2006/relationships/slideLayout" Target="../slideLayouts/slideLayout82.xml"/><Relationship Id="rId19" Type="http://schemas.openxmlformats.org/officeDocument/2006/relationships/slideLayout" Target="../slideLayouts/slideLayout85.xml"/><Relationship Id="rId18" Type="http://schemas.openxmlformats.org/officeDocument/2006/relationships/slideLayout" Target="../slideLayouts/slideLayout8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92225" y="445025"/>
            <a:ext cx="8520600" cy="5727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2400"/>
              <a:buFont typeface="Space Grotesk Medium"/>
              <a:buNone/>
              <a:defRPr sz="2400">
                <a:solidFill>
                  <a:schemeClr val="dk1"/>
                </a:solidFill>
                <a:latin typeface="Space Grotesk Medium"/>
                <a:ea typeface="Space Grotesk Medium"/>
                <a:cs typeface="Space Grotesk Medium"/>
                <a:sym typeface="Space Grotesk Medium"/>
              </a:defRPr>
            </a:lvl1pPr>
            <a:lvl2pPr lvl="1">
              <a:spcBef>
                <a:spcPts val="0"/>
              </a:spcBef>
              <a:spcAft>
                <a:spcPts val="0"/>
              </a:spcAft>
              <a:buClr>
                <a:schemeClr val="dk1"/>
              </a:buClr>
              <a:buSzPts val="2400"/>
              <a:buFont typeface="Inter SemiBold"/>
              <a:buNone/>
              <a:defRPr sz="24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2400"/>
              <a:buFont typeface="Inter SemiBold"/>
              <a:buNone/>
              <a:defRPr sz="24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2400"/>
              <a:buFont typeface="Inter SemiBold"/>
              <a:buNone/>
              <a:defRPr sz="24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2400"/>
              <a:buFont typeface="Inter SemiBold"/>
              <a:buNone/>
              <a:defRPr sz="24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2400"/>
              <a:buFont typeface="Inter SemiBold"/>
              <a:buNone/>
              <a:defRPr sz="24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2400"/>
              <a:buFont typeface="Inter SemiBold"/>
              <a:buNone/>
              <a:defRPr sz="24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2400"/>
              <a:buFont typeface="Inter SemiBold"/>
              <a:buNone/>
              <a:defRPr sz="24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2400"/>
              <a:buFont typeface="Inter SemiBold"/>
              <a:buNone/>
              <a:defRPr sz="2400">
                <a:solidFill>
                  <a:schemeClr val="dk1"/>
                </a:solidFill>
                <a:latin typeface="Inter SemiBold"/>
                <a:ea typeface="Inter SemiBold"/>
                <a:cs typeface="Inter SemiBold"/>
                <a:sym typeface="Inter SemiBold"/>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0" lIns="0" spcFirstLastPara="1" rIns="0" wrap="square" tIns="0">
            <a:noAutofit/>
          </a:bodyPr>
          <a:lstStyle>
            <a:lvl1pPr indent="-304800" lvl="0" marL="457200">
              <a:lnSpc>
                <a:spcPct val="115000"/>
              </a:lnSpc>
              <a:spcBef>
                <a:spcPts val="0"/>
              </a:spcBef>
              <a:spcAft>
                <a:spcPts val="0"/>
              </a:spcAft>
              <a:buClr>
                <a:schemeClr val="dk1"/>
              </a:buClr>
              <a:buSzPts val="1200"/>
              <a:buFont typeface="Space Grotesk"/>
              <a:buChar char="●"/>
              <a:defRPr sz="1200">
                <a:solidFill>
                  <a:schemeClr val="dk1"/>
                </a:solidFill>
                <a:latin typeface="Space Grotesk"/>
                <a:ea typeface="Space Grotesk"/>
                <a:cs typeface="Space Grotesk"/>
                <a:sym typeface="Space Grotesk"/>
              </a:defRPr>
            </a:lvl1pPr>
            <a:lvl2pPr indent="-304800" lvl="1" marL="914400">
              <a:lnSpc>
                <a:spcPct val="115000"/>
              </a:lnSpc>
              <a:spcBef>
                <a:spcPts val="0"/>
              </a:spcBef>
              <a:spcAft>
                <a:spcPts val="0"/>
              </a:spcAft>
              <a:buClr>
                <a:schemeClr val="dk1"/>
              </a:buClr>
              <a:buSzPts val="1200"/>
              <a:buFont typeface="Space Grotesk"/>
              <a:buChar char="○"/>
              <a:defRPr sz="1200">
                <a:solidFill>
                  <a:schemeClr val="dk1"/>
                </a:solidFill>
                <a:latin typeface="Space Grotesk"/>
                <a:ea typeface="Space Grotesk"/>
                <a:cs typeface="Space Grotesk"/>
                <a:sym typeface="Space Grotesk"/>
              </a:defRPr>
            </a:lvl2pPr>
            <a:lvl3pPr indent="-304800" lvl="2" marL="1371600">
              <a:lnSpc>
                <a:spcPct val="115000"/>
              </a:lnSpc>
              <a:spcBef>
                <a:spcPts val="0"/>
              </a:spcBef>
              <a:spcAft>
                <a:spcPts val="0"/>
              </a:spcAft>
              <a:buClr>
                <a:schemeClr val="dk1"/>
              </a:buClr>
              <a:buSzPts val="1200"/>
              <a:buFont typeface="Space Grotesk"/>
              <a:buChar char="■"/>
              <a:defRPr sz="1200">
                <a:solidFill>
                  <a:schemeClr val="dk1"/>
                </a:solidFill>
                <a:latin typeface="Space Grotesk"/>
                <a:ea typeface="Space Grotesk"/>
                <a:cs typeface="Space Grotesk"/>
                <a:sym typeface="Space Grotesk"/>
              </a:defRPr>
            </a:lvl3pPr>
            <a:lvl4pPr indent="-304800" lvl="3" marL="1828800">
              <a:lnSpc>
                <a:spcPct val="115000"/>
              </a:lnSpc>
              <a:spcBef>
                <a:spcPts val="0"/>
              </a:spcBef>
              <a:spcAft>
                <a:spcPts val="0"/>
              </a:spcAft>
              <a:buClr>
                <a:schemeClr val="dk1"/>
              </a:buClr>
              <a:buSzPts val="1200"/>
              <a:buFont typeface="Space Grotesk"/>
              <a:buChar char="●"/>
              <a:defRPr sz="1200">
                <a:solidFill>
                  <a:schemeClr val="dk1"/>
                </a:solidFill>
                <a:latin typeface="Space Grotesk"/>
                <a:ea typeface="Space Grotesk"/>
                <a:cs typeface="Space Grotesk"/>
                <a:sym typeface="Space Grotesk"/>
              </a:defRPr>
            </a:lvl4pPr>
            <a:lvl5pPr indent="-304800" lvl="4" marL="2286000">
              <a:lnSpc>
                <a:spcPct val="115000"/>
              </a:lnSpc>
              <a:spcBef>
                <a:spcPts val="0"/>
              </a:spcBef>
              <a:spcAft>
                <a:spcPts val="0"/>
              </a:spcAft>
              <a:buClr>
                <a:schemeClr val="dk1"/>
              </a:buClr>
              <a:buSzPts val="1200"/>
              <a:buFont typeface="Space Grotesk"/>
              <a:buChar char="○"/>
              <a:defRPr sz="1200">
                <a:solidFill>
                  <a:schemeClr val="dk1"/>
                </a:solidFill>
                <a:latin typeface="Space Grotesk"/>
                <a:ea typeface="Space Grotesk"/>
                <a:cs typeface="Space Grotesk"/>
                <a:sym typeface="Space Grotesk"/>
              </a:defRPr>
            </a:lvl5pPr>
            <a:lvl6pPr indent="-304800" lvl="5" marL="2743200">
              <a:lnSpc>
                <a:spcPct val="115000"/>
              </a:lnSpc>
              <a:spcBef>
                <a:spcPts val="0"/>
              </a:spcBef>
              <a:spcAft>
                <a:spcPts val="0"/>
              </a:spcAft>
              <a:buClr>
                <a:schemeClr val="dk1"/>
              </a:buClr>
              <a:buSzPts val="1200"/>
              <a:buFont typeface="Space Grotesk"/>
              <a:buChar char="■"/>
              <a:defRPr sz="1200">
                <a:solidFill>
                  <a:schemeClr val="dk1"/>
                </a:solidFill>
                <a:latin typeface="Space Grotesk"/>
                <a:ea typeface="Space Grotesk"/>
                <a:cs typeface="Space Grotesk"/>
                <a:sym typeface="Space Grotesk"/>
              </a:defRPr>
            </a:lvl6pPr>
            <a:lvl7pPr indent="-304800" lvl="6" marL="3200400">
              <a:lnSpc>
                <a:spcPct val="115000"/>
              </a:lnSpc>
              <a:spcBef>
                <a:spcPts val="0"/>
              </a:spcBef>
              <a:spcAft>
                <a:spcPts val="0"/>
              </a:spcAft>
              <a:buClr>
                <a:schemeClr val="dk1"/>
              </a:buClr>
              <a:buSzPts val="1200"/>
              <a:buFont typeface="Space Grotesk"/>
              <a:buChar char="●"/>
              <a:defRPr sz="1200">
                <a:solidFill>
                  <a:schemeClr val="dk1"/>
                </a:solidFill>
                <a:latin typeface="Space Grotesk"/>
                <a:ea typeface="Space Grotesk"/>
                <a:cs typeface="Space Grotesk"/>
                <a:sym typeface="Space Grotesk"/>
              </a:defRPr>
            </a:lvl7pPr>
            <a:lvl8pPr indent="-304800" lvl="7" marL="3657600">
              <a:lnSpc>
                <a:spcPct val="115000"/>
              </a:lnSpc>
              <a:spcBef>
                <a:spcPts val="0"/>
              </a:spcBef>
              <a:spcAft>
                <a:spcPts val="0"/>
              </a:spcAft>
              <a:buClr>
                <a:schemeClr val="dk1"/>
              </a:buClr>
              <a:buSzPts val="1200"/>
              <a:buFont typeface="Space Grotesk"/>
              <a:buChar char="○"/>
              <a:defRPr sz="1200">
                <a:solidFill>
                  <a:schemeClr val="dk1"/>
                </a:solidFill>
                <a:latin typeface="Space Grotesk"/>
                <a:ea typeface="Space Grotesk"/>
                <a:cs typeface="Space Grotesk"/>
                <a:sym typeface="Space Grotesk"/>
              </a:defRPr>
            </a:lvl8pPr>
            <a:lvl9pPr indent="-304800" lvl="8" marL="4114800">
              <a:lnSpc>
                <a:spcPct val="115000"/>
              </a:lnSpc>
              <a:spcBef>
                <a:spcPts val="0"/>
              </a:spcBef>
              <a:spcAft>
                <a:spcPts val="0"/>
              </a:spcAft>
              <a:buClr>
                <a:schemeClr val="dk1"/>
              </a:buClr>
              <a:buSzPts val="1200"/>
              <a:buFont typeface="Space Grotesk"/>
              <a:buChar char="■"/>
              <a:defRPr sz="1200">
                <a:solidFill>
                  <a:schemeClr val="dk1"/>
                </a:solidFill>
                <a:latin typeface="Space Grotesk"/>
                <a:ea typeface="Space Grotesk"/>
                <a:cs typeface="Space Grotesk"/>
                <a:sym typeface="Space Grotesk"/>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 id="2147483712" r:id="rId54"/>
    <p:sldLayoutId id="2147483713" r:id="rId5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17">
          <p15:clr>
            <a:srgbClr val="E46962"/>
          </p15:clr>
        </p15:guide>
        <p15:guide id="2" pos="2880">
          <p15:clr>
            <a:srgbClr val="E46962"/>
          </p15:clr>
        </p15:guide>
        <p15:guide id="3" orient="horz" pos="471">
          <p15:clr>
            <a:srgbClr val="E46962"/>
          </p15:clr>
        </p15:guide>
        <p15:guide id="4" pos="184">
          <p15:clr>
            <a:srgbClr val="E46962"/>
          </p15:clr>
        </p15:guide>
        <p15:guide id="5" pos="5564">
          <p15:clr>
            <a:srgbClr val="E46962"/>
          </p15:clr>
        </p15:guide>
        <p15:guide id="6" orient="horz" pos="3156">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77" name="Shape 477"/>
        <p:cNvGrpSpPr/>
        <p:nvPr/>
      </p:nvGrpSpPr>
      <p:grpSpPr>
        <a:xfrm>
          <a:off x="0" y="0"/>
          <a:ext cx="0" cy="0"/>
          <a:chOff x="0" y="0"/>
          <a:chExt cx="0" cy="0"/>
        </a:xfrm>
      </p:grpSpPr>
      <p:sp>
        <p:nvSpPr>
          <p:cNvPr id="478" name="Google Shape;478;p69"/>
          <p:cNvSpPr txBox="1"/>
          <p:nvPr>
            <p:ph type="title"/>
          </p:nvPr>
        </p:nvSpPr>
        <p:spPr>
          <a:xfrm>
            <a:off x="292225" y="445025"/>
            <a:ext cx="8520600" cy="5727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dk1"/>
              </a:buClr>
              <a:buSzPts val="2400"/>
              <a:buFont typeface="Space Grotesk Medium"/>
              <a:buNone/>
              <a:defRPr b="0" i="0" sz="2400" u="none" cap="none" strike="noStrike">
                <a:solidFill>
                  <a:schemeClr val="dk1"/>
                </a:solidFill>
                <a:latin typeface="Space Grotesk Medium"/>
                <a:ea typeface="Space Grotesk Medium"/>
                <a:cs typeface="Space Grotesk Medium"/>
                <a:sym typeface="Space Grotesk Medium"/>
              </a:defRPr>
            </a:lvl1pPr>
            <a:lvl2pPr lvl="1" marR="0" algn="l">
              <a:lnSpc>
                <a:spcPct val="100000"/>
              </a:lnSpc>
              <a:spcBef>
                <a:spcPts val="0"/>
              </a:spcBef>
              <a:spcAft>
                <a:spcPts val="0"/>
              </a:spcAft>
              <a:buClr>
                <a:schemeClr val="dk1"/>
              </a:buClr>
              <a:buSzPts val="2400"/>
              <a:buFont typeface="Inter SemiBold"/>
              <a:buNone/>
              <a:defRPr b="0" i="0" sz="2400" u="none" cap="none" strike="noStrike">
                <a:solidFill>
                  <a:schemeClr val="dk1"/>
                </a:solidFill>
                <a:latin typeface="Inter SemiBold"/>
                <a:ea typeface="Inter SemiBold"/>
                <a:cs typeface="Inter SemiBold"/>
                <a:sym typeface="Inter SemiBold"/>
              </a:defRPr>
            </a:lvl2pPr>
            <a:lvl3pPr lvl="2" marR="0" algn="l">
              <a:lnSpc>
                <a:spcPct val="100000"/>
              </a:lnSpc>
              <a:spcBef>
                <a:spcPts val="0"/>
              </a:spcBef>
              <a:spcAft>
                <a:spcPts val="0"/>
              </a:spcAft>
              <a:buClr>
                <a:schemeClr val="dk1"/>
              </a:buClr>
              <a:buSzPts val="2400"/>
              <a:buFont typeface="Inter SemiBold"/>
              <a:buNone/>
              <a:defRPr b="0" i="0" sz="2400" u="none" cap="none" strike="noStrike">
                <a:solidFill>
                  <a:schemeClr val="dk1"/>
                </a:solidFill>
                <a:latin typeface="Inter SemiBold"/>
                <a:ea typeface="Inter SemiBold"/>
                <a:cs typeface="Inter SemiBold"/>
                <a:sym typeface="Inter SemiBold"/>
              </a:defRPr>
            </a:lvl3pPr>
            <a:lvl4pPr lvl="3" marR="0" algn="l">
              <a:lnSpc>
                <a:spcPct val="100000"/>
              </a:lnSpc>
              <a:spcBef>
                <a:spcPts val="0"/>
              </a:spcBef>
              <a:spcAft>
                <a:spcPts val="0"/>
              </a:spcAft>
              <a:buClr>
                <a:schemeClr val="dk1"/>
              </a:buClr>
              <a:buSzPts val="2400"/>
              <a:buFont typeface="Inter SemiBold"/>
              <a:buNone/>
              <a:defRPr b="0" i="0" sz="2400" u="none" cap="none" strike="noStrike">
                <a:solidFill>
                  <a:schemeClr val="dk1"/>
                </a:solidFill>
                <a:latin typeface="Inter SemiBold"/>
                <a:ea typeface="Inter SemiBold"/>
                <a:cs typeface="Inter SemiBold"/>
                <a:sym typeface="Inter SemiBold"/>
              </a:defRPr>
            </a:lvl4pPr>
            <a:lvl5pPr lvl="4" marR="0" algn="l">
              <a:lnSpc>
                <a:spcPct val="100000"/>
              </a:lnSpc>
              <a:spcBef>
                <a:spcPts val="0"/>
              </a:spcBef>
              <a:spcAft>
                <a:spcPts val="0"/>
              </a:spcAft>
              <a:buClr>
                <a:schemeClr val="dk1"/>
              </a:buClr>
              <a:buSzPts val="2400"/>
              <a:buFont typeface="Inter SemiBold"/>
              <a:buNone/>
              <a:defRPr b="0" i="0" sz="2400" u="none" cap="none" strike="noStrike">
                <a:solidFill>
                  <a:schemeClr val="dk1"/>
                </a:solidFill>
                <a:latin typeface="Inter SemiBold"/>
                <a:ea typeface="Inter SemiBold"/>
                <a:cs typeface="Inter SemiBold"/>
                <a:sym typeface="Inter SemiBold"/>
              </a:defRPr>
            </a:lvl5pPr>
            <a:lvl6pPr lvl="5" marR="0" algn="l">
              <a:lnSpc>
                <a:spcPct val="100000"/>
              </a:lnSpc>
              <a:spcBef>
                <a:spcPts val="0"/>
              </a:spcBef>
              <a:spcAft>
                <a:spcPts val="0"/>
              </a:spcAft>
              <a:buClr>
                <a:schemeClr val="dk1"/>
              </a:buClr>
              <a:buSzPts val="2400"/>
              <a:buFont typeface="Inter SemiBold"/>
              <a:buNone/>
              <a:defRPr b="0" i="0" sz="2400" u="none" cap="none" strike="noStrike">
                <a:solidFill>
                  <a:schemeClr val="dk1"/>
                </a:solidFill>
                <a:latin typeface="Inter SemiBold"/>
                <a:ea typeface="Inter SemiBold"/>
                <a:cs typeface="Inter SemiBold"/>
                <a:sym typeface="Inter SemiBold"/>
              </a:defRPr>
            </a:lvl6pPr>
            <a:lvl7pPr lvl="6" marR="0" algn="l">
              <a:lnSpc>
                <a:spcPct val="100000"/>
              </a:lnSpc>
              <a:spcBef>
                <a:spcPts val="0"/>
              </a:spcBef>
              <a:spcAft>
                <a:spcPts val="0"/>
              </a:spcAft>
              <a:buClr>
                <a:schemeClr val="dk1"/>
              </a:buClr>
              <a:buSzPts val="2400"/>
              <a:buFont typeface="Inter SemiBold"/>
              <a:buNone/>
              <a:defRPr b="0" i="0" sz="2400" u="none" cap="none" strike="noStrike">
                <a:solidFill>
                  <a:schemeClr val="dk1"/>
                </a:solidFill>
                <a:latin typeface="Inter SemiBold"/>
                <a:ea typeface="Inter SemiBold"/>
                <a:cs typeface="Inter SemiBold"/>
                <a:sym typeface="Inter SemiBold"/>
              </a:defRPr>
            </a:lvl7pPr>
            <a:lvl8pPr lvl="7" marR="0" algn="l">
              <a:lnSpc>
                <a:spcPct val="100000"/>
              </a:lnSpc>
              <a:spcBef>
                <a:spcPts val="0"/>
              </a:spcBef>
              <a:spcAft>
                <a:spcPts val="0"/>
              </a:spcAft>
              <a:buClr>
                <a:schemeClr val="dk1"/>
              </a:buClr>
              <a:buSzPts val="2400"/>
              <a:buFont typeface="Inter SemiBold"/>
              <a:buNone/>
              <a:defRPr b="0" i="0" sz="2400" u="none" cap="none" strike="noStrike">
                <a:solidFill>
                  <a:schemeClr val="dk1"/>
                </a:solidFill>
                <a:latin typeface="Inter SemiBold"/>
                <a:ea typeface="Inter SemiBold"/>
                <a:cs typeface="Inter SemiBold"/>
                <a:sym typeface="Inter SemiBold"/>
              </a:defRPr>
            </a:lvl8pPr>
            <a:lvl9pPr lvl="8" marR="0" algn="l">
              <a:lnSpc>
                <a:spcPct val="100000"/>
              </a:lnSpc>
              <a:spcBef>
                <a:spcPts val="0"/>
              </a:spcBef>
              <a:spcAft>
                <a:spcPts val="0"/>
              </a:spcAft>
              <a:buClr>
                <a:schemeClr val="dk1"/>
              </a:buClr>
              <a:buSzPts val="2400"/>
              <a:buFont typeface="Inter SemiBold"/>
              <a:buNone/>
              <a:defRPr b="0" i="0" sz="2400" u="none" cap="none" strike="noStrike">
                <a:solidFill>
                  <a:schemeClr val="dk1"/>
                </a:solidFill>
                <a:latin typeface="Inter SemiBold"/>
                <a:ea typeface="Inter SemiBold"/>
                <a:cs typeface="Inter SemiBold"/>
                <a:sym typeface="Inter SemiBold"/>
              </a:defRPr>
            </a:lvl9pPr>
          </a:lstStyle>
          <a:p/>
        </p:txBody>
      </p:sp>
      <p:sp>
        <p:nvSpPr>
          <p:cNvPr id="479" name="Google Shape;479;p69"/>
          <p:cNvSpPr txBox="1"/>
          <p:nvPr>
            <p:ph idx="1" type="body"/>
          </p:nvPr>
        </p:nvSpPr>
        <p:spPr>
          <a:xfrm>
            <a:off x="311700" y="1152475"/>
            <a:ext cx="8520600" cy="3416400"/>
          </a:xfrm>
          <a:prstGeom prst="rect">
            <a:avLst/>
          </a:prstGeom>
          <a:noFill/>
          <a:ln>
            <a:noFill/>
          </a:ln>
        </p:spPr>
        <p:txBody>
          <a:bodyPr anchorCtr="0" anchor="t" bIns="0" lIns="0" spcFirstLastPara="1" rIns="0" wrap="square" tIns="0">
            <a:noAutofit/>
          </a:bodyPr>
          <a:lstStyle>
            <a:lvl1pPr indent="-304800" lvl="0" marL="457200" marR="0" algn="l">
              <a:lnSpc>
                <a:spcPct val="115000"/>
              </a:lnSpc>
              <a:spcBef>
                <a:spcPts val="0"/>
              </a:spcBef>
              <a:spcAft>
                <a:spcPts val="0"/>
              </a:spcAft>
              <a:buClr>
                <a:schemeClr val="dk1"/>
              </a:buClr>
              <a:buSzPts val="1200"/>
              <a:buFont typeface="Space Grotesk"/>
              <a:buChar char="●"/>
              <a:defRPr b="0" i="0" sz="1200" u="none" cap="none" strike="noStrike">
                <a:solidFill>
                  <a:schemeClr val="dk1"/>
                </a:solidFill>
                <a:latin typeface="Space Grotesk"/>
                <a:ea typeface="Space Grotesk"/>
                <a:cs typeface="Space Grotesk"/>
                <a:sym typeface="Space Grotesk"/>
              </a:defRPr>
            </a:lvl1pPr>
            <a:lvl2pPr indent="-304800" lvl="1" marL="914400" marR="0" algn="l">
              <a:lnSpc>
                <a:spcPct val="115000"/>
              </a:lnSpc>
              <a:spcBef>
                <a:spcPts val="0"/>
              </a:spcBef>
              <a:spcAft>
                <a:spcPts val="0"/>
              </a:spcAft>
              <a:buClr>
                <a:schemeClr val="dk1"/>
              </a:buClr>
              <a:buSzPts val="1200"/>
              <a:buFont typeface="Space Grotesk"/>
              <a:buChar char="○"/>
              <a:defRPr b="0" i="0" sz="1200" u="none" cap="none" strike="noStrike">
                <a:solidFill>
                  <a:schemeClr val="dk1"/>
                </a:solidFill>
                <a:latin typeface="Space Grotesk"/>
                <a:ea typeface="Space Grotesk"/>
                <a:cs typeface="Space Grotesk"/>
                <a:sym typeface="Space Grotesk"/>
              </a:defRPr>
            </a:lvl2pPr>
            <a:lvl3pPr indent="-304800" lvl="2" marL="1371600" marR="0" algn="l">
              <a:lnSpc>
                <a:spcPct val="115000"/>
              </a:lnSpc>
              <a:spcBef>
                <a:spcPts val="0"/>
              </a:spcBef>
              <a:spcAft>
                <a:spcPts val="0"/>
              </a:spcAft>
              <a:buClr>
                <a:schemeClr val="dk1"/>
              </a:buClr>
              <a:buSzPts val="1200"/>
              <a:buFont typeface="Space Grotesk"/>
              <a:buChar char="■"/>
              <a:defRPr b="0" i="0" sz="1200" u="none" cap="none" strike="noStrike">
                <a:solidFill>
                  <a:schemeClr val="dk1"/>
                </a:solidFill>
                <a:latin typeface="Space Grotesk"/>
                <a:ea typeface="Space Grotesk"/>
                <a:cs typeface="Space Grotesk"/>
                <a:sym typeface="Space Grotesk"/>
              </a:defRPr>
            </a:lvl3pPr>
            <a:lvl4pPr indent="-304800" lvl="3" marL="1828800" marR="0" algn="l">
              <a:lnSpc>
                <a:spcPct val="115000"/>
              </a:lnSpc>
              <a:spcBef>
                <a:spcPts val="0"/>
              </a:spcBef>
              <a:spcAft>
                <a:spcPts val="0"/>
              </a:spcAft>
              <a:buClr>
                <a:schemeClr val="dk1"/>
              </a:buClr>
              <a:buSzPts val="1200"/>
              <a:buFont typeface="Space Grotesk"/>
              <a:buChar char="●"/>
              <a:defRPr b="0" i="0" sz="1200" u="none" cap="none" strike="noStrike">
                <a:solidFill>
                  <a:schemeClr val="dk1"/>
                </a:solidFill>
                <a:latin typeface="Space Grotesk"/>
                <a:ea typeface="Space Grotesk"/>
                <a:cs typeface="Space Grotesk"/>
                <a:sym typeface="Space Grotesk"/>
              </a:defRPr>
            </a:lvl4pPr>
            <a:lvl5pPr indent="-304800" lvl="4" marL="2286000" marR="0" algn="l">
              <a:lnSpc>
                <a:spcPct val="115000"/>
              </a:lnSpc>
              <a:spcBef>
                <a:spcPts val="0"/>
              </a:spcBef>
              <a:spcAft>
                <a:spcPts val="0"/>
              </a:spcAft>
              <a:buClr>
                <a:schemeClr val="dk1"/>
              </a:buClr>
              <a:buSzPts val="1200"/>
              <a:buFont typeface="Space Grotesk"/>
              <a:buChar char="○"/>
              <a:defRPr b="0" i="0" sz="1200" u="none" cap="none" strike="noStrike">
                <a:solidFill>
                  <a:schemeClr val="dk1"/>
                </a:solidFill>
                <a:latin typeface="Space Grotesk"/>
                <a:ea typeface="Space Grotesk"/>
                <a:cs typeface="Space Grotesk"/>
                <a:sym typeface="Space Grotesk"/>
              </a:defRPr>
            </a:lvl5pPr>
            <a:lvl6pPr indent="-304800" lvl="5" marL="2743200" marR="0" algn="l">
              <a:lnSpc>
                <a:spcPct val="115000"/>
              </a:lnSpc>
              <a:spcBef>
                <a:spcPts val="0"/>
              </a:spcBef>
              <a:spcAft>
                <a:spcPts val="0"/>
              </a:spcAft>
              <a:buClr>
                <a:schemeClr val="dk1"/>
              </a:buClr>
              <a:buSzPts val="1200"/>
              <a:buFont typeface="Space Grotesk"/>
              <a:buChar char="■"/>
              <a:defRPr b="0" i="0" sz="1200" u="none" cap="none" strike="noStrike">
                <a:solidFill>
                  <a:schemeClr val="dk1"/>
                </a:solidFill>
                <a:latin typeface="Space Grotesk"/>
                <a:ea typeface="Space Grotesk"/>
                <a:cs typeface="Space Grotesk"/>
                <a:sym typeface="Space Grotesk"/>
              </a:defRPr>
            </a:lvl6pPr>
            <a:lvl7pPr indent="-304800" lvl="6" marL="3200400" marR="0" algn="l">
              <a:lnSpc>
                <a:spcPct val="115000"/>
              </a:lnSpc>
              <a:spcBef>
                <a:spcPts val="0"/>
              </a:spcBef>
              <a:spcAft>
                <a:spcPts val="0"/>
              </a:spcAft>
              <a:buClr>
                <a:schemeClr val="dk1"/>
              </a:buClr>
              <a:buSzPts val="1200"/>
              <a:buFont typeface="Space Grotesk"/>
              <a:buChar char="●"/>
              <a:defRPr b="0" i="0" sz="1200" u="none" cap="none" strike="noStrike">
                <a:solidFill>
                  <a:schemeClr val="dk1"/>
                </a:solidFill>
                <a:latin typeface="Space Grotesk"/>
                <a:ea typeface="Space Grotesk"/>
                <a:cs typeface="Space Grotesk"/>
                <a:sym typeface="Space Grotesk"/>
              </a:defRPr>
            </a:lvl7pPr>
            <a:lvl8pPr indent="-304800" lvl="7" marL="3657600" marR="0" algn="l">
              <a:lnSpc>
                <a:spcPct val="115000"/>
              </a:lnSpc>
              <a:spcBef>
                <a:spcPts val="0"/>
              </a:spcBef>
              <a:spcAft>
                <a:spcPts val="0"/>
              </a:spcAft>
              <a:buClr>
                <a:schemeClr val="dk1"/>
              </a:buClr>
              <a:buSzPts val="1200"/>
              <a:buFont typeface="Space Grotesk"/>
              <a:buChar char="○"/>
              <a:defRPr b="0" i="0" sz="1200" u="none" cap="none" strike="noStrike">
                <a:solidFill>
                  <a:schemeClr val="dk1"/>
                </a:solidFill>
                <a:latin typeface="Space Grotesk"/>
                <a:ea typeface="Space Grotesk"/>
                <a:cs typeface="Space Grotesk"/>
                <a:sym typeface="Space Grotesk"/>
              </a:defRPr>
            </a:lvl8pPr>
            <a:lvl9pPr indent="-304800" lvl="8" marL="4114800" marR="0" algn="l">
              <a:lnSpc>
                <a:spcPct val="115000"/>
              </a:lnSpc>
              <a:spcBef>
                <a:spcPts val="0"/>
              </a:spcBef>
              <a:spcAft>
                <a:spcPts val="0"/>
              </a:spcAft>
              <a:buClr>
                <a:schemeClr val="dk1"/>
              </a:buClr>
              <a:buSzPts val="1200"/>
              <a:buFont typeface="Space Grotesk"/>
              <a:buChar char="■"/>
              <a:defRPr b="0" i="0" sz="1200" u="none" cap="none" strike="noStrike">
                <a:solidFill>
                  <a:schemeClr val="dk1"/>
                </a:solidFill>
                <a:latin typeface="Space Grotesk"/>
                <a:ea typeface="Space Grotesk"/>
                <a:cs typeface="Space Grotesk"/>
                <a:sym typeface="Space Grotesk"/>
              </a:defRPr>
            </a:lvl9pPr>
          </a:lstStyle>
          <a:p/>
        </p:txBody>
      </p:sp>
    </p:spTree>
  </p:cSld>
  <p:clrMap accent1="accent1" accent2="accent2" accent3="accent3" accent4="accent4" accent5="accent5" accent6="accent6" bg1="lt1" bg2="dk2" tx1="dk1" tx2="lt2" folHlink="folHlink" hlink="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36" r:id="rId23"/>
    <p:sldLayoutId id="2147483737" r:id="rId24"/>
    <p:sldLayoutId id="2147483738" r:id="rId25"/>
    <p:sldLayoutId id="2147483739" r:id="rId26"/>
    <p:sldLayoutId id="2147483740" r:id="rId27"/>
    <p:sldLayoutId id="2147483741" r:id="rId28"/>
    <p:sldLayoutId id="2147483742" r:id="rId29"/>
    <p:sldLayoutId id="2147483743" r:id="rId30"/>
    <p:sldLayoutId id="2147483744" r:id="rId31"/>
    <p:sldLayoutId id="2147483745" r:id="rId32"/>
    <p:sldLayoutId id="2147483746" r:id="rId33"/>
    <p:sldLayoutId id="2147483747" r:id="rId34"/>
    <p:sldLayoutId id="2147483748" r:id="rId35"/>
    <p:sldLayoutId id="2147483749" r:id="rId36"/>
    <p:sldLayoutId id="2147483750" r:id="rId37"/>
    <p:sldLayoutId id="2147483751" r:id="rId38"/>
    <p:sldLayoutId id="2147483752" r:id="rId39"/>
    <p:sldLayoutId id="2147483753" r:id="rId40"/>
    <p:sldLayoutId id="2147483754" r:id="rId41"/>
    <p:sldLayoutId id="2147483755" r:id="rId42"/>
    <p:sldLayoutId id="2147483756" r:id="rId43"/>
    <p:sldLayoutId id="2147483757" r:id="rId44"/>
    <p:sldLayoutId id="2147483758" r:id="rId45"/>
    <p:sldLayoutId id="2147483759" r:id="rId46"/>
    <p:sldLayoutId id="2147483760" r:id="rId4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17">
          <p15:clr>
            <a:srgbClr val="E46962"/>
          </p15:clr>
        </p15:guide>
        <p15:guide id="2" pos="2880">
          <p15:clr>
            <a:srgbClr val="E46962"/>
          </p15:clr>
        </p15:guide>
        <p15:guide id="3" orient="horz" pos="471">
          <p15:clr>
            <a:srgbClr val="E46962"/>
          </p15:clr>
        </p15:guide>
        <p15:guide id="4" pos="184">
          <p15:clr>
            <a:srgbClr val="E46962"/>
          </p15:clr>
        </p15:guide>
        <p15:guide id="5" pos="5564">
          <p15:clr>
            <a:srgbClr val="E46962"/>
          </p15:clr>
        </p15:guide>
        <p15:guide id="6" orient="horz" pos="3156">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xml"/><Relationship Id="rId3" Type="http://schemas.openxmlformats.org/officeDocument/2006/relationships/hyperlink" Target="https://docs.google.com/document/d/1C9SKpI_fvguwtmFjC_bQ1C7udpt0sxYzqHpipv3AnyE/edit?usp=sharing" TargetMode="External"/><Relationship Id="rId4" Type="http://schemas.openxmlformats.org/officeDocument/2006/relationships/hyperlink" Target="https://docs.google.com/document/d/1C9SKpI_fvguwtmFjC_bQ1C7udpt0sxYzqHpipv3AnyE/edit?usp=shar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9.xml"/><Relationship Id="rId3" Type="http://schemas.openxmlformats.org/officeDocument/2006/relationships/image" Target="../media/image3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13.xml"/><Relationship Id="rId3" Type="http://schemas.openxmlformats.org/officeDocument/2006/relationships/image" Target="../media/image4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17.xml"/><Relationship Id="rId3"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18.xml"/><Relationship Id="rId3" Type="http://schemas.openxmlformats.org/officeDocument/2006/relationships/image" Target="../media/image3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117"/>
          <p:cNvSpPr txBox="1"/>
          <p:nvPr>
            <p:ph type="ctrTitle"/>
          </p:nvPr>
        </p:nvSpPr>
        <p:spPr>
          <a:xfrm>
            <a:off x="357250" y="2705725"/>
            <a:ext cx="4665600" cy="792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Steve Jenner</a:t>
            </a:r>
            <a:endParaRPr/>
          </a:p>
          <a:p>
            <a:pPr indent="0" lvl="0" marL="0" rtl="0" algn="l">
              <a:spcBef>
                <a:spcPts val="0"/>
              </a:spcBef>
              <a:spcAft>
                <a:spcPts val="0"/>
              </a:spcAft>
              <a:buNone/>
            </a:pPr>
            <a:r>
              <a:rPr lang="en"/>
              <a:t>Q1</a:t>
            </a:r>
            <a:r>
              <a:rPr lang="en"/>
              <a:t> - </a:t>
            </a:r>
            <a:r>
              <a:rPr lang="en"/>
              <a:t>FY27</a:t>
            </a:r>
            <a:r>
              <a:rPr lang="en"/>
              <a:t> Business Review</a:t>
            </a:r>
            <a:endParaRPr/>
          </a:p>
        </p:txBody>
      </p:sp>
      <p:sp>
        <p:nvSpPr>
          <p:cNvPr id="864" name="Google Shape;864;p117"/>
          <p:cNvSpPr txBox="1"/>
          <p:nvPr>
            <p:ph idx="2" type="title"/>
          </p:nvPr>
        </p:nvSpPr>
        <p:spPr>
          <a:xfrm>
            <a:off x="322550" y="1955500"/>
            <a:ext cx="6329100" cy="849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Professional Services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118"/>
          <p:cNvSpPr txBox="1"/>
          <p:nvPr>
            <p:ph type="ctrTitle"/>
          </p:nvPr>
        </p:nvSpPr>
        <p:spPr>
          <a:xfrm>
            <a:off x="292225" y="1629325"/>
            <a:ext cx="7791000" cy="12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Leadership Challenge Prompt</a:t>
            </a:r>
            <a:endParaRPr/>
          </a:p>
        </p:txBody>
      </p:sp>
      <p:sp>
        <p:nvSpPr>
          <p:cNvPr id="870" name="Google Shape;870;p118"/>
          <p:cNvSpPr txBox="1"/>
          <p:nvPr>
            <p:ph idx="1" type="subTitle"/>
          </p:nvPr>
        </p:nvSpPr>
        <p:spPr>
          <a:xfrm>
            <a:off x="311700" y="3063196"/>
            <a:ext cx="7791000" cy="792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To be reviewed in live sessions in early June.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119"/>
          <p:cNvSpPr txBox="1"/>
          <p:nvPr>
            <p:ph type="title"/>
          </p:nvPr>
        </p:nvSpPr>
        <p:spPr>
          <a:xfrm>
            <a:off x="298725" y="116500"/>
            <a:ext cx="8349900" cy="4053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Leadership Presentation Guide</a:t>
            </a:r>
            <a:endParaRPr/>
          </a:p>
          <a:p>
            <a:pPr indent="0" lvl="0" marL="0" rtl="0" algn="l">
              <a:spcBef>
                <a:spcPts val="0"/>
              </a:spcBef>
              <a:spcAft>
                <a:spcPts val="0"/>
              </a:spcAft>
              <a:buNone/>
            </a:pPr>
            <a:r>
              <a:t/>
            </a:r>
            <a:endParaRPr/>
          </a:p>
        </p:txBody>
      </p:sp>
      <p:sp>
        <p:nvSpPr>
          <p:cNvPr id="876" name="Google Shape;876;p119"/>
          <p:cNvSpPr/>
          <p:nvPr/>
        </p:nvSpPr>
        <p:spPr>
          <a:xfrm>
            <a:off x="298725" y="539962"/>
            <a:ext cx="1828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5A30"/>
              </a:buClr>
              <a:buSzPts val="900"/>
              <a:buFont typeface="Calibri"/>
              <a:buNone/>
            </a:pPr>
            <a:r>
              <a:rPr i="0" lang="en" sz="900" u="none" cap="none" strike="noStrike">
                <a:solidFill>
                  <a:schemeClr val="accent1"/>
                </a:solidFill>
                <a:latin typeface="Space Grotesk SemiBold"/>
                <a:ea typeface="Space Grotesk SemiBold"/>
                <a:cs typeface="Space Grotesk SemiBold"/>
                <a:sym typeface="Space Grotesk SemiBold"/>
              </a:rPr>
              <a:t>PURPOSE</a:t>
            </a:r>
            <a:endParaRPr i="0" sz="900" u="none" cap="none" strike="noStrike">
              <a:solidFill>
                <a:schemeClr val="accent1"/>
              </a:solidFill>
              <a:latin typeface="Space Grotesk SemiBold"/>
              <a:ea typeface="Space Grotesk SemiBold"/>
              <a:cs typeface="Space Grotesk SemiBold"/>
              <a:sym typeface="Space Grotesk SemiBold"/>
            </a:endParaRPr>
          </a:p>
        </p:txBody>
      </p:sp>
      <p:sp>
        <p:nvSpPr>
          <p:cNvPr id="877" name="Google Shape;877;p119"/>
          <p:cNvSpPr/>
          <p:nvPr/>
        </p:nvSpPr>
        <p:spPr>
          <a:xfrm>
            <a:off x="334675" y="806633"/>
            <a:ext cx="9600" cy="611400"/>
          </a:xfrm>
          <a:prstGeom prst="rect">
            <a:avLst/>
          </a:prstGeom>
          <a:solidFill>
            <a:srgbClr val="D85A30"/>
          </a:solidFill>
          <a:ln cap="flat" cmpd="sng" w="12700">
            <a:solidFill>
              <a:srgbClr val="D85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19"/>
          <p:cNvSpPr/>
          <p:nvPr/>
        </p:nvSpPr>
        <p:spPr>
          <a:xfrm>
            <a:off x="391775" y="806630"/>
            <a:ext cx="8046600" cy="611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1300"/>
              <a:buFont typeface="Calibri"/>
              <a:buNone/>
            </a:pPr>
            <a:r>
              <a:rPr i="0" lang="en" sz="1100" u="none" cap="none" strike="noStrike">
                <a:solidFill>
                  <a:srgbClr val="4A4A4A"/>
                </a:solidFill>
                <a:latin typeface="Space Grotesk"/>
                <a:ea typeface="Space Grotesk"/>
                <a:cs typeface="Space Grotesk"/>
                <a:sym typeface="Space Grotesk"/>
              </a:rPr>
              <a:t>Each leader must bring data, a clear point of view, and readiness for honest dialogue. Leadership walks away with clarity on impact, what's working and what isn't, and the investments or actions needed to move the business forward.</a:t>
            </a:r>
            <a:endParaRPr i="0" sz="1100" u="none" cap="none" strike="noStrike">
              <a:solidFill>
                <a:schemeClr val="dk1"/>
              </a:solidFill>
              <a:latin typeface="Space Grotesk"/>
              <a:ea typeface="Space Grotesk"/>
              <a:cs typeface="Space Grotesk"/>
              <a:sym typeface="Space Grotesk"/>
            </a:endParaRPr>
          </a:p>
        </p:txBody>
      </p:sp>
      <p:sp>
        <p:nvSpPr>
          <p:cNvPr id="879" name="Google Shape;879;p119"/>
          <p:cNvSpPr/>
          <p:nvPr/>
        </p:nvSpPr>
        <p:spPr>
          <a:xfrm>
            <a:off x="228975" y="1549850"/>
            <a:ext cx="29013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85A30"/>
              </a:buClr>
              <a:buSzPts val="900"/>
              <a:buFont typeface="Calibri"/>
              <a:buNone/>
            </a:pPr>
            <a:r>
              <a:rPr lang="en" sz="900">
                <a:solidFill>
                  <a:schemeClr val="accent1"/>
                </a:solidFill>
                <a:latin typeface="Space Grotesk SemiBold"/>
                <a:ea typeface="Space Grotesk SemiBold"/>
                <a:cs typeface="Space Grotesk SemiBold"/>
                <a:sym typeface="Space Grotesk SemiBold"/>
              </a:rPr>
              <a:t>SESSION CONSTRAINTS</a:t>
            </a:r>
            <a:endParaRPr sz="900">
              <a:solidFill>
                <a:schemeClr val="accent1"/>
              </a:solidFill>
              <a:latin typeface="Space Grotesk SemiBold"/>
              <a:ea typeface="Space Grotesk SemiBold"/>
              <a:cs typeface="Space Grotesk SemiBold"/>
              <a:sym typeface="Space Grotesk SemiBold"/>
            </a:endParaRPr>
          </a:p>
        </p:txBody>
      </p:sp>
      <p:sp>
        <p:nvSpPr>
          <p:cNvPr id="880" name="Google Shape;880;p119"/>
          <p:cNvSpPr/>
          <p:nvPr/>
        </p:nvSpPr>
        <p:spPr>
          <a:xfrm>
            <a:off x="261422" y="1771188"/>
            <a:ext cx="4158900" cy="868800"/>
          </a:xfrm>
          <a:prstGeom prst="rect">
            <a:avLst/>
          </a:prstGeom>
          <a:solidFill>
            <a:srgbClr val="FFFFFF"/>
          </a:solidFill>
          <a:ln cap="flat" cmpd="sng" w="12700">
            <a:solidFill>
              <a:srgbClr val="E8E4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19"/>
          <p:cNvSpPr/>
          <p:nvPr/>
        </p:nvSpPr>
        <p:spPr>
          <a:xfrm>
            <a:off x="358134" y="1552148"/>
            <a:ext cx="38688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5A30"/>
              </a:buClr>
              <a:buSzPts val="5200"/>
              <a:buFont typeface="Georgia"/>
              <a:buNone/>
            </a:pPr>
            <a:r>
              <a:rPr b="1" i="0" lang="en" sz="3000" u="none" cap="none" strike="noStrike">
                <a:solidFill>
                  <a:schemeClr val="accent1"/>
                </a:solidFill>
                <a:latin typeface="Georgia"/>
                <a:ea typeface="Georgia"/>
                <a:cs typeface="Georgia"/>
                <a:sym typeface="Georgia"/>
              </a:rPr>
              <a:t>2</a:t>
            </a:r>
            <a:endParaRPr b="0" i="0" sz="3000" u="none" cap="none" strike="noStrike">
              <a:solidFill>
                <a:schemeClr val="accent1"/>
              </a:solidFill>
              <a:latin typeface="Calibri"/>
              <a:ea typeface="Calibri"/>
              <a:cs typeface="Calibri"/>
              <a:sym typeface="Calibri"/>
            </a:endParaRPr>
          </a:p>
        </p:txBody>
      </p:sp>
      <p:sp>
        <p:nvSpPr>
          <p:cNvPr id="882" name="Google Shape;882;p119"/>
          <p:cNvSpPr/>
          <p:nvPr/>
        </p:nvSpPr>
        <p:spPr>
          <a:xfrm>
            <a:off x="358134" y="2128220"/>
            <a:ext cx="3868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300"/>
              <a:buFont typeface="Calibri"/>
              <a:buNone/>
            </a:pPr>
            <a:r>
              <a:rPr i="0" lang="en" sz="1100" u="none" cap="none" strike="noStrike">
                <a:solidFill>
                  <a:srgbClr val="1A1A1A"/>
                </a:solidFill>
                <a:latin typeface="Space Grotesk Medium"/>
                <a:ea typeface="Space Grotesk Medium"/>
                <a:cs typeface="Space Grotesk Medium"/>
                <a:sym typeface="Space Grotesk Medium"/>
              </a:rPr>
              <a:t>One-hour sessions</a:t>
            </a:r>
            <a:endParaRPr i="0" sz="1100" u="none" cap="none" strike="noStrike">
              <a:solidFill>
                <a:schemeClr val="dk1"/>
              </a:solidFill>
              <a:latin typeface="Space Grotesk Medium"/>
              <a:ea typeface="Space Grotesk Medium"/>
              <a:cs typeface="Space Grotesk Medium"/>
              <a:sym typeface="Space Grotesk Medium"/>
            </a:endParaRPr>
          </a:p>
        </p:txBody>
      </p:sp>
      <p:sp>
        <p:nvSpPr>
          <p:cNvPr id="883" name="Google Shape;883;p119"/>
          <p:cNvSpPr/>
          <p:nvPr/>
        </p:nvSpPr>
        <p:spPr>
          <a:xfrm>
            <a:off x="358134" y="2365964"/>
            <a:ext cx="37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1000"/>
              <a:buFont typeface="Calibri"/>
              <a:buNone/>
            </a:pPr>
            <a:r>
              <a:rPr i="0" lang="en" sz="900" u="none" cap="none" strike="noStrike">
                <a:solidFill>
                  <a:srgbClr val="888888"/>
                </a:solidFill>
                <a:latin typeface="Space Grotesk"/>
                <a:ea typeface="Space Grotesk"/>
                <a:cs typeface="Space Grotesk"/>
                <a:sym typeface="Space Grotesk"/>
              </a:rPr>
              <a:t>QBR is split across two sessions. Every minute is allocated.</a:t>
            </a:r>
            <a:endParaRPr i="0" sz="900" u="none" cap="none" strike="noStrike">
              <a:solidFill>
                <a:schemeClr val="dk1"/>
              </a:solidFill>
              <a:latin typeface="Space Grotesk"/>
              <a:ea typeface="Space Grotesk"/>
              <a:cs typeface="Space Grotesk"/>
              <a:sym typeface="Space Grotesk"/>
            </a:endParaRPr>
          </a:p>
        </p:txBody>
      </p:sp>
      <p:sp>
        <p:nvSpPr>
          <p:cNvPr id="884" name="Google Shape;884;p119"/>
          <p:cNvSpPr/>
          <p:nvPr/>
        </p:nvSpPr>
        <p:spPr>
          <a:xfrm>
            <a:off x="4733450" y="1771190"/>
            <a:ext cx="4140300" cy="868800"/>
          </a:xfrm>
          <a:prstGeom prst="rect">
            <a:avLst/>
          </a:prstGeom>
          <a:solidFill>
            <a:srgbClr val="FFFFFF"/>
          </a:solidFill>
          <a:ln cap="flat" cmpd="sng" w="12700">
            <a:solidFill>
              <a:srgbClr val="E8E4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19"/>
          <p:cNvSpPr/>
          <p:nvPr/>
        </p:nvSpPr>
        <p:spPr>
          <a:xfrm>
            <a:off x="4829747" y="1552150"/>
            <a:ext cx="38517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5A30"/>
              </a:buClr>
              <a:buSzPts val="5200"/>
              <a:buFont typeface="Georgia"/>
              <a:buNone/>
            </a:pPr>
            <a:r>
              <a:rPr b="1" i="0" lang="en" sz="3000" u="none" cap="none" strike="noStrike">
                <a:solidFill>
                  <a:schemeClr val="accent1"/>
                </a:solidFill>
                <a:latin typeface="Georgia"/>
                <a:ea typeface="Georgia"/>
                <a:cs typeface="Georgia"/>
                <a:sym typeface="Georgia"/>
              </a:rPr>
              <a:t>20</a:t>
            </a:r>
            <a:endParaRPr b="0" i="0" sz="3000" u="none" cap="none" strike="noStrike">
              <a:solidFill>
                <a:schemeClr val="accent1"/>
              </a:solidFill>
              <a:latin typeface="Calibri"/>
              <a:ea typeface="Calibri"/>
              <a:cs typeface="Calibri"/>
              <a:sym typeface="Calibri"/>
            </a:endParaRPr>
          </a:p>
        </p:txBody>
      </p:sp>
      <p:sp>
        <p:nvSpPr>
          <p:cNvPr id="886" name="Google Shape;886;p119"/>
          <p:cNvSpPr/>
          <p:nvPr/>
        </p:nvSpPr>
        <p:spPr>
          <a:xfrm>
            <a:off x="4829747" y="2128222"/>
            <a:ext cx="38517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300"/>
              <a:buFont typeface="Calibri"/>
              <a:buNone/>
            </a:pPr>
            <a:r>
              <a:rPr i="0" lang="en" sz="1100" u="none" cap="none" strike="noStrike">
                <a:solidFill>
                  <a:srgbClr val="1A1A1A"/>
                </a:solidFill>
                <a:latin typeface="Space Grotesk Medium"/>
                <a:ea typeface="Space Grotesk Medium"/>
                <a:cs typeface="Space Grotesk Medium"/>
                <a:sym typeface="Space Grotesk Medium"/>
              </a:rPr>
              <a:t>Minutes per leader</a:t>
            </a:r>
            <a:endParaRPr i="0" sz="1100" u="none" cap="none" strike="noStrike">
              <a:solidFill>
                <a:schemeClr val="dk1"/>
              </a:solidFill>
              <a:latin typeface="Space Grotesk Medium"/>
              <a:ea typeface="Space Grotesk Medium"/>
              <a:cs typeface="Space Grotesk Medium"/>
              <a:sym typeface="Space Grotesk Medium"/>
            </a:endParaRPr>
          </a:p>
        </p:txBody>
      </p:sp>
      <p:sp>
        <p:nvSpPr>
          <p:cNvPr id="887" name="Google Shape;887;p119"/>
          <p:cNvSpPr/>
          <p:nvPr/>
        </p:nvSpPr>
        <p:spPr>
          <a:xfrm>
            <a:off x="4829747" y="2365965"/>
            <a:ext cx="3851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1000"/>
              <a:buFont typeface="Calibri"/>
              <a:buNone/>
            </a:pPr>
            <a:r>
              <a:rPr i="0" lang="en" sz="900" u="none" cap="none" strike="noStrike">
                <a:solidFill>
                  <a:srgbClr val="888888"/>
                </a:solidFill>
                <a:latin typeface="Space Grotesk"/>
                <a:ea typeface="Space Grotesk"/>
                <a:cs typeface="Space Grotesk"/>
                <a:sym typeface="Space Grotesk"/>
              </a:rPr>
              <a:t>Hard limit. Preparation and discipline are non-negotiable.</a:t>
            </a:r>
            <a:endParaRPr i="0" sz="900" u="none" cap="none" strike="noStrike">
              <a:solidFill>
                <a:schemeClr val="dk1"/>
              </a:solidFill>
              <a:latin typeface="Space Grotesk"/>
              <a:ea typeface="Space Grotesk"/>
              <a:cs typeface="Space Grotesk"/>
              <a:sym typeface="Space Grotesk"/>
            </a:endParaRPr>
          </a:p>
        </p:txBody>
      </p:sp>
      <p:sp>
        <p:nvSpPr>
          <p:cNvPr id="888" name="Google Shape;888;p119"/>
          <p:cNvSpPr/>
          <p:nvPr/>
        </p:nvSpPr>
        <p:spPr>
          <a:xfrm>
            <a:off x="280052" y="2810433"/>
            <a:ext cx="29013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85A30"/>
              </a:buClr>
              <a:buSzPts val="900"/>
              <a:buFont typeface="Calibri"/>
              <a:buNone/>
            </a:pPr>
            <a:r>
              <a:rPr lang="en" sz="900">
                <a:solidFill>
                  <a:schemeClr val="accent1"/>
                </a:solidFill>
                <a:latin typeface="Space Grotesk SemiBold"/>
                <a:ea typeface="Space Grotesk SemiBold"/>
                <a:cs typeface="Space Grotesk SemiBold"/>
                <a:sym typeface="Space Grotesk SemiBold"/>
              </a:rPr>
              <a:t>SLIDE STRUCTURE</a:t>
            </a:r>
            <a:endParaRPr b="0" i="0" sz="900" u="none" cap="none" strike="noStrike">
              <a:solidFill>
                <a:schemeClr val="accent1"/>
              </a:solidFill>
              <a:latin typeface="Calibri"/>
              <a:ea typeface="Calibri"/>
              <a:cs typeface="Calibri"/>
              <a:sym typeface="Calibri"/>
            </a:endParaRPr>
          </a:p>
        </p:txBody>
      </p:sp>
      <p:sp>
        <p:nvSpPr>
          <p:cNvPr id="889" name="Google Shape;889;p119"/>
          <p:cNvSpPr/>
          <p:nvPr/>
        </p:nvSpPr>
        <p:spPr>
          <a:xfrm>
            <a:off x="280050" y="3051199"/>
            <a:ext cx="4158900" cy="1740000"/>
          </a:xfrm>
          <a:prstGeom prst="rect">
            <a:avLst/>
          </a:prstGeom>
          <a:solidFill>
            <a:srgbClr val="FFFFFF"/>
          </a:solidFill>
          <a:ln cap="flat" cmpd="sng" w="12700">
            <a:solidFill>
              <a:srgbClr val="E8E4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19"/>
          <p:cNvSpPr/>
          <p:nvPr/>
        </p:nvSpPr>
        <p:spPr>
          <a:xfrm>
            <a:off x="425120" y="3206654"/>
            <a:ext cx="1305600" cy="274200"/>
          </a:xfrm>
          <a:prstGeom prst="rect">
            <a:avLst/>
          </a:prstGeom>
          <a:solidFill>
            <a:srgbClr val="FAECE7"/>
          </a:solidFill>
          <a:ln cap="flat" cmpd="sng" w="12700">
            <a:solidFill>
              <a:srgbClr val="FAE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19"/>
          <p:cNvSpPr/>
          <p:nvPr/>
        </p:nvSpPr>
        <p:spPr>
          <a:xfrm>
            <a:off x="425120" y="3206654"/>
            <a:ext cx="1305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C1D"/>
              </a:buClr>
              <a:buSzPts val="900"/>
              <a:buFont typeface="Calibri"/>
              <a:buNone/>
            </a:pPr>
            <a:r>
              <a:rPr b="1" i="0" lang="en" sz="900" u="none" cap="none" strike="noStrike">
                <a:solidFill>
                  <a:schemeClr val="accent1"/>
                </a:solidFill>
                <a:latin typeface="Space Grotesk"/>
                <a:ea typeface="Space Grotesk"/>
                <a:cs typeface="Space Grotesk"/>
                <a:sym typeface="Space Grotesk"/>
              </a:rPr>
              <a:t>2–3 slides max</a:t>
            </a:r>
            <a:endParaRPr b="1" i="0" sz="900" u="none" cap="none" strike="noStrike">
              <a:solidFill>
                <a:schemeClr val="accent1"/>
              </a:solidFill>
              <a:latin typeface="Space Grotesk"/>
              <a:ea typeface="Space Grotesk"/>
              <a:cs typeface="Space Grotesk"/>
              <a:sym typeface="Space Grotesk"/>
            </a:endParaRPr>
          </a:p>
        </p:txBody>
      </p:sp>
      <p:sp>
        <p:nvSpPr>
          <p:cNvPr id="892" name="Google Shape;892;p119"/>
          <p:cNvSpPr/>
          <p:nvPr/>
        </p:nvSpPr>
        <p:spPr>
          <a:xfrm>
            <a:off x="425120" y="3599846"/>
            <a:ext cx="38688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i="0" lang="en" sz="1300" u="none" cap="none" strike="noStrike">
                <a:solidFill>
                  <a:srgbClr val="1A1A1A"/>
                </a:solidFill>
                <a:latin typeface="Space Grotesk SemiBold"/>
                <a:ea typeface="Space Grotesk SemiBold"/>
                <a:cs typeface="Space Grotesk SemiBold"/>
                <a:sym typeface="Space Grotesk SemiBold"/>
              </a:rPr>
              <a:t>Strategic slides</a:t>
            </a:r>
            <a:endParaRPr i="0" sz="1300" u="none" cap="none" strike="noStrike">
              <a:solidFill>
                <a:schemeClr val="dk1"/>
              </a:solidFill>
              <a:latin typeface="Space Grotesk SemiBold"/>
              <a:ea typeface="Space Grotesk SemiBold"/>
              <a:cs typeface="Space Grotesk SemiBold"/>
              <a:sym typeface="Space Grotesk SemiBold"/>
            </a:endParaRPr>
          </a:p>
        </p:txBody>
      </p:sp>
      <p:sp>
        <p:nvSpPr>
          <p:cNvPr id="893" name="Google Shape;893;p119"/>
          <p:cNvSpPr/>
          <p:nvPr/>
        </p:nvSpPr>
        <p:spPr>
          <a:xfrm>
            <a:off x="425120" y="3938174"/>
            <a:ext cx="37716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4A4A"/>
              </a:buClr>
              <a:buSzPts val="1200"/>
              <a:buFont typeface="Calibri"/>
              <a:buNone/>
            </a:pPr>
            <a:r>
              <a:rPr i="0" lang="en" sz="1100" u="none" cap="none" strike="noStrike">
                <a:solidFill>
                  <a:srgbClr val="4A4A4A"/>
                </a:solidFill>
                <a:latin typeface="Space Grotesk"/>
                <a:ea typeface="Space Grotesk"/>
                <a:cs typeface="Space Grotesk"/>
                <a:sym typeface="Space Grotesk"/>
              </a:rPr>
              <a:t>Address your team's central question. Focus on insight, not reporting. This is where your point of view lives.</a:t>
            </a:r>
            <a:endParaRPr i="0" sz="1100" u="none" cap="none" strike="noStrike">
              <a:solidFill>
                <a:schemeClr val="dk1"/>
              </a:solidFill>
              <a:latin typeface="Space Grotesk"/>
              <a:ea typeface="Space Grotesk"/>
              <a:cs typeface="Space Grotesk"/>
              <a:sym typeface="Space Grotesk"/>
            </a:endParaRPr>
          </a:p>
        </p:txBody>
      </p:sp>
      <p:cxnSp>
        <p:nvCxnSpPr>
          <p:cNvPr id="894" name="Google Shape;894;p119"/>
          <p:cNvCxnSpPr/>
          <p:nvPr/>
        </p:nvCxnSpPr>
        <p:spPr>
          <a:xfrm>
            <a:off x="425120" y="4357006"/>
            <a:ext cx="3771600" cy="0"/>
          </a:xfrm>
          <a:prstGeom prst="straightConnector1">
            <a:avLst/>
          </a:prstGeom>
          <a:noFill/>
          <a:ln cap="flat" cmpd="sng" w="12700">
            <a:solidFill>
              <a:srgbClr val="E8E4DF"/>
            </a:solidFill>
            <a:prstDash val="solid"/>
            <a:round/>
            <a:headEnd len="sm" w="sm" type="none"/>
            <a:tailEnd len="sm" w="sm" type="none"/>
          </a:ln>
        </p:spPr>
      </p:cxnSp>
      <p:sp>
        <p:nvSpPr>
          <p:cNvPr id="895" name="Google Shape;895;p119"/>
          <p:cNvSpPr/>
          <p:nvPr/>
        </p:nvSpPr>
        <p:spPr>
          <a:xfrm>
            <a:off x="455070" y="4242503"/>
            <a:ext cx="3771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1100"/>
              <a:buFont typeface="Calibri"/>
              <a:buNone/>
            </a:pPr>
            <a:r>
              <a:t/>
            </a:r>
            <a:endParaRPr i="1" sz="1000">
              <a:solidFill>
                <a:srgbClr val="888888"/>
              </a:solidFill>
              <a:latin typeface="Space Grotesk"/>
              <a:ea typeface="Space Grotesk"/>
              <a:cs typeface="Space Grotesk"/>
              <a:sym typeface="Space Grotesk"/>
            </a:endParaRPr>
          </a:p>
          <a:p>
            <a:pPr indent="0" lvl="0" marL="0" marR="0" rtl="0" algn="l">
              <a:spcBef>
                <a:spcPts val="0"/>
              </a:spcBef>
              <a:spcAft>
                <a:spcPts val="0"/>
              </a:spcAft>
              <a:buClr>
                <a:srgbClr val="888888"/>
              </a:buClr>
              <a:buSzPts val="1100"/>
              <a:buFont typeface="Calibri"/>
              <a:buNone/>
            </a:pPr>
            <a:r>
              <a:rPr i="1" lang="en" sz="1000">
                <a:solidFill>
                  <a:srgbClr val="888888"/>
                </a:solidFill>
                <a:latin typeface="Space Grotesk"/>
                <a:ea typeface="Space Grotesk"/>
                <a:cs typeface="Space Grotesk"/>
                <a:sym typeface="Space Grotesk"/>
              </a:rPr>
              <a:t>I</a:t>
            </a:r>
            <a:r>
              <a:rPr i="1" lang="en" sz="1000" u="none" cap="none" strike="noStrike">
                <a:solidFill>
                  <a:srgbClr val="888888"/>
                </a:solidFill>
                <a:latin typeface="Space Grotesk"/>
                <a:ea typeface="Space Grotesk"/>
                <a:cs typeface="Space Grotesk"/>
                <a:sym typeface="Space Grotesk"/>
              </a:rPr>
              <a:t>nsight over summary.</a:t>
            </a:r>
            <a:endParaRPr i="1" sz="1000" u="none" cap="none" strike="noStrike">
              <a:solidFill>
                <a:srgbClr val="888888"/>
              </a:solidFill>
              <a:latin typeface="Space Grotesk"/>
              <a:ea typeface="Space Grotesk"/>
              <a:cs typeface="Space Grotesk"/>
              <a:sym typeface="Space Grotesk"/>
            </a:endParaRPr>
          </a:p>
          <a:p>
            <a:pPr indent="0" lvl="0" marL="0" marR="0" rtl="0" algn="l">
              <a:spcBef>
                <a:spcPts val="0"/>
              </a:spcBef>
              <a:spcAft>
                <a:spcPts val="0"/>
              </a:spcAft>
              <a:buClr>
                <a:srgbClr val="888888"/>
              </a:buClr>
              <a:buSzPts val="1100"/>
              <a:buFont typeface="Calibri"/>
              <a:buNone/>
            </a:pPr>
            <a:r>
              <a:t/>
            </a:r>
            <a:endParaRPr b="1" i="1" sz="1000">
              <a:solidFill>
                <a:schemeClr val="accent1"/>
              </a:solidFill>
              <a:latin typeface="Space Grotesk"/>
              <a:ea typeface="Space Grotesk"/>
              <a:cs typeface="Space Grotesk"/>
              <a:sym typeface="Space Grotesk"/>
            </a:endParaRPr>
          </a:p>
        </p:txBody>
      </p:sp>
      <p:sp>
        <p:nvSpPr>
          <p:cNvPr id="896" name="Google Shape;896;p119"/>
          <p:cNvSpPr txBox="1"/>
          <p:nvPr/>
        </p:nvSpPr>
        <p:spPr>
          <a:xfrm>
            <a:off x="5114000" y="3721100"/>
            <a:ext cx="3283200" cy="400200"/>
          </a:xfrm>
          <a:prstGeom prst="rect">
            <a:avLst/>
          </a:prstGeom>
          <a:solidFill>
            <a:schemeClr val="lt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Space Grotesk SemiBold"/>
                <a:ea typeface="Space Grotesk SemiBold"/>
                <a:cs typeface="Space Grotesk SemiBold"/>
                <a:sym typeface="Space Grotesk SemiBold"/>
              </a:rPr>
              <a:t>Team Prompts can be found &lt;</a:t>
            </a:r>
            <a:r>
              <a:rPr lang="en" u="sng">
                <a:solidFill>
                  <a:schemeClr val="accent1"/>
                </a:solidFill>
                <a:latin typeface="Space Grotesk SemiBold"/>
                <a:ea typeface="Space Grotesk SemiBold"/>
                <a:cs typeface="Space Grotesk SemiBold"/>
                <a:sym typeface="Space Grotesk SemiBold"/>
                <a:hlinkClick r:id="rId3">
                  <a:extLst>
                    <a:ext uri="{A12FA001-AC4F-418D-AE19-62706E023703}">
                      <ahyp:hlinkClr val="tx"/>
                    </a:ext>
                  </a:extLst>
                </a:hlinkClick>
              </a:rPr>
              <a:t>HERE</a:t>
            </a:r>
            <a:r>
              <a:rPr lang="en">
                <a:solidFill>
                  <a:schemeClr val="dk1"/>
                </a:solidFill>
                <a:latin typeface="Space Grotesk SemiBold"/>
                <a:ea typeface="Space Grotesk SemiBold"/>
                <a:cs typeface="Space Grotesk SemiBold"/>
                <a:sym typeface="Space Grotesk SemiBold"/>
              </a:rPr>
              <a:t>&gt;</a:t>
            </a:r>
            <a:endParaRPr/>
          </a:p>
        </p:txBody>
      </p:sp>
      <p:sp>
        <p:nvSpPr>
          <p:cNvPr id="897" name="Google Shape;897;p119"/>
          <p:cNvSpPr/>
          <p:nvPr/>
        </p:nvSpPr>
        <p:spPr>
          <a:xfrm>
            <a:off x="9144000" y="0"/>
            <a:ext cx="1576500" cy="421020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000">
                <a:solidFill>
                  <a:schemeClr val="lt1"/>
                </a:solidFill>
                <a:latin typeface="Space Grotesk"/>
                <a:ea typeface="Space Grotesk"/>
                <a:cs typeface="Space Grotesk"/>
                <a:sym typeface="Space Grotesk"/>
              </a:rPr>
              <a:t>How to use this guide</a:t>
            </a:r>
            <a:endParaRPr sz="1000">
              <a:solidFill>
                <a:schemeClr val="lt1"/>
              </a:solidFill>
              <a:latin typeface="Space Grotesk"/>
              <a:ea typeface="Space Grotesk"/>
              <a:cs typeface="Space Grotesk"/>
              <a:sym typeface="Space Grotesk"/>
            </a:endParaRPr>
          </a:p>
          <a:p>
            <a:pPr indent="0" lvl="0" marL="0" rtl="0" algn="l">
              <a:lnSpc>
                <a:spcPct val="115000"/>
              </a:lnSpc>
              <a:spcBef>
                <a:spcPts val="1200"/>
              </a:spcBef>
              <a:spcAft>
                <a:spcPts val="0"/>
              </a:spcAft>
              <a:buClr>
                <a:schemeClr val="dk1"/>
              </a:buClr>
              <a:buSzPts val="1100"/>
              <a:buFont typeface="Arial"/>
              <a:buNone/>
            </a:pPr>
            <a:r>
              <a:rPr lang="en" sz="1000">
                <a:solidFill>
                  <a:schemeClr val="lt1"/>
                </a:solidFill>
                <a:latin typeface="Space Grotesk"/>
                <a:ea typeface="Space Grotesk"/>
                <a:cs typeface="Space Grotesk"/>
                <a:sym typeface="Space Grotesk"/>
              </a:rPr>
              <a:t>Start with your Team Prompt (linked </a:t>
            </a:r>
            <a:r>
              <a:rPr lang="en" sz="1000" u="sng">
                <a:solidFill>
                  <a:schemeClr val="accent3"/>
                </a:solidFill>
                <a:latin typeface="Space Grotesk"/>
                <a:ea typeface="Space Grotesk"/>
                <a:cs typeface="Space Grotesk"/>
                <a:sym typeface="Space Grotesk"/>
                <a:hlinkClick r:id="rId4">
                  <a:extLst>
                    <a:ext uri="{A12FA001-AC4F-418D-AE19-62706E023703}">
                      <ahyp:hlinkClr val="tx"/>
                    </a:ext>
                  </a:extLst>
                </a:hlinkClick>
              </a:rPr>
              <a:t>HERE</a:t>
            </a:r>
            <a:r>
              <a:rPr lang="en" sz="1000">
                <a:solidFill>
                  <a:schemeClr val="lt1"/>
                </a:solidFill>
                <a:latin typeface="Space Grotesk"/>
                <a:ea typeface="Space Grotesk"/>
                <a:cs typeface="Space Grotesk"/>
                <a:sym typeface="Space Grotesk"/>
              </a:rPr>
              <a:t>) before you open a blank slide.</a:t>
            </a:r>
            <a:endParaRPr sz="1000">
              <a:solidFill>
                <a:schemeClr val="lt1"/>
              </a:solidFill>
              <a:latin typeface="Space Grotesk"/>
              <a:ea typeface="Space Grotesk"/>
              <a:cs typeface="Space Grotesk"/>
              <a:sym typeface="Space Grotesk"/>
            </a:endParaRPr>
          </a:p>
          <a:p>
            <a:pPr indent="0" lvl="0" marL="0" rtl="0" algn="l">
              <a:lnSpc>
                <a:spcPct val="115000"/>
              </a:lnSpc>
              <a:spcBef>
                <a:spcPts val="1200"/>
              </a:spcBef>
              <a:spcAft>
                <a:spcPts val="0"/>
              </a:spcAft>
              <a:buClr>
                <a:schemeClr val="dk1"/>
              </a:buClr>
              <a:buSzPts val="1100"/>
              <a:buFont typeface="Arial"/>
              <a:buNone/>
            </a:pPr>
            <a:r>
              <a:rPr lang="en" sz="1000">
                <a:solidFill>
                  <a:schemeClr val="lt1"/>
                </a:solidFill>
                <a:latin typeface="Space Grotesk"/>
                <a:ea typeface="Space Grotesk"/>
                <a:cs typeface="Space Grotesk"/>
                <a:sym typeface="Space Grotesk"/>
              </a:rPr>
              <a:t>Your 2–3 slides (max) should answer your prompt directly. Focus on insight, not recap. If a slide doesn't connect back to your central question, cut it.</a:t>
            </a:r>
            <a:endParaRPr sz="1000">
              <a:solidFill>
                <a:schemeClr val="lt1"/>
              </a:solidFill>
              <a:latin typeface="Space Grotesk"/>
              <a:ea typeface="Space Grotesk"/>
              <a:cs typeface="Space Grotesk"/>
              <a:sym typeface="Space Grotesk"/>
            </a:endParaRPr>
          </a:p>
          <a:p>
            <a:pPr indent="0" lvl="0" marL="0" rtl="0" algn="l">
              <a:lnSpc>
                <a:spcPct val="115000"/>
              </a:lnSpc>
              <a:spcBef>
                <a:spcPts val="1200"/>
              </a:spcBef>
              <a:spcAft>
                <a:spcPts val="0"/>
              </a:spcAft>
              <a:buClr>
                <a:schemeClr val="dk1"/>
              </a:buClr>
              <a:buSzPts val="1100"/>
              <a:buFont typeface="Arial"/>
              <a:buNone/>
            </a:pPr>
            <a:r>
              <a:rPr lang="en" sz="1000">
                <a:solidFill>
                  <a:schemeClr val="lt1"/>
                </a:solidFill>
                <a:latin typeface="Space Grotesk"/>
                <a:ea typeface="Space Grotesk"/>
                <a:cs typeface="Space Grotesk"/>
                <a:sym typeface="Space Grotesk"/>
              </a:rPr>
              <a:t>20 minutes goes fast. Build accordingly.</a:t>
            </a:r>
            <a:endParaRPr sz="1000">
              <a:solidFill>
                <a:schemeClr val="lt1"/>
              </a:solidFill>
              <a:latin typeface="Space Grotesk"/>
              <a:ea typeface="Space Grotesk"/>
              <a:cs typeface="Space Grotesk"/>
              <a:sym typeface="Space Grotesk"/>
            </a:endParaRPr>
          </a:p>
          <a:p>
            <a:pPr indent="0" lvl="0" marL="0" rtl="0" algn="l">
              <a:spcBef>
                <a:spcPts val="1200"/>
              </a:spcBef>
              <a:spcAft>
                <a:spcPts val="0"/>
              </a:spcAft>
              <a:buClr>
                <a:schemeClr val="dk1"/>
              </a:buClr>
              <a:buSzPts val="900"/>
              <a:buFont typeface="Arial"/>
              <a:buNone/>
            </a:pPr>
            <a:r>
              <a:t/>
            </a:r>
            <a:endParaRPr b="1" sz="900">
              <a:solidFill>
                <a:srgbClr val="FFFFFF"/>
              </a:solidFill>
              <a:latin typeface="Space Grotesk"/>
              <a:ea typeface="Space Grotesk"/>
              <a:cs typeface="Space Grotesk"/>
              <a:sym typeface="Space Grotes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20"/>
          <p:cNvSpPr txBox="1"/>
          <p:nvPr>
            <p:ph type="title"/>
          </p:nvPr>
        </p:nvSpPr>
        <p:spPr>
          <a:xfrm>
            <a:off x="298725" y="445025"/>
            <a:ext cx="8349900" cy="1037700"/>
          </a:xfrm>
          <a:prstGeom prst="rect">
            <a:avLst/>
          </a:prstGeom>
        </p:spPr>
        <p:txBody>
          <a:bodyPr anchorCtr="0" anchor="t" bIns="0" lIns="0" spcFirstLastPara="1" rIns="0" wrap="square" tIns="0">
            <a:noAutofit/>
          </a:bodyPr>
          <a:lstStyle/>
          <a:p>
            <a:pPr indent="0" lvl="0" marL="0" rtl="0" algn="l">
              <a:spcBef>
                <a:spcPts val="0"/>
              </a:spcBef>
              <a:spcAft>
                <a:spcPts val="0"/>
              </a:spcAft>
              <a:buClr>
                <a:srgbClr val="4A4A4A"/>
              </a:buClr>
              <a:buSzPts val="1300"/>
              <a:buFont typeface="Calibri"/>
              <a:buNone/>
            </a:pPr>
            <a:r>
              <a:rPr b="1" i="1" lang="en" sz="2000">
                <a:latin typeface="Space Grotesk"/>
                <a:ea typeface="Space Grotesk"/>
                <a:cs typeface="Space Grotesk"/>
                <a:sym typeface="Space Grotesk"/>
              </a:rPr>
              <a:t>Where does Professional Services accelerate customer value — and how does that directly translate to revenue retention and growth</a:t>
            </a:r>
            <a:r>
              <a:rPr b="1" i="1" lang="en" sz="2000">
                <a:solidFill>
                  <a:srgbClr val="4A4A4A"/>
                </a:solidFill>
                <a:latin typeface="Space Grotesk"/>
                <a:ea typeface="Space Grotesk"/>
                <a:cs typeface="Space Grotesk"/>
                <a:sym typeface="Space Grotesk"/>
              </a:rPr>
              <a:t>?</a:t>
            </a:r>
            <a:endParaRPr b="1" sz="2000">
              <a:latin typeface="Space Grotesk"/>
              <a:ea typeface="Space Grotesk"/>
              <a:cs typeface="Space Grotesk"/>
              <a:sym typeface="Space Grotesk"/>
            </a:endParaRPr>
          </a:p>
        </p:txBody>
      </p:sp>
      <p:sp>
        <p:nvSpPr>
          <p:cNvPr id="903" name="Google Shape;903;p120"/>
          <p:cNvSpPr txBox="1"/>
          <p:nvPr>
            <p:ph idx="1" type="body"/>
          </p:nvPr>
        </p:nvSpPr>
        <p:spPr>
          <a:xfrm>
            <a:off x="298725" y="1482775"/>
            <a:ext cx="8771700" cy="3162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800"/>
              <a:t>Goal - Assess the impact of PS on NRR in our customer base</a:t>
            </a:r>
            <a:endParaRPr sz="1800"/>
          </a:p>
          <a:p>
            <a:pPr indent="-342900" lvl="0" marL="457200" rtl="0" algn="l">
              <a:spcBef>
                <a:spcPts val="1200"/>
              </a:spcBef>
              <a:spcAft>
                <a:spcPts val="0"/>
              </a:spcAft>
              <a:buSzPts val="1800"/>
              <a:buChar char="●"/>
            </a:pPr>
            <a:r>
              <a:rPr lang="en" sz="1800"/>
              <a:t>Strong correlation between NRR and PS hours used</a:t>
            </a:r>
            <a:endParaRPr sz="1800"/>
          </a:p>
          <a:p>
            <a:pPr indent="-342900" lvl="0" marL="457200" rtl="0" algn="l">
              <a:spcBef>
                <a:spcPts val="0"/>
              </a:spcBef>
              <a:spcAft>
                <a:spcPts val="0"/>
              </a:spcAft>
              <a:buSzPts val="1800"/>
              <a:buChar char="●"/>
            </a:pPr>
            <a:r>
              <a:rPr lang="en" sz="1800"/>
              <a:t>Lower correlation between NRR and PS sold -&gt; not just account size</a:t>
            </a:r>
            <a:endParaRPr sz="1800"/>
          </a:p>
          <a:p>
            <a:pPr indent="-342900" lvl="0" marL="457200" rtl="0" algn="l">
              <a:spcBef>
                <a:spcPts val="0"/>
              </a:spcBef>
              <a:spcAft>
                <a:spcPts val="0"/>
              </a:spcAft>
              <a:buSzPts val="1800"/>
              <a:buChar char="●"/>
            </a:pPr>
            <a:r>
              <a:rPr lang="en" sz="1800"/>
              <a:t>&gt; 40 hours PS delivered</a:t>
            </a:r>
            <a:endParaRPr sz="1800"/>
          </a:p>
          <a:p>
            <a:pPr indent="-342900" lvl="1" marL="914400" rtl="0" algn="l">
              <a:spcBef>
                <a:spcPts val="0"/>
              </a:spcBef>
              <a:spcAft>
                <a:spcPts val="0"/>
              </a:spcAft>
              <a:buSzPts val="1800"/>
              <a:buChar char="○"/>
            </a:pPr>
            <a:r>
              <a:rPr lang="en" sz="1800"/>
              <a:t>No accounts churned</a:t>
            </a:r>
            <a:endParaRPr sz="1800"/>
          </a:p>
          <a:p>
            <a:pPr indent="-342900" lvl="1" marL="914400" rtl="0" algn="l">
              <a:spcBef>
                <a:spcPts val="0"/>
              </a:spcBef>
              <a:spcAft>
                <a:spcPts val="0"/>
              </a:spcAft>
              <a:buSzPts val="1800"/>
              <a:buChar char="○"/>
            </a:pPr>
            <a:r>
              <a:rPr lang="en" sz="1800"/>
              <a:t>70% of accounts expanded -&gt; 145% NRR</a:t>
            </a:r>
            <a:endParaRPr sz="1800"/>
          </a:p>
          <a:p>
            <a:pPr indent="-342900" lvl="0" marL="457200" rtl="0" algn="l">
              <a:spcBef>
                <a:spcPts val="0"/>
              </a:spcBef>
              <a:spcAft>
                <a:spcPts val="0"/>
              </a:spcAft>
              <a:buSzPts val="1800"/>
              <a:buChar char="●"/>
            </a:pPr>
            <a:r>
              <a:rPr lang="en" sz="1800"/>
              <a:t>All account churn</a:t>
            </a:r>
            <a:endParaRPr sz="1800"/>
          </a:p>
          <a:p>
            <a:pPr indent="-342900" lvl="1" marL="914400" rtl="0" algn="l">
              <a:spcBef>
                <a:spcPts val="0"/>
              </a:spcBef>
              <a:spcAft>
                <a:spcPts val="0"/>
              </a:spcAft>
              <a:buSzPts val="1800"/>
              <a:buChar char="○"/>
            </a:pPr>
            <a:r>
              <a:rPr lang="en" sz="1800"/>
              <a:t>With PS delivered up to 10 hours 15% churn</a:t>
            </a:r>
            <a:endParaRPr sz="1800"/>
          </a:p>
          <a:p>
            <a:pPr indent="-342900" lvl="1" marL="914400" rtl="0" algn="l">
              <a:spcBef>
                <a:spcPts val="0"/>
              </a:spcBef>
              <a:spcAft>
                <a:spcPts val="0"/>
              </a:spcAft>
              <a:buSzPts val="1800"/>
              <a:buChar char="○"/>
            </a:pPr>
            <a:r>
              <a:rPr lang="en" sz="1800"/>
              <a:t>W</a:t>
            </a:r>
            <a:r>
              <a:rPr lang="en" sz="1800"/>
              <a:t>ithout any PS sold </a:t>
            </a:r>
            <a:r>
              <a:rPr lang="en" sz="1800"/>
              <a:t>37% churn</a:t>
            </a:r>
            <a:endParaRPr sz="1800"/>
          </a:p>
          <a:p>
            <a:pPr indent="0" lvl="0" marL="0" rtl="0" algn="l">
              <a:spcBef>
                <a:spcPts val="1200"/>
              </a:spcBef>
              <a:spcAft>
                <a:spcPts val="1200"/>
              </a:spcAft>
              <a:buNone/>
            </a:pPr>
            <a:r>
              <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121"/>
          <p:cNvSpPr txBox="1"/>
          <p:nvPr>
            <p:ph type="title"/>
          </p:nvPr>
        </p:nvSpPr>
        <p:spPr>
          <a:xfrm>
            <a:off x="298725" y="445025"/>
            <a:ext cx="8349900" cy="405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What Are We Delivering To Drive Results?</a:t>
            </a:r>
            <a:endParaRPr/>
          </a:p>
        </p:txBody>
      </p:sp>
      <p:sp>
        <p:nvSpPr>
          <p:cNvPr id="909" name="Google Shape;909;p121"/>
          <p:cNvSpPr txBox="1"/>
          <p:nvPr>
            <p:ph idx="1" type="body"/>
          </p:nvPr>
        </p:nvSpPr>
        <p:spPr>
          <a:xfrm>
            <a:off x="298725" y="1482775"/>
            <a:ext cx="8349900" cy="31623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 sz="1800"/>
              <a:t>Getting customers live is key milestone to renewal and expansion</a:t>
            </a:r>
            <a:endParaRPr sz="1800"/>
          </a:p>
          <a:p>
            <a:pPr indent="-342900" lvl="0" marL="457200" rtl="0" algn="l">
              <a:spcBef>
                <a:spcPts val="0"/>
              </a:spcBef>
              <a:spcAft>
                <a:spcPts val="0"/>
              </a:spcAft>
              <a:buSzPts val="1800"/>
              <a:buChar char="●"/>
            </a:pPr>
            <a:r>
              <a:rPr lang="en" sz="1800"/>
              <a:t>Software customers</a:t>
            </a:r>
            <a:endParaRPr sz="1800"/>
          </a:p>
          <a:p>
            <a:pPr indent="-342900" lvl="1" marL="914400" rtl="0" algn="l">
              <a:spcBef>
                <a:spcPts val="0"/>
              </a:spcBef>
              <a:spcAft>
                <a:spcPts val="0"/>
              </a:spcAft>
              <a:buSzPts val="1800"/>
              <a:buChar char="○"/>
            </a:pPr>
            <a:r>
              <a:rPr lang="en" sz="1800"/>
              <a:t>Troubleshoot deployments and infra -&gt; get live</a:t>
            </a:r>
            <a:endParaRPr sz="1800"/>
          </a:p>
          <a:p>
            <a:pPr indent="-342900" lvl="1" marL="914400" rtl="0" algn="l">
              <a:spcBef>
                <a:spcPts val="0"/>
              </a:spcBef>
              <a:spcAft>
                <a:spcPts val="0"/>
              </a:spcAft>
              <a:buSzPts val="1800"/>
              <a:buChar char="○"/>
            </a:pPr>
            <a:r>
              <a:rPr lang="en" sz="1800"/>
              <a:t>Redis as a Service model -&gt; expand usage</a:t>
            </a:r>
            <a:endParaRPr sz="1800"/>
          </a:p>
          <a:p>
            <a:pPr indent="-342900" lvl="0" marL="457200" rtl="0" algn="l">
              <a:spcBef>
                <a:spcPts val="0"/>
              </a:spcBef>
              <a:spcAft>
                <a:spcPts val="0"/>
              </a:spcAft>
              <a:buSzPts val="1800"/>
              <a:buChar char="●"/>
            </a:pPr>
            <a:r>
              <a:rPr lang="en" sz="1800"/>
              <a:t>Cloud customers</a:t>
            </a:r>
            <a:endParaRPr sz="1800"/>
          </a:p>
          <a:p>
            <a:pPr indent="-342900" lvl="1" marL="914400" rtl="0" algn="l">
              <a:spcBef>
                <a:spcPts val="0"/>
              </a:spcBef>
              <a:spcAft>
                <a:spcPts val="0"/>
              </a:spcAft>
              <a:buSzPts val="1800"/>
              <a:buChar char="○"/>
            </a:pPr>
            <a:r>
              <a:rPr lang="en" sz="1800"/>
              <a:t>Migrate from </a:t>
            </a:r>
            <a:r>
              <a:rPr lang="en" sz="1800"/>
              <a:t>ElastiCache</a:t>
            </a:r>
            <a:r>
              <a:rPr lang="en" sz="1800"/>
              <a:t> and Memorystore -&gt; get live</a:t>
            </a:r>
            <a:endParaRPr sz="1800"/>
          </a:p>
          <a:p>
            <a:pPr indent="-342900" lvl="1" marL="914400" rtl="0" algn="l">
              <a:spcBef>
                <a:spcPts val="0"/>
              </a:spcBef>
              <a:spcAft>
                <a:spcPts val="0"/>
              </a:spcAft>
              <a:buSzPts val="1800"/>
              <a:buChar char="○"/>
            </a:pPr>
            <a:r>
              <a:rPr lang="en" sz="1800"/>
              <a:t>Integration into deployment pipelines -&gt; expand usage</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122"/>
          <p:cNvSpPr txBox="1"/>
          <p:nvPr>
            <p:ph type="title"/>
          </p:nvPr>
        </p:nvSpPr>
        <p:spPr>
          <a:xfrm>
            <a:off x="298725" y="445025"/>
            <a:ext cx="8349900" cy="405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Opportunity To Have Bigger Impact</a:t>
            </a:r>
            <a:endParaRPr/>
          </a:p>
        </p:txBody>
      </p:sp>
      <p:sp>
        <p:nvSpPr>
          <p:cNvPr id="915" name="Google Shape;915;p122"/>
          <p:cNvSpPr txBox="1"/>
          <p:nvPr>
            <p:ph idx="1" type="body"/>
          </p:nvPr>
        </p:nvSpPr>
        <p:spPr>
          <a:xfrm>
            <a:off x="298725" y="1482775"/>
            <a:ext cx="8349900" cy="31623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 sz="1800"/>
              <a:t>Combination of PS packages for Corporate customers</a:t>
            </a:r>
            <a:endParaRPr sz="1800"/>
          </a:p>
          <a:p>
            <a:pPr indent="-342900" lvl="1" marL="914400" rtl="0" algn="l">
              <a:spcBef>
                <a:spcPts val="0"/>
              </a:spcBef>
              <a:spcAft>
                <a:spcPts val="0"/>
              </a:spcAft>
              <a:buSzPts val="1800"/>
              <a:buChar char="○"/>
            </a:pPr>
            <a:r>
              <a:rPr lang="en" sz="1800"/>
              <a:t>Jumpstart + Migration package</a:t>
            </a:r>
            <a:endParaRPr sz="1800"/>
          </a:p>
          <a:p>
            <a:pPr indent="-342900" lvl="1" marL="914400" rtl="0" algn="l">
              <a:spcBef>
                <a:spcPts val="0"/>
              </a:spcBef>
              <a:spcAft>
                <a:spcPts val="0"/>
              </a:spcAft>
              <a:buSzPts val="1800"/>
              <a:buChar char="○"/>
            </a:pPr>
            <a:r>
              <a:rPr lang="en" sz="1800"/>
              <a:t>Target application code reviews</a:t>
            </a:r>
            <a:endParaRPr sz="1800"/>
          </a:p>
          <a:p>
            <a:pPr indent="-342900" lvl="0" marL="457200" rtl="0" algn="l">
              <a:spcBef>
                <a:spcPts val="0"/>
              </a:spcBef>
              <a:spcAft>
                <a:spcPts val="0"/>
              </a:spcAft>
              <a:buSzPts val="1800"/>
              <a:buChar char="●"/>
            </a:pPr>
            <a:r>
              <a:rPr lang="en" sz="1800"/>
              <a:t>APAC Annual Plan upsell</a:t>
            </a:r>
            <a:endParaRPr sz="1800"/>
          </a:p>
          <a:p>
            <a:pPr indent="-342900" lvl="0" marL="457200" rtl="0" algn="l">
              <a:spcBef>
                <a:spcPts val="0"/>
              </a:spcBef>
              <a:spcAft>
                <a:spcPts val="0"/>
              </a:spcAft>
              <a:buSzPts val="1800"/>
              <a:buChar char="●"/>
            </a:pPr>
            <a:r>
              <a:rPr lang="en" sz="1800"/>
              <a:t>Ensure we go beyond Ops in Annual Plans</a:t>
            </a:r>
            <a:endParaRPr sz="1800"/>
          </a:p>
          <a:p>
            <a:pPr indent="-342900" lvl="0" marL="457200" rtl="0" algn="l">
              <a:spcBef>
                <a:spcPts val="0"/>
              </a:spcBef>
              <a:spcAft>
                <a:spcPts val="0"/>
              </a:spcAft>
              <a:buSzPts val="1800"/>
              <a:buChar char="●"/>
            </a:pPr>
            <a:r>
              <a:rPr lang="en" sz="1800"/>
              <a:t>Improve PS handoff accountability in problem regions</a:t>
            </a:r>
            <a:endParaRPr sz="1800"/>
          </a:p>
          <a:p>
            <a:pPr indent="-342900" lvl="1" marL="914400" rtl="0" algn="l">
              <a:spcBef>
                <a:spcPts val="0"/>
              </a:spcBef>
              <a:spcAft>
                <a:spcPts val="0"/>
              </a:spcAft>
              <a:buSzPts val="1800"/>
              <a:buChar char="○"/>
            </a:pPr>
            <a:r>
              <a:rPr lang="en" sz="1800"/>
              <a:t>Israel, ME, SEUR and AMS Corp</a:t>
            </a:r>
            <a:endParaRPr sz="1800"/>
          </a:p>
          <a:p>
            <a:pPr indent="-342900" lvl="1" marL="914400" rtl="0" algn="l">
              <a:spcBef>
                <a:spcPts val="0"/>
              </a:spcBef>
              <a:spcAft>
                <a:spcPts val="0"/>
              </a:spcAft>
              <a:buSzPts val="1800"/>
              <a:buChar char="○"/>
            </a:pPr>
            <a:r>
              <a:rPr lang="en" sz="1800"/>
              <a:t>Drive earlier PS engagement and delivery</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23"/>
          <p:cNvSpPr txBox="1"/>
          <p:nvPr>
            <p:ph type="ctrTitle"/>
          </p:nvPr>
        </p:nvSpPr>
        <p:spPr>
          <a:xfrm>
            <a:off x="292225" y="1629325"/>
            <a:ext cx="7791000" cy="12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Department KPIs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124"/>
          <p:cNvSpPr txBox="1"/>
          <p:nvPr>
            <p:ph type="title"/>
          </p:nvPr>
        </p:nvSpPr>
        <p:spPr>
          <a:xfrm>
            <a:off x="298725" y="216425"/>
            <a:ext cx="8349900" cy="405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Looking Back: Q1 FY27</a:t>
            </a:r>
            <a:endParaRPr/>
          </a:p>
        </p:txBody>
      </p:sp>
      <p:sp>
        <p:nvSpPr>
          <p:cNvPr id="926" name="Google Shape;926;p124"/>
          <p:cNvSpPr txBox="1"/>
          <p:nvPr/>
        </p:nvSpPr>
        <p:spPr>
          <a:xfrm>
            <a:off x="225775" y="3727325"/>
            <a:ext cx="8507700" cy="109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666666"/>
                </a:solidFill>
                <a:latin typeface="Space Grotesk"/>
                <a:ea typeface="Space Grotesk"/>
                <a:cs typeface="Space Grotesk"/>
                <a:sym typeface="Space Grotesk"/>
              </a:rPr>
              <a:t>1: Q1 Bookings led by Americas (Medidata Solutions</a:t>
            </a:r>
            <a:r>
              <a:rPr lang="en" sz="1100">
                <a:solidFill>
                  <a:srgbClr val="666666"/>
                </a:solidFill>
                <a:latin typeface="Space Grotesk"/>
                <a:ea typeface="Space Grotesk"/>
                <a:cs typeface="Space Grotesk"/>
                <a:sym typeface="Space Grotesk"/>
              </a:rPr>
              <a:t> - $375K, Wells Fargo - $342K,  athenahealth - $195K)</a:t>
            </a:r>
            <a:endParaRPr sz="1100">
              <a:solidFill>
                <a:srgbClr val="666666"/>
              </a:solidFill>
              <a:latin typeface="Space Grotesk"/>
              <a:ea typeface="Space Grotesk"/>
              <a:cs typeface="Space Grotesk"/>
              <a:sym typeface="Space Grotesk"/>
            </a:endParaRPr>
          </a:p>
          <a:p>
            <a:pPr indent="0" lvl="0" marL="0" rtl="0" algn="l">
              <a:spcBef>
                <a:spcPts val="0"/>
              </a:spcBef>
              <a:spcAft>
                <a:spcPts val="0"/>
              </a:spcAft>
              <a:buNone/>
            </a:pPr>
            <a:r>
              <a:rPr lang="en" sz="1100">
                <a:solidFill>
                  <a:srgbClr val="666666"/>
                </a:solidFill>
                <a:latin typeface="Space Grotesk"/>
                <a:ea typeface="Space Grotesk"/>
                <a:cs typeface="Space Grotesk"/>
                <a:sym typeface="Space Grotesk"/>
              </a:rPr>
              <a:t>	EMEA and APAC license bookings weighted towards existing accounts so low PS attach</a:t>
            </a:r>
            <a:endParaRPr sz="1100">
              <a:solidFill>
                <a:srgbClr val="666666"/>
              </a:solidFill>
              <a:latin typeface="Space Grotesk"/>
              <a:ea typeface="Space Grotesk"/>
              <a:cs typeface="Space Grotesk"/>
              <a:sym typeface="Space Grotesk"/>
            </a:endParaRPr>
          </a:p>
          <a:p>
            <a:pPr indent="0" lvl="0" marL="0" rtl="0" algn="l">
              <a:spcBef>
                <a:spcPts val="0"/>
              </a:spcBef>
              <a:spcAft>
                <a:spcPts val="0"/>
              </a:spcAft>
              <a:buNone/>
            </a:pPr>
            <a:r>
              <a:rPr lang="en" sz="1100">
                <a:solidFill>
                  <a:srgbClr val="666666"/>
                </a:solidFill>
                <a:latin typeface="Space Grotesk"/>
                <a:ea typeface="Space Grotesk"/>
                <a:cs typeface="Space Grotesk"/>
                <a:sym typeface="Space Grotesk"/>
              </a:rPr>
              <a:t>2: </a:t>
            </a:r>
            <a:r>
              <a:rPr lang="en" sz="1100">
                <a:solidFill>
                  <a:srgbClr val="666666"/>
                </a:solidFill>
                <a:latin typeface="Space Grotesk"/>
                <a:ea typeface="Space Grotesk"/>
                <a:cs typeface="Space Grotesk"/>
                <a:sym typeface="Space Grotesk"/>
              </a:rPr>
              <a:t>Service Bookings pending carveout of $275K, taking bookings to $1.7M and quota achievement of 113% for Q1</a:t>
            </a:r>
            <a:endParaRPr sz="1100">
              <a:solidFill>
                <a:srgbClr val="666666"/>
              </a:solidFill>
              <a:latin typeface="Space Grotesk"/>
              <a:ea typeface="Space Grotesk"/>
              <a:cs typeface="Space Grotesk"/>
              <a:sym typeface="Space Grotesk"/>
            </a:endParaRPr>
          </a:p>
          <a:p>
            <a:pPr indent="0" lvl="0" marL="0" rtl="0" algn="l">
              <a:spcBef>
                <a:spcPts val="0"/>
              </a:spcBef>
              <a:spcAft>
                <a:spcPts val="0"/>
              </a:spcAft>
              <a:buNone/>
            </a:pPr>
            <a:r>
              <a:rPr lang="en" sz="1100">
                <a:solidFill>
                  <a:srgbClr val="666666"/>
                </a:solidFill>
                <a:latin typeface="Space Grotesk"/>
                <a:ea typeface="Space Grotesk"/>
                <a:cs typeface="Space Grotesk"/>
                <a:sym typeface="Space Grotesk"/>
              </a:rPr>
              <a:t>3</a:t>
            </a:r>
            <a:r>
              <a:rPr lang="en" sz="1100">
                <a:solidFill>
                  <a:srgbClr val="666666"/>
                </a:solidFill>
                <a:latin typeface="Space Grotesk"/>
                <a:ea typeface="Space Grotesk"/>
                <a:cs typeface="Space Grotesk"/>
                <a:sym typeface="Space Grotesk"/>
              </a:rPr>
              <a:t>: QoQ improvement on number of Projects not started, from 53 last quarter down to 28 in Q1.  Increased EM capacity to remove bottleneck</a:t>
            </a:r>
            <a:endParaRPr sz="1100">
              <a:solidFill>
                <a:srgbClr val="666666"/>
              </a:solidFill>
              <a:latin typeface="Space Grotesk"/>
              <a:ea typeface="Space Grotesk"/>
              <a:cs typeface="Space Grotesk"/>
              <a:sym typeface="Space Grotesk"/>
            </a:endParaRPr>
          </a:p>
          <a:p>
            <a:pPr indent="0" lvl="0" marL="0" rtl="0" algn="l">
              <a:spcBef>
                <a:spcPts val="0"/>
              </a:spcBef>
              <a:spcAft>
                <a:spcPts val="0"/>
              </a:spcAft>
              <a:buNone/>
            </a:pPr>
            <a:r>
              <a:t/>
            </a:r>
            <a:endParaRPr sz="1100">
              <a:solidFill>
                <a:srgbClr val="666666"/>
              </a:solidFill>
              <a:latin typeface="Space Grotesk"/>
              <a:ea typeface="Space Grotesk"/>
              <a:cs typeface="Space Grotesk"/>
              <a:sym typeface="Space Grotesk"/>
            </a:endParaRPr>
          </a:p>
        </p:txBody>
      </p:sp>
      <p:sp>
        <p:nvSpPr>
          <p:cNvPr id="927" name="Google Shape;927;p124"/>
          <p:cNvSpPr txBox="1"/>
          <p:nvPr/>
        </p:nvSpPr>
        <p:spPr>
          <a:xfrm>
            <a:off x="8046150" y="-318650"/>
            <a:ext cx="1199700" cy="22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Space Grotesk"/>
                <a:ea typeface="Space Grotesk"/>
                <a:cs typeface="Space Grotesk"/>
                <a:sym typeface="Space Grotesk"/>
              </a:rPr>
              <a:t>Slide Callouts</a:t>
            </a:r>
            <a:endParaRPr sz="1200">
              <a:solidFill>
                <a:schemeClr val="dk1"/>
              </a:solidFill>
              <a:latin typeface="Space Grotesk"/>
              <a:ea typeface="Space Grotesk"/>
              <a:cs typeface="Space Grotesk"/>
              <a:sym typeface="Space Grotesk"/>
            </a:endParaRPr>
          </a:p>
        </p:txBody>
      </p:sp>
      <p:cxnSp>
        <p:nvCxnSpPr>
          <p:cNvPr id="928" name="Google Shape;928;p124"/>
          <p:cNvCxnSpPr/>
          <p:nvPr/>
        </p:nvCxnSpPr>
        <p:spPr>
          <a:xfrm>
            <a:off x="280225" y="3727325"/>
            <a:ext cx="8398800" cy="0"/>
          </a:xfrm>
          <a:prstGeom prst="straightConnector1">
            <a:avLst/>
          </a:prstGeom>
          <a:noFill/>
          <a:ln cap="flat" cmpd="sng" w="9525">
            <a:solidFill>
              <a:schemeClr val="accent1"/>
            </a:solidFill>
            <a:prstDash val="dot"/>
            <a:round/>
            <a:headEnd len="sm" w="sm" type="none"/>
            <a:tailEnd len="sm" w="sm" type="none"/>
          </a:ln>
        </p:spPr>
      </p:cxnSp>
      <p:sp>
        <p:nvSpPr>
          <p:cNvPr id="929" name="Google Shape;929;p124"/>
          <p:cNvSpPr/>
          <p:nvPr/>
        </p:nvSpPr>
        <p:spPr>
          <a:xfrm>
            <a:off x="379921" y="1231325"/>
            <a:ext cx="1356000" cy="2259900"/>
          </a:xfrm>
          <a:prstGeom prst="roundRect">
            <a:avLst>
              <a:gd fmla="val 2913" name="adj"/>
            </a:avLst>
          </a:prstGeom>
          <a:solidFill>
            <a:srgbClr val="EEEEEE"/>
          </a:solidFill>
          <a:ln cap="flat" cmpd="sng" w="9525">
            <a:solidFill>
              <a:srgbClr val="FF44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pace Mono"/>
              <a:ea typeface="Space Mono"/>
              <a:cs typeface="Space Mono"/>
              <a:sym typeface="Space Mono"/>
            </a:endParaRPr>
          </a:p>
        </p:txBody>
      </p:sp>
      <p:graphicFrame>
        <p:nvGraphicFramePr>
          <p:cNvPr id="930" name="Google Shape;930;p124"/>
          <p:cNvGraphicFramePr/>
          <p:nvPr/>
        </p:nvGraphicFramePr>
        <p:xfrm>
          <a:off x="15695" y="747728"/>
          <a:ext cx="3000000" cy="3000000"/>
        </p:xfrm>
        <a:graphic>
          <a:graphicData uri="http://schemas.openxmlformats.org/drawingml/2006/table">
            <a:tbl>
              <a:tblPr>
                <a:noFill/>
                <a:tableStyleId>{4ABB74F2-CECD-4AF5-8F0E-A790357418AF}</a:tableStyleId>
              </a:tblPr>
              <a:tblGrid>
                <a:gridCol w="1350575"/>
                <a:gridCol w="1438025"/>
                <a:gridCol w="1438025"/>
                <a:gridCol w="1438025"/>
                <a:gridCol w="1438025"/>
                <a:gridCol w="1438025"/>
              </a:tblGrid>
              <a:tr h="632275">
                <a:tc>
                  <a:txBody>
                    <a:bodyPr/>
                    <a:lstStyle/>
                    <a:p>
                      <a:pPr indent="0" lvl="0" marL="0" marR="0" rtl="0" algn="l">
                        <a:lnSpc>
                          <a:spcPct val="100000"/>
                        </a:lnSpc>
                        <a:spcBef>
                          <a:spcPts val="0"/>
                        </a:spcBef>
                        <a:spcAft>
                          <a:spcPts val="0"/>
                        </a:spcAft>
                        <a:buClr>
                          <a:srgbClr val="161F32"/>
                        </a:buClr>
                        <a:buSzPts val="1350"/>
                        <a:buFont typeface="Inter Light"/>
                        <a:buNone/>
                      </a:pPr>
                      <a:r>
                        <a:t/>
                      </a:r>
                      <a:endParaRPr sz="800" u="none" cap="none" strike="noStrike">
                        <a:solidFill>
                          <a:srgbClr val="000000"/>
                        </a:solidFill>
                        <a:latin typeface="Space Grotesk Light"/>
                        <a:ea typeface="Space Grotesk Light"/>
                        <a:cs typeface="Space Grotesk Light"/>
                        <a:sym typeface="Space Grotesk Light"/>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FEFEF">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61F32"/>
                        </a:buClr>
                        <a:buSzPts val="1100"/>
                        <a:buFont typeface="Inter Medium"/>
                        <a:buNone/>
                      </a:pPr>
                      <a:r>
                        <a:rPr lang="en" sz="1000" u="none" cap="none" strike="noStrike">
                          <a:solidFill>
                            <a:srgbClr val="000000"/>
                          </a:solidFill>
                          <a:latin typeface="Space Grotesk Medium"/>
                          <a:ea typeface="Space Grotesk Medium"/>
                          <a:cs typeface="Space Grotesk Medium"/>
                          <a:sym typeface="Space Grotesk Medium"/>
                        </a:rPr>
                        <a:t>Service Bookings</a:t>
                      </a:r>
                      <a:r>
                        <a:rPr lang="en" sz="1000">
                          <a:latin typeface="Space Grotesk Medium"/>
                          <a:ea typeface="Space Grotesk Medium"/>
                          <a:cs typeface="Space Grotesk Medium"/>
                          <a:sym typeface="Space Grotesk Medium"/>
                        </a:rPr>
                        <a:t>/ Attainment</a:t>
                      </a:r>
                      <a:r>
                        <a:rPr lang="en" sz="1000" u="none" cap="none" strike="noStrike">
                          <a:solidFill>
                            <a:srgbClr val="000000"/>
                          </a:solidFill>
                          <a:latin typeface="Space Grotesk Medium"/>
                          <a:ea typeface="Space Grotesk Medium"/>
                          <a:cs typeface="Space Grotesk Medium"/>
                          <a:sym typeface="Space Grotesk Medium"/>
                        </a:rPr>
                        <a:t>%</a:t>
                      </a:r>
                      <a:endParaRPr i="0" sz="1000" u="none" cap="none" strike="noStrike">
                        <a:solidFill>
                          <a:srgbClr val="000000"/>
                        </a:solidFill>
                        <a:latin typeface="Space Grotesk Medium"/>
                        <a:ea typeface="Space Grotesk Medium"/>
                        <a:cs typeface="Space Grotesk Medium"/>
                        <a:sym typeface="Space Grotesk Medium"/>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FEFE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61F32"/>
                        </a:buClr>
                        <a:buSzPts val="1100"/>
                        <a:buFont typeface="Inter Medium"/>
                        <a:buNone/>
                      </a:pPr>
                      <a:r>
                        <a:rPr i="0" lang="en" sz="1000" u="none" cap="none" strike="noStrike">
                          <a:solidFill>
                            <a:srgbClr val="000000"/>
                          </a:solidFill>
                          <a:latin typeface="Space Grotesk Medium"/>
                          <a:ea typeface="Space Grotesk Medium"/>
                          <a:cs typeface="Space Grotesk Medium"/>
                          <a:sym typeface="Space Grotesk Medium"/>
                        </a:rPr>
                        <a:t>Attach Rate</a:t>
                      </a:r>
                      <a:br>
                        <a:rPr i="0" lang="en" sz="1000" u="none" cap="none" strike="noStrike">
                          <a:solidFill>
                            <a:srgbClr val="000000"/>
                          </a:solidFill>
                          <a:latin typeface="Space Grotesk Medium"/>
                          <a:ea typeface="Space Grotesk Medium"/>
                          <a:cs typeface="Space Grotesk Medium"/>
                          <a:sym typeface="Space Grotesk Medium"/>
                        </a:rPr>
                      </a:br>
                      <a:r>
                        <a:rPr i="0" lang="en" sz="1000" u="none" cap="none" strike="noStrike">
                          <a:solidFill>
                            <a:srgbClr val="000000"/>
                          </a:solidFill>
                          <a:latin typeface="Space Grotesk Medium"/>
                          <a:ea typeface="Space Grotesk Medium"/>
                          <a:cs typeface="Space Grotesk Medium"/>
                          <a:sym typeface="Space Grotesk Medium"/>
                        </a:rPr>
                        <a:t>(</a:t>
                      </a:r>
                      <a:r>
                        <a:rPr lang="en" sz="1000">
                          <a:latin typeface="Space Grotesk Medium"/>
                          <a:ea typeface="Space Grotesk Medium"/>
                          <a:cs typeface="Space Grotesk Medium"/>
                          <a:sym typeface="Space Grotesk Medium"/>
                        </a:rPr>
                        <a:t>New + Upsell/QoQ%</a:t>
                      </a:r>
                      <a:r>
                        <a:rPr i="0" lang="en" sz="1000" u="none" cap="none" strike="noStrike">
                          <a:solidFill>
                            <a:srgbClr val="000000"/>
                          </a:solidFill>
                          <a:latin typeface="Space Grotesk Medium"/>
                          <a:ea typeface="Space Grotesk Medium"/>
                          <a:cs typeface="Space Grotesk Medium"/>
                          <a:sym typeface="Space Grotesk Medium"/>
                        </a:rPr>
                        <a:t>)</a:t>
                      </a:r>
                      <a:endParaRPr i="0" sz="1000" u="none" cap="none" strike="noStrike">
                        <a:solidFill>
                          <a:srgbClr val="000000"/>
                        </a:solidFill>
                        <a:latin typeface="Space Grotesk Medium"/>
                        <a:ea typeface="Space Grotesk Medium"/>
                        <a:cs typeface="Space Grotesk Medium"/>
                        <a:sym typeface="Space Grotesk Medium"/>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FEFE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61F32"/>
                        </a:buClr>
                        <a:buSzPts val="1100"/>
                        <a:buFont typeface="Inter Medium"/>
                        <a:buNone/>
                      </a:pPr>
                      <a:r>
                        <a:rPr i="0" lang="en" sz="1000" u="none" cap="none" strike="noStrike">
                          <a:solidFill>
                            <a:srgbClr val="000000"/>
                          </a:solidFill>
                          <a:latin typeface="Space Grotesk Medium"/>
                          <a:ea typeface="Space Grotesk Medium"/>
                          <a:cs typeface="Space Grotesk Medium"/>
                          <a:sym typeface="Space Grotesk Medium"/>
                        </a:rPr>
                        <a:t>Service Deals</a:t>
                      </a:r>
                      <a:r>
                        <a:rPr lang="en" sz="1000">
                          <a:latin typeface="Space Grotesk Medium"/>
                          <a:ea typeface="Space Grotesk Medium"/>
                          <a:cs typeface="Space Grotesk Medium"/>
                          <a:sym typeface="Space Grotesk Medium"/>
                        </a:rPr>
                        <a:t>/</a:t>
                      </a:r>
                      <a:br>
                        <a:rPr i="0" lang="en" sz="1000" u="none" cap="none" strike="noStrike">
                          <a:solidFill>
                            <a:srgbClr val="000000"/>
                          </a:solidFill>
                          <a:latin typeface="Space Grotesk Medium"/>
                          <a:ea typeface="Space Grotesk Medium"/>
                          <a:cs typeface="Space Grotesk Medium"/>
                          <a:sym typeface="Space Grotesk Medium"/>
                        </a:rPr>
                      </a:br>
                      <a:r>
                        <a:rPr i="0" lang="en" sz="1000" u="none" cap="none" strike="noStrike">
                          <a:solidFill>
                            <a:srgbClr val="000000"/>
                          </a:solidFill>
                          <a:latin typeface="Space Grotesk Medium"/>
                          <a:ea typeface="Space Grotesk Medium"/>
                          <a:cs typeface="Space Grotesk Medium"/>
                          <a:sym typeface="Space Grotesk Medium"/>
                        </a:rPr>
                        <a:t>QoQ%</a:t>
                      </a:r>
                      <a:endParaRPr i="0" sz="1000" u="none" cap="none" strike="noStrike">
                        <a:solidFill>
                          <a:srgbClr val="000000"/>
                        </a:solidFill>
                        <a:latin typeface="Space Grotesk Medium"/>
                        <a:ea typeface="Space Grotesk Medium"/>
                        <a:cs typeface="Space Grotesk Medium"/>
                        <a:sym typeface="Space Grotesk Medium"/>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FEFE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61F32"/>
                        </a:buClr>
                        <a:buSzPts val="1100"/>
                        <a:buFont typeface="Inter Medium"/>
                        <a:buNone/>
                      </a:pPr>
                      <a:r>
                        <a:rPr lang="en" sz="1000" u="none" cap="none" strike="noStrike">
                          <a:solidFill>
                            <a:srgbClr val="000000"/>
                          </a:solidFill>
                          <a:latin typeface="Space Grotesk Medium"/>
                          <a:ea typeface="Space Grotesk Medium"/>
                          <a:cs typeface="Space Grotesk Medium"/>
                          <a:sym typeface="Space Grotesk Medium"/>
                        </a:rPr>
                        <a:t>Billable Utilization (Ramped) </a:t>
                      </a:r>
                      <a:r>
                        <a:rPr lang="en" sz="1000">
                          <a:latin typeface="Space Grotesk Medium"/>
                          <a:ea typeface="Space Grotesk Medium"/>
                          <a:cs typeface="Space Grotesk Medium"/>
                          <a:sym typeface="Space Grotesk Medium"/>
                        </a:rPr>
                        <a:t>/</a:t>
                      </a:r>
                      <a:r>
                        <a:rPr lang="en" sz="1000" u="none" cap="none" strike="noStrike">
                          <a:solidFill>
                            <a:srgbClr val="000000"/>
                          </a:solidFill>
                          <a:latin typeface="Space Grotesk Medium"/>
                          <a:ea typeface="Space Grotesk Medium"/>
                          <a:cs typeface="Space Grotesk Medium"/>
                          <a:sym typeface="Space Grotesk Medium"/>
                        </a:rPr>
                        <a:t> PTO Adjusted</a:t>
                      </a:r>
                      <a:endParaRPr sz="1000" u="none" cap="none" strike="noStrike">
                        <a:solidFill>
                          <a:srgbClr val="000000"/>
                        </a:solidFill>
                        <a:latin typeface="Space Grotesk"/>
                        <a:ea typeface="Space Grotesk"/>
                        <a:cs typeface="Space Grotesk"/>
                        <a:sym typeface="Space Grotesk"/>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FEFE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61F32"/>
                        </a:buClr>
                        <a:buSzPts val="1100"/>
                        <a:buFont typeface="Inter Medium"/>
                        <a:buNone/>
                      </a:pPr>
                      <a:r>
                        <a:rPr lang="en" sz="1000">
                          <a:latin typeface="Space Grotesk Medium"/>
                          <a:ea typeface="Space Grotesk Medium"/>
                          <a:cs typeface="Space Grotesk Medium"/>
                          <a:sym typeface="Space Grotesk Medium"/>
                        </a:rPr>
                        <a:t>Project Backlog (#Not Started)</a:t>
                      </a:r>
                      <a:endParaRPr sz="1000" u="none" cap="none" strike="noStrike">
                        <a:solidFill>
                          <a:srgbClr val="000000"/>
                        </a:solidFill>
                        <a:latin typeface="Space Grotesk"/>
                        <a:ea typeface="Space Grotesk"/>
                        <a:cs typeface="Space Grotesk"/>
                        <a:sym typeface="Space Grotesk"/>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FEFEF"/>
                      </a:solidFill>
                      <a:prstDash val="solid"/>
                      <a:round/>
                      <a:headEnd len="sm" w="sm" type="none"/>
                      <a:tailEnd len="sm" w="sm" type="none"/>
                    </a:lnB>
                    <a:solidFill>
                      <a:srgbClr val="FFFFFF"/>
                    </a:solidFill>
                  </a:tcPr>
                </a:tc>
              </a:tr>
              <a:tr h="447850">
                <a:tc>
                  <a:txBody>
                    <a:bodyPr/>
                    <a:lstStyle/>
                    <a:p>
                      <a:pPr indent="0" lvl="0" marL="0" marR="0" rtl="0" algn="ctr">
                        <a:lnSpc>
                          <a:spcPct val="100000"/>
                        </a:lnSpc>
                        <a:spcBef>
                          <a:spcPts val="0"/>
                        </a:spcBef>
                        <a:spcAft>
                          <a:spcPts val="0"/>
                        </a:spcAft>
                        <a:buClr>
                          <a:srgbClr val="09080D"/>
                        </a:buClr>
                        <a:buSzPts val="900"/>
                        <a:buFont typeface="Inter Light"/>
                        <a:buNone/>
                      </a:pPr>
                      <a:r>
                        <a:rPr lang="en" sz="1200">
                          <a:latin typeface="Space Grotesk Medium"/>
                          <a:ea typeface="Space Grotesk Medium"/>
                          <a:cs typeface="Space Grotesk Medium"/>
                          <a:sym typeface="Space Grotesk Medium"/>
                        </a:rPr>
                        <a:t>      </a:t>
                      </a:r>
                      <a:r>
                        <a:rPr lang="en" sz="1200" u="none" cap="none" strike="noStrike">
                          <a:solidFill>
                            <a:srgbClr val="000000"/>
                          </a:solidFill>
                          <a:latin typeface="Space Grotesk Medium"/>
                          <a:ea typeface="Space Grotesk Medium"/>
                          <a:cs typeface="Space Grotesk Medium"/>
                          <a:sym typeface="Space Grotesk Medium"/>
                        </a:rPr>
                        <a:t>Americas</a:t>
                      </a:r>
                      <a:endParaRPr sz="1200" u="none" cap="none" strike="noStrike">
                        <a:solidFill>
                          <a:srgbClr val="000000"/>
                        </a:solidFill>
                        <a:latin typeface="Space Grotesk Medium"/>
                        <a:ea typeface="Space Grotesk Medium"/>
                        <a:cs typeface="Space Grotesk Medium"/>
                        <a:sym typeface="Space Grotesk Medium"/>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FEFEF">
                          <a:alpha val="0"/>
                        </a:srgbClr>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61F32"/>
                        </a:buClr>
                        <a:buSzPts val="900"/>
                        <a:buFont typeface="Inter Light"/>
                        <a:buNone/>
                      </a:pPr>
                      <a:r>
                        <a:rPr lang="en" sz="1000">
                          <a:latin typeface="Space Grotesk Light"/>
                          <a:ea typeface="Space Grotesk Light"/>
                          <a:cs typeface="Space Grotesk Light"/>
                          <a:sym typeface="Space Grotesk Light"/>
                        </a:rPr>
                        <a:t>$1.18</a:t>
                      </a:r>
                      <a:r>
                        <a:rPr lang="en" sz="1000" u="none" cap="none" strike="noStrike">
                          <a:solidFill>
                            <a:srgbClr val="000000"/>
                          </a:solidFill>
                          <a:latin typeface="Space Grotesk Light"/>
                          <a:ea typeface="Space Grotesk Light"/>
                          <a:cs typeface="Space Grotesk Light"/>
                          <a:sym typeface="Space Grotesk Light"/>
                        </a:rPr>
                        <a:t> / 153%</a:t>
                      </a:r>
                      <a:endParaRPr sz="1000" u="none" cap="none" strike="noStrike">
                        <a:solidFill>
                          <a:srgbClr val="000000"/>
                        </a:solidFill>
                        <a:latin typeface="Space Grotesk Light"/>
                        <a:ea typeface="Space Grotesk Light"/>
                        <a:cs typeface="Space Grotesk Light"/>
                        <a:sym typeface="Space Grotesk Light"/>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12700">
                      <a:solidFill>
                        <a:srgbClr val="EFEFE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61F32"/>
                        </a:buClr>
                        <a:buSzPts val="900"/>
                        <a:buFont typeface="Inter Light"/>
                        <a:buNone/>
                      </a:pPr>
                      <a:r>
                        <a:rPr lang="en" sz="1000">
                          <a:latin typeface="Space Grotesk Light"/>
                          <a:ea typeface="Space Grotesk Light"/>
                          <a:cs typeface="Space Grotesk Light"/>
                          <a:sym typeface="Space Grotesk Light"/>
                        </a:rPr>
                        <a:t>11.0</a:t>
                      </a:r>
                      <a:r>
                        <a:rPr i="0" lang="en" sz="1000" u="none" cap="none" strike="noStrike">
                          <a:solidFill>
                            <a:srgbClr val="000000"/>
                          </a:solidFill>
                          <a:latin typeface="Space Grotesk Light"/>
                          <a:ea typeface="Space Grotesk Light"/>
                          <a:cs typeface="Space Grotesk Light"/>
                          <a:sym typeface="Space Grotesk Light"/>
                        </a:rPr>
                        <a:t>% / -4</a:t>
                      </a:r>
                      <a:r>
                        <a:rPr i="0" lang="en" sz="1000" u="none" cap="none" strike="noStrike">
                          <a:solidFill>
                            <a:srgbClr val="000000"/>
                          </a:solidFill>
                          <a:latin typeface="Space Grotesk Light"/>
                          <a:ea typeface="Space Grotesk Light"/>
                          <a:cs typeface="Space Grotesk Light"/>
                          <a:sym typeface="Space Grotesk Light"/>
                        </a:rPr>
                        <a:t>.2</a:t>
                      </a:r>
                      <a:r>
                        <a:rPr i="0" lang="en" sz="1000" u="none" cap="none" strike="noStrike">
                          <a:solidFill>
                            <a:srgbClr val="000000"/>
                          </a:solidFill>
                          <a:latin typeface="Space Grotesk Light"/>
                          <a:ea typeface="Space Grotesk Light"/>
                          <a:cs typeface="Space Grotesk Light"/>
                          <a:sym typeface="Space Grotesk Light"/>
                        </a:rPr>
                        <a:t>%</a:t>
                      </a:r>
                      <a:endParaRPr i="0" sz="1000" u="none" cap="none" strike="noStrike">
                        <a:solidFill>
                          <a:srgbClr val="000000"/>
                        </a:solidFill>
                        <a:latin typeface="Space Grotesk Light"/>
                        <a:ea typeface="Space Grotesk Light"/>
                        <a:cs typeface="Space Grotesk Light"/>
                        <a:sym typeface="Space Grotesk Light"/>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12700">
                      <a:solidFill>
                        <a:srgbClr val="EFEFE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a:latin typeface="Space Grotesk Light"/>
                          <a:ea typeface="Space Grotesk Light"/>
                          <a:cs typeface="Space Grotesk Light"/>
                          <a:sym typeface="Space Grotesk Light"/>
                        </a:rPr>
                        <a:t>11</a:t>
                      </a:r>
                      <a:r>
                        <a:rPr lang="en" sz="1000">
                          <a:latin typeface="Space Grotesk Light"/>
                          <a:ea typeface="Space Grotesk Light"/>
                          <a:cs typeface="Space Grotesk Light"/>
                          <a:sym typeface="Space Grotesk Light"/>
                        </a:rPr>
                        <a:t> / </a:t>
                      </a:r>
                      <a:r>
                        <a:rPr lang="en" sz="1000">
                          <a:latin typeface="Space Grotesk Light"/>
                          <a:ea typeface="Space Grotesk Light"/>
                          <a:cs typeface="Space Grotesk Light"/>
                          <a:sym typeface="Space Grotesk Light"/>
                        </a:rPr>
                        <a:t>-63</a:t>
                      </a:r>
                      <a:r>
                        <a:rPr lang="en" sz="1000">
                          <a:latin typeface="Space Grotesk Light"/>
                          <a:ea typeface="Space Grotesk Light"/>
                          <a:cs typeface="Space Grotesk Light"/>
                          <a:sym typeface="Space Grotesk Light"/>
                        </a:rPr>
                        <a:t>%</a:t>
                      </a:r>
                      <a:endParaRPr sz="1000" u="none" cap="none" strike="noStrike">
                        <a:latin typeface="Space Grotesk Light"/>
                        <a:ea typeface="Space Grotesk Light"/>
                        <a:cs typeface="Space Grotesk Light"/>
                        <a:sym typeface="Space Grotesk Light"/>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12700">
                      <a:solidFill>
                        <a:srgbClr val="EFEFE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61F32"/>
                        </a:buClr>
                        <a:buSzPts val="900"/>
                        <a:buFont typeface="Inter Light"/>
                        <a:buNone/>
                      </a:pPr>
                      <a:r>
                        <a:rPr lang="en" sz="1000">
                          <a:latin typeface="Space Grotesk Light"/>
                          <a:ea typeface="Space Grotesk Light"/>
                          <a:cs typeface="Space Grotesk Light"/>
                          <a:sym typeface="Space Grotesk Light"/>
                        </a:rPr>
                        <a:t>72</a:t>
                      </a:r>
                      <a:r>
                        <a:rPr lang="en" sz="1000" u="none" cap="none" strike="noStrike">
                          <a:solidFill>
                            <a:srgbClr val="000000"/>
                          </a:solidFill>
                          <a:latin typeface="Space Grotesk Light"/>
                          <a:ea typeface="Space Grotesk Light"/>
                          <a:cs typeface="Space Grotesk Light"/>
                          <a:sym typeface="Space Grotesk Light"/>
                        </a:rPr>
                        <a:t>% / </a:t>
                      </a:r>
                      <a:r>
                        <a:rPr lang="en" sz="1000">
                          <a:latin typeface="Space Grotesk Light"/>
                          <a:ea typeface="Space Grotesk Light"/>
                          <a:cs typeface="Space Grotesk Light"/>
                          <a:sym typeface="Space Grotesk Light"/>
                        </a:rPr>
                        <a:t>77</a:t>
                      </a:r>
                      <a:r>
                        <a:rPr lang="en" sz="1000" u="none" cap="none" strike="noStrike">
                          <a:solidFill>
                            <a:srgbClr val="000000"/>
                          </a:solidFill>
                          <a:latin typeface="Space Grotesk Light"/>
                          <a:ea typeface="Space Grotesk Light"/>
                          <a:cs typeface="Space Grotesk Light"/>
                          <a:sym typeface="Space Grotesk Light"/>
                        </a:rPr>
                        <a:t>%</a:t>
                      </a:r>
                      <a:endParaRPr sz="1000" u="none" cap="none" strike="noStrike">
                        <a:solidFill>
                          <a:srgbClr val="000000"/>
                        </a:solidFill>
                        <a:latin typeface="Space Grotesk Light"/>
                        <a:ea typeface="Space Grotesk Light"/>
                        <a:cs typeface="Space Grotesk Light"/>
                        <a:sym typeface="Space Grotesk Light"/>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12700">
                      <a:solidFill>
                        <a:srgbClr val="EFEFE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a:latin typeface="Space Grotesk Light"/>
                          <a:ea typeface="Space Grotesk Light"/>
                          <a:cs typeface="Space Grotesk Light"/>
                          <a:sym typeface="Space Grotesk Light"/>
                        </a:rPr>
                        <a:t>89 (</a:t>
                      </a:r>
                      <a:r>
                        <a:rPr lang="en" sz="1000">
                          <a:latin typeface="Space Grotesk Light"/>
                          <a:ea typeface="Space Grotesk Light"/>
                          <a:cs typeface="Space Grotesk Light"/>
                          <a:sym typeface="Space Grotesk Light"/>
                        </a:rPr>
                        <a:t>9)</a:t>
                      </a:r>
                      <a:endParaRPr sz="1000" u="none" cap="none" strike="noStrike">
                        <a:latin typeface="Space Grotesk Light"/>
                        <a:ea typeface="Space Grotesk Light"/>
                        <a:cs typeface="Space Grotesk Light"/>
                        <a:sym typeface="Space Grotesk Light"/>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12700">
                      <a:solidFill>
                        <a:srgbClr val="EFEFEF"/>
                      </a:solidFill>
                      <a:prstDash val="solid"/>
                      <a:round/>
                      <a:headEnd len="sm" w="sm" type="none"/>
                      <a:tailEnd len="sm" w="sm" type="none"/>
                    </a:lnB>
                    <a:solidFill>
                      <a:srgbClr val="FFFFFF"/>
                    </a:solidFill>
                  </a:tcPr>
                </a:tc>
              </a:tr>
              <a:tr h="554450">
                <a:tc>
                  <a:txBody>
                    <a:bodyPr/>
                    <a:lstStyle/>
                    <a:p>
                      <a:pPr indent="0" lvl="0" marL="0" marR="0" rtl="0" algn="ctr">
                        <a:lnSpc>
                          <a:spcPct val="100000"/>
                        </a:lnSpc>
                        <a:spcBef>
                          <a:spcPts val="0"/>
                        </a:spcBef>
                        <a:spcAft>
                          <a:spcPts val="0"/>
                        </a:spcAft>
                        <a:buClr>
                          <a:srgbClr val="09080D"/>
                        </a:buClr>
                        <a:buSzPts val="900"/>
                        <a:buFont typeface="Inter Light"/>
                        <a:buNone/>
                      </a:pPr>
                      <a:r>
                        <a:rPr lang="en" sz="1200" u="none" cap="none" strike="noStrike">
                          <a:solidFill>
                            <a:srgbClr val="000000"/>
                          </a:solidFill>
                          <a:latin typeface="Space Grotesk Medium"/>
                          <a:ea typeface="Space Grotesk Medium"/>
                          <a:cs typeface="Space Grotesk Medium"/>
                          <a:sym typeface="Space Grotesk Medium"/>
                        </a:rPr>
                        <a:t>EMEA</a:t>
                      </a:r>
                      <a:endParaRPr i="0" sz="1200" u="none" cap="none" strike="noStrike">
                        <a:solidFill>
                          <a:srgbClr val="000000"/>
                        </a:solidFill>
                        <a:latin typeface="Space Grotesk Medium"/>
                        <a:ea typeface="Space Grotesk Medium"/>
                        <a:cs typeface="Space Grotesk Medium"/>
                        <a:sym typeface="Space Grotesk Medium"/>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a:latin typeface="Space Grotesk Light"/>
                          <a:ea typeface="Space Grotesk Light"/>
                          <a:cs typeface="Space Grotesk Light"/>
                          <a:sym typeface="Space Grotesk Light"/>
                        </a:rPr>
                        <a:t>$0.13M</a:t>
                      </a:r>
                      <a:r>
                        <a:rPr lang="en" sz="1000" u="none" cap="none" strike="noStrike">
                          <a:solidFill>
                            <a:srgbClr val="000000"/>
                          </a:solidFill>
                          <a:latin typeface="Space Grotesk Light"/>
                          <a:ea typeface="Space Grotesk Light"/>
                          <a:cs typeface="Space Grotesk Light"/>
                          <a:sym typeface="Space Grotesk Light"/>
                        </a:rPr>
                        <a:t> / 28%</a:t>
                      </a:r>
                      <a:endParaRPr sz="1000" u="none" cap="none" strike="noStrike">
                        <a:latin typeface="Space Grotesk Light"/>
                        <a:ea typeface="Space Grotesk Light"/>
                        <a:cs typeface="Space Grotesk Light"/>
                        <a:sym typeface="Space Grotesk Light"/>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EFEFEF"/>
                      </a:solidFill>
                      <a:prstDash val="solid"/>
                      <a:round/>
                      <a:headEnd len="sm" w="sm" type="none"/>
                      <a:tailEnd len="sm" w="sm" type="none"/>
                    </a:lnT>
                    <a:lnB cap="flat" cmpd="sng" w="12700">
                      <a:solidFill>
                        <a:srgbClr val="EFEFE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a:latin typeface="Space Grotesk Light"/>
                          <a:ea typeface="Space Grotesk Light"/>
                          <a:cs typeface="Space Grotesk Light"/>
                          <a:sym typeface="Space Grotesk Light"/>
                        </a:rPr>
                        <a:t>3.6</a:t>
                      </a:r>
                      <a:r>
                        <a:rPr i="0" lang="en" sz="1000" u="none" cap="none" strike="noStrike">
                          <a:solidFill>
                            <a:srgbClr val="000000"/>
                          </a:solidFill>
                          <a:latin typeface="Space Grotesk Light"/>
                          <a:ea typeface="Space Grotesk Light"/>
                          <a:cs typeface="Space Grotesk Light"/>
                          <a:sym typeface="Space Grotesk Light"/>
                        </a:rPr>
                        <a:t>% / -2</a:t>
                      </a:r>
                      <a:r>
                        <a:rPr i="0" lang="en" sz="1000" u="none" cap="none" strike="noStrike">
                          <a:solidFill>
                            <a:srgbClr val="000000"/>
                          </a:solidFill>
                          <a:latin typeface="Space Grotesk Light"/>
                          <a:ea typeface="Space Grotesk Light"/>
                          <a:cs typeface="Space Grotesk Light"/>
                          <a:sym typeface="Space Grotesk Light"/>
                        </a:rPr>
                        <a:t>8.7</a:t>
                      </a:r>
                      <a:r>
                        <a:rPr i="0" lang="en" sz="1000" u="none" cap="none" strike="noStrike">
                          <a:solidFill>
                            <a:srgbClr val="000000"/>
                          </a:solidFill>
                          <a:latin typeface="Space Grotesk Light"/>
                          <a:ea typeface="Space Grotesk Light"/>
                          <a:cs typeface="Space Grotesk Light"/>
                          <a:sym typeface="Space Grotesk Light"/>
                        </a:rPr>
                        <a:t>%</a:t>
                      </a:r>
                      <a:endParaRPr i="0" sz="1000" u="none" cap="none" strike="noStrike">
                        <a:solidFill>
                          <a:srgbClr val="000000"/>
                        </a:solidFill>
                        <a:latin typeface="Space Grotesk Light"/>
                        <a:ea typeface="Space Grotesk Light"/>
                        <a:cs typeface="Space Grotesk Light"/>
                        <a:sym typeface="Space Grotesk Light"/>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EFEFEF"/>
                      </a:solidFill>
                      <a:prstDash val="solid"/>
                      <a:round/>
                      <a:headEnd len="sm" w="sm" type="none"/>
                      <a:tailEnd len="sm" w="sm" type="none"/>
                    </a:lnT>
                    <a:lnB cap="flat" cmpd="sng" w="12700">
                      <a:solidFill>
                        <a:srgbClr val="EFEFE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a:latin typeface="Space Grotesk Light"/>
                          <a:ea typeface="Space Grotesk Light"/>
                          <a:cs typeface="Space Grotesk Light"/>
                          <a:sym typeface="Space Grotesk Light"/>
                        </a:rPr>
                        <a:t>11</a:t>
                      </a:r>
                      <a:r>
                        <a:rPr lang="en" sz="1000" u="none" cap="none" strike="noStrike">
                          <a:solidFill>
                            <a:srgbClr val="000000"/>
                          </a:solidFill>
                          <a:latin typeface="Space Grotesk Light"/>
                          <a:ea typeface="Space Grotesk Light"/>
                          <a:cs typeface="Space Grotesk Light"/>
                          <a:sym typeface="Space Grotesk Light"/>
                        </a:rPr>
                        <a:t> / </a:t>
                      </a:r>
                      <a:r>
                        <a:rPr lang="en" sz="1000">
                          <a:latin typeface="Space Grotesk Light"/>
                          <a:ea typeface="Space Grotesk Light"/>
                          <a:cs typeface="Space Grotesk Light"/>
                          <a:sym typeface="Space Grotesk Light"/>
                        </a:rPr>
                        <a:t>-42</a:t>
                      </a:r>
                      <a:r>
                        <a:rPr lang="en" sz="1000" u="none" cap="none" strike="noStrike">
                          <a:solidFill>
                            <a:srgbClr val="000000"/>
                          </a:solidFill>
                          <a:latin typeface="Space Grotesk Light"/>
                          <a:ea typeface="Space Grotesk Light"/>
                          <a:cs typeface="Space Grotesk Light"/>
                          <a:sym typeface="Space Grotesk Light"/>
                        </a:rPr>
                        <a:t>%</a:t>
                      </a:r>
                      <a:endParaRPr sz="1000" u="none" cap="none" strike="noStrike">
                        <a:latin typeface="Space Grotesk Light"/>
                        <a:ea typeface="Space Grotesk Light"/>
                        <a:cs typeface="Space Grotesk Light"/>
                        <a:sym typeface="Space Grotesk Light"/>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EFEFEF"/>
                      </a:solidFill>
                      <a:prstDash val="solid"/>
                      <a:round/>
                      <a:headEnd len="sm" w="sm" type="none"/>
                      <a:tailEnd len="sm" w="sm" type="none"/>
                    </a:lnT>
                    <a:lnB cap="flat" cmpd="sng" w="12700">
                      <a:solidFill>
                        <a:srgbClr val="EFEFE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a:latin typeface="Space Grotesk Light"/>
                          <a:ea typeface="Space Grotesk Light"/>
                          <a:cs typeface="Space Grotesk Light"/>
                          <a:sym typeface="Space Grotesk Light"/>
                        </a:rPr>
                        <a:t>55</a:t>
                      </a:r>
                      <a:r>
                        <a:rPr lang="en" sz="1000" u="none" cap="none" strike="noStrike">
                          <a:solidFill>
                            <a:srgbClr val="000000"/>
                          </a:solidFill>
                          <a:latin typeface="Space Grotesk Light"/>
                          <a:ea typeface="Space Grotesk Light"/>
                          <a:cs typeface="Space Grotesk Light"/>
                          <a:sym typeface="Space Grotesk Light"/>
                        </a:rPr>
                        <a:t>%</a:t>
                      </a:r>
                      <a:r>
                        <a:rPr lang="en" sz="1000" u="none" cap="none" strike="noStrike">
                          <a:solidFill>
                            <a:srgbClr val="000000"/>
                          </a:solidFill>
                          <a:latin typeface="Space Grotesk Light"/>
                          <a:ea typeface="Space Grotesk Light"/>
                          <a:cs typeface="Space Grotesk Light"/>
                          <a:sym typeface="Space Grotesk Light"/>
                        </a:rPr>
                        <a:t> / 6</a:t>
                      </a:r>
                      <a:r>
                        <a:rPr lang="en" sz="1000">
                          <a:latin typeface="Space Grotesk Light"/>
                          <a:ea typeface="Space Grotesk Light"/>
                          <a:cs typeface="Space Grotesk Light"/>
                          <a:sym typeface="Space Grotesk Light"/>
                        </a:rPr>
                        <a:t>7</a:t>
                      </a:r>
                      <a:r>
                        <a:rPr lang="en" sz="1000" u="none" cap="none" strike="noStrike">
                          <a:solidFill>
                            <a:srgbClr val="000000"/>
                          </a:solidFill>
                          <a:latin typeface="Space Grotesk Light"/>
                          <a:ea typeface="Space Grotesk Light"/>
                          <a:cs typeface="Space Grotesk Light"/>
                          <a:sym typeface="Space Grotesk Light"/>
                        </a:rPr>
                        <a:t> %</a:t>
                      </a:r>
                      <a:endParaRPr sz="1000" u="none" cap="none" strike="noStrike">
                        <a:latin typeface="Space Grotesk Light"/>
                        <a:ea typeface="Space Grotesk Light"/>
                        <a:cs typeface="Space Grotesk Light"/>
                        <a:sym typeface="Space Grotesk Light"/>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EFEFEF"/>
                      </a:solidFill>
                      <a:prstDash val="solid"/>
                      <a:round/>
                      <a:headEnd len="sm" w="sm" type="none"/>
                      <a:tailEnd len="sm" w="sm" type="none"/>
                    </a:lnT>
                    <a:lnB cap="flat" cmpd="sng" w="12700">
                      <a:solidFill>
                        <a:srgbClr val="EFEFE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a:latin typeface="Space Grotesk Light"/>
                          <a:ea typeface="Space Grotesk Light"/>
                          <a:cs typeface="Space Grotesk Light"/>
                          <a:sym typeface="Space Grotesk Light"/>
                        </a:rPr>
                        <a:t>65 (14)</a:t>
                      </a:r>
                      <a:endParaRPr sz="1000" u="none" cap="none" strike="noStrike">
                        <a:latin typeface="Space Grotesk Light"/>
                        <a:ea typeface="Space Grotesk Light"/>
                        <a:cs typeface="Space Grotesk Light"/>
                        <a:sym typeface="Space Grotesk Light"/>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EFEFEF"/>
                      </a:solidFill>
                      <a:prstDash val="solid"/>
                      <a:round/>
                      <a:headEnd len="sm" w="sm" type="none"/>
                      <a:tailEnd len="sm" w="sm" type="none"/>
                    </a:lnT>
                    <a:lnB cap="flat" cmpd="sng" w="12700">
                      <a:solidFill>
                        <a:srgbClr val="EFEFEF"/>
                      </a:solidFill>
                      <a:prstDash val="solid"/>
                      <a:round/>
                      <a:headEnd len="sm" w="sm" type="none"/>
                      <a:tailEnd len="sm" w="sm" type="none"/>
                    </a:lnB>
                    <a:solidFill>
                      <a:srgbClr val="FFFFFF"/>
                    </a:solidFill>
                  </a:tcPr>
                </a:tc>
              </a:tr>
              <a:tr h="554450">
                <a:tc>
                  <a:txBody>
                    <a:bodyPr/>
                    <a:lstStyle/>
                    <a:p>
                      <a:pPr indent="0" lvl="0" marL="0" marR="0" rtl="0" algn="ctr">
                        <a:lnSpc>
                          <a:spcPct val="100000"/>
                        </a:lnSpc>
                        <a:spcBef>
                          <a:spcPts val="0"/>
                        </a:spcBef>
                        <a:spcAft>
                          <a:spcPts val="0"/>
                        </a:spcAft>
                        <a:buClr>
                          <a:srgbClr val="09080D"/>
                        </a:buClr>
                        <a:buSzPts val="900"/>
                        <a:buFont typeface="Inter Light"/>
                        <a:buNone/>
                      </a:pPr>
                      <a:r>
                        <a:rPr lang="en" sz="1200" u="none" cap="none" strike="noStrike">
                          <a:solidFill>
                            <a:srgbClr val="000000"/>
                          </a:solidFill>
                          <a:latin typeface="Space Grotesk Medium"/>
                          <a:ea typeface="Space Grotesk Medium"/>
                          <a:cs typeface="Space Grotesk Medium"/>
                          <a:sym typeface="Space Grotesk Medium"/>
                        </a:rPr>
                        <a:t>APAC</a:t>
                      </a:r>
                      <a:endParaRPr i="0" sz="1200" u="none" cap="none" strike="noStrike">
                        <a:solidFill>
                          <a:srgbClr val="000000"/>
                        </a:solidFill>
                        <a:latin typeface="Space Grotesk Medium"/>
                        <a:ea typeface="Space Grotesk Medium"/>
                        <a:cs typeface="Space Grotesk Medium"/>
                        <a:sym typeface="Space Grotesk Medium"/>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000000"/>
                          </a:solidFill>
                          <a:latin typeface="Space Grotesk Light"/>
                          <a:ea typeface="Space Grotesk Light"/>
                          <a:cs typeface="Space Grotesk Light"/>
                          <a:sym typeface="Space Grotesk Light"/>
                        </a:rPr>
                        <a:t>$</a:t>
                      </a:r>
                      <a:r>
                        <a:rPr lang="en" sz="1000">
                          <a:latin typeface="Space Grotesk Light"/>
                          <a:ea typeface="Space Grotesk Light"/>
                          <a:cs typeface="Space Grotesk Light"/>
                          <a:sym typeface="Space Grotesk Light"/>
                        </a:rPr>
                        <a:t>0.08M</a:t>
                      </a:r>
                      <a:r>
                        <a:rPr lang="en" sz="1000" u="none" cap="none" strike="noStrike">
                          <a:solidFill>
                            <a:srgbClr val="000000"/>
                          </a:solidFill>
                          <a:latin typeface="Space Grotesk Light"/>
                          <a:ea typeface="Space Grotesk Light"/>
                          <a:cs typeface="Space Grotesk Light"/>
                          <a:sym typeface="Space Grotesk Light"/>
                        </a:rPr>
                        <a:t> / </a:t>
                      </a:r>
                      <a:r>
                        <a:rPr lang="en" sz="1000">
                          <a:latin typeface="Space Grotesk Light"/>
                          <a:ea typeface="Space Grotesk Light"/>
                          <a:cs typeface="Space Grotesk Light"/>
                          <a:sym typeface="Space Grotesk Light"/>
                        </a:rPr>
                        <a:t>29</a:t>
                      </a:r>
                      <a:r>
                        <a:rPr lang="en" sz="1000" u="none" cap="none" strike="noStrike">
                          <a:solidFill>
                            <a:srgbClr val="000000"/>
                          </a:solidFill>
                          <a:latin typeface="Space Grotesk Light"/>
                          <a:ea typeface="Space Grotesk Light"/>
                          <a:cs typeface="Space Grotesk Light"/>
                          <a:sym typeface="Space Grotesk Light"/>
                        </a:rPr>
                        <a:t>%</a:t>
                      </a:r>
                      <a:endParaRPr sz="1000" u="none" cap="none" strike="noStrike">
                        <a:latin typeface="Space Grotesk Light"/>
                        <a:ea typeface="Space Grotesk Light"/>
                        <a:cs typeface="Space Grotesk Light"/>
                        <a:sym typeface="Space Grotesk Light"/>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EFEFEF"/>
                      </a:solidFill>
                      <a:prstDash val="solid"/>
                      <a:round/>
                      <a:headEnd len="sm" w="sm" type="none"/>
                      <a:tailEnd len="sm" w="sm" type="none"/>
                    </a:lnT>
                    <a:lnB cap="flat" cmpd="sng" w="12700">
                      <a:solidFill>
                        <a:srgbClr val="EFEFE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a:latin typeface="Space Grotesk Light"/>
                          <a:ea typeface="Space Grotesk Light"/>
                          <a:cs typeface="Space Grotesk Light"/>
                          <a:sym typeface="Space Grotesk Light"/>
                        </a:rPr>
                        <a:t>4.1</a:t>
                      </a:r>
                      <a:r>
                        <a:rPr i="0" lang="en" sz="1000" u="none" cap="none" strike="noStrike">
                          <a:solidFill>
                            <a:srgbClr val="000000"/>
                          </a:solidFill>
                          <a:latin typeface="Space Grotesk Light"/>
                          <a:ea typeface="Space Grotesk Light"/>
                          <a:cs typeface="Space Grotesk Light"/>
                          <a:sym typeface="Space Grotesk Light"/>
                        </a:rPr>
                        <a:t>%</a:t>
                      </a:r>
                      <a:r>
                        <a:rPr i="0" lang="en" sz="1000" u="none" cap="none" strike="noStrike">
                          <a:solidFill>
                            <a:srgbClr val="000000"/>
                          </a:solidFill>
                          <a:latin typeface="Space Grotesk Light"/>
                          <a:ea typeface="Space Grotesk Light"/>
                          <a:cs typeface="Space Grotesk Light"/>
                          <a:sym typeface="Space Grotesk Light"/>
                        </a:rPr>
                        <a:t> /</a:t>
                      </a:r>
                      <a:r>
                        <a:rPr lang="en" sz="1000">
                          <a:latin typeface="Space Grotesk Light"/>
                          <a:ea typeface="Space Grotesk Light"/>
                          <a:cs typeface="Space Grotesk Light"/>
                          <a:sym typeface="Space Grotesk Light"/>
                        </a:rPr>
                        <a:t> -9.0%</a:t>
                      </a:r>
                      <a:endParaRPr i="0" sz="1000" u="none" cap="none" strike="noStrike">
                        <a:solidFill>
                          <a:srgbClr val="000000"/>
                        </a:solidFill>
                        <a:latin typeface="Space Grotesk Light"/>
                        <a:ea typeface="Space Grotesk Light"/>
                        <a:cs typeface="Space Grotesk Light"/>
                        <a:sym typeface="Space Grotesk Light"/>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EFEFEF"/>
                      </a:solidFill>
                      <a:prstDash val="solid"/>
                      <a:round/>
                      <a:headEnd len="sm" w="sm" type="none"/>
                      <a:tailEnd len="sm" w="sm" type="none"/>
                    </a:lnT>
                    <a:lnB cap="flat" cmpd="sng" w="12700">
                      <a:solidFill>
                        <a:srgbClr val="EFEFE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a:latin typeface="Space Grotesk Light"/>
                          <a:ea typeface="Space Grotesk Light"/>
                          <a:cs typeface="Space Grotesk Light"/>
                          <a:sym typeface="Space Grotesk Light"/>
                        </a:rPr>
                        <a:t>11</a:t>
                      </a:r>
                      <a:r>
                        <a:rPr lang="en" sz="1000" u="none" cap="none" strike="noStrike">
                          <a:solidFill>
                            <a:srgbClr val="000000"/>
                          </a:solidFill>
                          <a:latin typeface="Space Grotesk Light"/>
                          <a:ea typeface="Space Grotesk Light"/>
                          <a:cs typeface="Space Grotesk Light"/>
                          <a:sym typeface="Space Grotesk Light"/>
                        </a:rPr>
                        <a:t> / </a:t>
                      </a:r>
                      <a:r>
                        <a:rPr lang="en" sz="1000">
                          <a:latin typeface="Space Grotesk Light"/>
                          <a:ea typeface="Space Grotesk Light"/>
                          <a:cs typeface="Space Grotesk Light"/>
                          <a:sym typeface="Space Grotesk Light"/>
                        </a:rPr>
                        <a:t>-50</a:t>
                      </a:r>
                      <a:r>
                        <a:rPr lang="en" sz="1000" u="none" cap="none" strike="noStrike">
                          <a:solidFill>
                            <a:srgbClr val="000000"/>
                          </a:solidFill>
                          <a:latin typeface="Space Grotesk Light"/>
                          <a:ea typeface="Space Grotesk Light"/>
                          <a:cs typeface="Space Grotesk Light"/>
                          <a:sym typeface="Space Grotesk Light"/>
                        </a:rPr>
                        <a:t>%</a:t>
                      </a:r>
                      <a:endParaRPr sz="1000" u="none" cap="none" strike="noStrike">
                        <a:latin typeface="Space Grotesk Light"/>
                        <a:ea typeface="Space Grotesk Light"/>
                        <a:cs typeface="Space Grotesk Light"/>
                        <a:sym typeface="Space Grotesk Light"/>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EFEFEF"/>
                      </a:solidFill>
                      <a:prstDash val="solid"/>
                      <a:round/>
                      <a:headEnd len="sm" w="sm" type="none"/>
                      <a:tailEnd len="sm" w="sm" type="none"/>
                    </a:lnT>
                    <a:lnB cap="flat" cmpd="sng" w="12700">
                      <a:solidFill>
                        <a:srgbClr val="EFEFE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a:latin typeface="Space Grotesk Light"/>
                          <a:ea typeface="Space Grotesk Light"/>
                          <a:cs typeface="Space Grotesk Light"/>
                          <a:sym typeface="Space Grotesk Light"/>
                        </a:rPr>
                        <a:t>66</a:t>
                      </a:r>
                      <a:r>
                        <a:rPr lang="en" sz="1000" u="none" cap="none" strike="noStrike">
                          <a:solidFill>
                            <a:srgbClr val="000000"/>
                          </a:solidFill>
                          <a:latin typeface="Space Grotesk Light"/>
                          <a:ea typeface="Space Grotesk Light"/>
                          <a:cs typeface="Space Grotesk Light"/>
                          <a:sym typeface="Space Grotesk Light"/>
                        </a:rPr>
                        <a:t>% /</a:t>
                      </a:r>
                      <a:r>
                        <a:rPr lang="en" sz="1000">
                          <a:latin typeface="Space Grotesk Light"/>
                          <a:ea typeface="Space Grotesk Light"/>
                          <a:cs typeface="Space Grotesk Light"/>
                          <a:sym typeface="Space Grotesk Light"/>
                        </a:rPr>
                        <a:t> 77%</a:t>
                      </a:r>
                      <a:endParaRPr sz="1000" u="none" cap="none" strike="noStrike">
                        <a:latin typeface="Space Grotesk Light"/>
                        <a:ea typeface="Space Grotesk Light"/>
                        <a:cs typeface="Space Grotesk Light"/>
                        <a:sym typeface="Space Grotesk Light"/>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EFEFEF"/>
                      </a:solidFill>
                      <a:prstDash val="solid"/>
                      <a:round/>
                      <a:headEnd len="sm" w="sm" type="none"/>
                      <a:tailEnd len="sm" w="sm" type="none"/>
                    </a:lnT>
                    <a:lnB cap="flat" cmpd="sng" w="12700">
                      <a:solidFill>
                        <a:srgbClr val="EFEFE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a:latin typeface="Space Grotesk Light"/>
                          <a:ea typeface="Space Grotesk Light"/>
                          <a:cs typeface="Space Grotesk Light"/>
                          <a:sym typeface="Space Grotesk Light"/>
                        </a:rPr>
                        <a:t>53 (5)</a:t>
                      </a:r>
                      <a:endParaRPr sz="1000" u="none" cap="none" strike="noStrike">
                        <a:latin typeface="Space Grotesk Light"/>
                        <a:ea typeface="Space Grotesk Light"/>
                        <a:cs typeface="Space Grotesk Light"/>
                        <a:sym typeface="Space Grotesk Light"/>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EFEFEF"/>
                      </a:solidFill>
                      <a:prstDash val="solid"/>
                      <a:round/>
                      <a:headEnd len="sm" w="sm" type="none"/>
                      <a:tailEnd len="sm" w="sm" type="none"/>
                    </a:lnT>
                    <a:lnB cap="flat" cmpd="sng" w="12700">
                      <a:solidFill>
                        <a:srgbClr val="EFEFEF"/>
                      </a:solidFill>
                      <a:prstDash val="solid"/>
                      <a:round/>
                      <a:headEnd len="sm" w="sm" type="none"/>
                      <a:tailEnd len="sm" w="sm" type="none"/>
                    </a:lnB>
                    <a:solidFill>
                      <a:srgbClr val="FFFFFF"/>
                    </a:solidFill>
                  </a:tcPr>
                </a:tc>
              </a:tr>
              <a:tr h="554450">
                <a:tc>
                  <a:txBody>
                    <a:bodyPr/>
                    <a:lstStyle/>
                    <a:p>
                      <a:pPr indent="0" lvl="0" marL="0" marR="0" rtl="0" algn="ctr">
                        <a:lnSpc>
                          <a:spcPct val="100000"/>
                        </a:lnSpc>
                        <a:spcBef>
                          <a:spcPts val="0"/>
                        </a:spcBef>
                        <a:spcAft>
                          <a:spcPts val="0"/>
                        </a:spcAft>
                        <a:buClr>
                          <a:srgbClr val="09080D"/>
                        </a:buClr>
                        <a:buSzPts val="900"/>
                        <a:buFont typeface="Inter Light"/>
                        <a:buNone/>
                      </a:pPr>
                      <a:r>
                        <a:rPr lang="en" sz="1200" u="none" cap="none" strike="noStrike">
                          <a:solidFill>
                            <a:srgbClr val="000000"/>
                          </a:solidFill>
                          <a:latin typeface="Space Grotesk Medium"/>
                          <a:ea typeface="Space Grotesk Medium"/>
                          <a:cs typeface="Space Grotesk Medium"/>
                          <a:sym typeface="Space Grotesk Medium"/>
                        </a:rPr>
                        <a:t>Total</a:t>
                      </a:r>
                      <a:endParaRPr i="0" sz="1200" u="none" cap="none" strike="noStrike">
                        <a:solidFill>
                          <a:srgbClr val="000000"/>
                        </a:solidFill>
                        <a:latin typeface="Space Grotesk Medium"/>
                        <a:ea typeface="Space Grotesk Medium"/>
                        <a:cs typeface="Space Grotesk Medium"/>
                        <a:sym typeface="Space Grotesk Medium"/>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rgbClr val="000000"/>
                          </a:solidFill>
                          <a:latin typeface="Space Grotesk"/>
                          <a:ea typeface="Space Grotesk"/>
                          <a:cs typeface="Space Grotesk"/>
                          <a:sym typeface="Space Grotesk"/>
                        </a:rPr>
                        <a:t>$1.4</a:t>
                      </a:r>
                      <a:r>
                        <a:rPr b="1" lang="en" sz="1000">
                          <a:latin typeface="Space Grotesk"/>
                          <a:ea typeface="Space Grotesk"/>
                          <a:cs typeface="Space Grotesk"/>
                          <a:sym typeface="Space Grotesk"/>
                        </a:rPr>
                        <a:t>M </a:t>
                      </a:r>
                      <a:r>
                        <a:rPr b="1" lang="en" sz="1000">
                          <a:latin typeface="Space Grotesk"/>
                          <a:ea typeface="Space Grotesk"/>
                          <a:cs typeface="Space Grotesk"/>
                          <a:sym typeface="Space Grotesk"/>
                        </a:rPr>
                        <a:t>/ 93%</a:t>
                      </a:r>
                      <a:endParaRPr b="1" sz="1000" u="none" cap="none" strike="noStrike"/>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EFEFEF"/>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3F3F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 sz="1000">
                          <a:latin typeface="Space Grotesk"/>
                          <a:ea typeface="Space Grotesk"/>
                          <a:cs typeface="Space Grotesk"/>
                          <a:sym typeface="Space Grotesk"/>
                        </a:rPr>
                        <a:t>8.</a:t>
                      </a:r>
                      <a:r>
                        <a:rPr b="1" lang="en" sz="1000">
                          <a:latin typeface="Space Grotesk"/>
                          <a:ea typeface="Space Grotesk"/>
                          <a:cs typeface="Space Grotesk"/>
                          <a:sym typeface="Space Grotesk"/>
                        </a:rPr>
                        <a:t>1</a:t>
                      </a:r>
                      <a:r>
                        <a:rPr b="1" i="0" lang="en" sz="1000" u="none" cap="none" strike="noStrike">
                          <a:solidFill>
                            <a:srgbClr val="000000"/>
                          </a:solidFill>
                          <a:latin typeface="Space Grotesk"/>
                          <a:ea typeface="Space Grotesk"/>
                          <a:cs typeface="Space Grotesk"/>
                          <a:sym typeface="Space Grotesk"/>
                        </a:rPr>
                        <a:t>% / </a:t>
                      </a:r>
                      <a:r>
                        <a:rPr b="1" lang="en" sz="1000">
                          <a:latin typeface="Space Grotesk"/>
                          <a:ea typeface="Space Grotesk"/>
                          <a:cs typeface="Space Grotesk"/>
                          <a:sym typeface="Space Grotesk"/>
                        </a:rPr>
                        <a:t>-10.1</a:t>
                      </a:r>
                      <a:r>
                        <a:rPr b="1" i="0" lang="en" sz="1000" u="none" cap="none" strike="noStrike">
                          <a:solidFill>
                            <a:srgbClr val="000000"/>
                          </a:solidFill>
                          <a:latin typeface="Space Grotesk"/>
                          <a:ea typeface="Space Grotesk"/>
                          <a:cs typeface="Space Grotesk"/>
                          <a:sym typeface="Space Grotesk"/>
                        </a:rPr>
                        <a:t>%</a:t>
                      </a:r>
                      <a:endParaRPr b="1" i="0" sz="1000" u="none" cap="none" strike="noStrike">
                        <a:solidFill>
                          <a:srgbClr val="000000"/>
                        </a:solidFill>
                        <a:latin typeface="Space Grotesk"/>
                        <a:ea typeface="Space Grotesk"/>
                        <a:cs typeface="Space Grotesk"/>
                        <a:sym typeface="Space Grotesk"/>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EFEFEF"/>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3F3F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 sz="1000">
                          <a:latin typeface="Space Grotesk"/>
                          <a:ea typeface="Space Grotesk"/>
                          <a:cs typeface="Space Grotesk"/>
                          <a:sym typeface="Space Grotesk"/>
                        </a:rPr>
                        <a:t> 33 / </a:t>
                      </a:r>
                      <a:r>
                        <a:rPr b="1" lang="en" sz="1000" u="none" cap="none" strike="noStrike">
                          <a:solidFill>
                            <a:srgbClr val="000000"/>
                          </a:solidFill>
                          <a:latin typeface="Space Grotesk"/>
                          <a:ea typeface="Space Grotesk"/>
                          <a:cs typeface="Space Grotesk"/>
                          <a:sym typeface="Space Grotesk"/>
                        </a:rPr>
                        <a:t> </a:t>
                      </a:r>
                      <a:r>
                        <a:rPr b="1" lang="en" sz="1000">
                          <a:latin typeface="Space Grotesk"/>
                          <a:ea typeface="Space Grotesk"/>
                          <a:cs typeface="Space Grotesk"/>
                          <a:sym typeface="Space Grotesk"/>
                        </a:rPr>
                        <a:t>-55</a:t>
                      </a:r>
                      <a:r>
                        <a:rPr b="1" lang="en" sz="1000" u="none" cap="none" strike="noStrike">
                          <a:solidFill>
                            <a:srgbClr val="000000"/>
                          </a:solidFill>
                          <a:latin typeface="Space Grotesk"/>
                          <a:ea typeface="Space Grotesk"/>
                          <a:cs typeface="Space Grotesk"/>
                          <a:sym typeface="Space Grotesk"/>
                        </a:rPr>
                        <a:t>%</a:t>
                      </a:r>
                      <a:endParaRPr b="1" sz="1000" u="none" cap="none" strike="noStrike"/>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EFEFEF"/>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3F3F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 sz="1000">
                          <a:latin typeface="Space Grotesk"/>
                          <a:ea typeface="Space Grotesk"/>
                          <a:cs typeface="Space Grotesk"/>
                          <a:sym typeface="Space Grotesk"/>
                        </a:rPr>
                        <a:t>67</a:t>
                      </a:r>
                      <a:r>
                        <a:rPr b="1" lang="en" sz="1000" u="none" cap="none" strike="noStrike">
                          <a:solidFill>
                            <a:srgbClr val="000000"/>
                          </a:solidFill>
                          <a:latin typeface="Space Grotesk"/>
                          <a:ea typeface="Space Grotesk"/>
                          <a:cs typeface="Space Grotesk"/>
                          <a:sym typeface="Space Grotesk"/>
                        </a:rPr>
                        <a:t>%</a:t>
                      </a:r>
                      <a:r>
                        <a:rPr b="1" lang="en" sz="1000" u="none" cap="none" strike="noStrike">
                          <a:solidFill>
                            <a:srgbClr val="000000"/>
                          </a:solidFill>
                          <a:latin typeface="Space Grotesk"/>
                          <a:ea typeface="Space Grotesk"/>
                          <a:cs typeface="Space Grotesk"/>
                          <a:sym typeface="Space Grotesk"/>
                        </a:rPr>
                        <a:t> / </a:t>
                      </a:r>
                      <a:r>
                        <a:rPr b="1" lang="en" sz="1000">
                          <a:latin typeface="Space Grotesk"/>
                          <a:ea typeface="Space Grotesk"/>
                          <a:cs typeface="Space Grotesk"/>
                          <a:sym typeface="Space Grotesk"/>
                        </a:rPr>
                        <a:t>75</a:t>
                      </a:r>
                      <a:r>
                        <a:rPr b="1" lang="en" sz="1000" u="none" cap="none" strike="noStrike">
                          <a:solidFill>
                            <a:srgbClr val="000000"/>
                          </a:solidFill>
                          <a:latin typeface="Space Grotesk"/>
                          <a:ea typeface="Space Grotesk"/>
                          <a:cs typeface="Space Grotesk"/>
                          <a:sym typeface="Space Grotesk"/>
                        </a:rPr>
                        <a:t>%</a:t>
                      </a:r>
                      <a:endParaRPr b="1" sz="1000" u="none" cap="none" strike="noStrike"/>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EFEFEF"/>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3F3F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 sz="1000">
                          <a:latin typeface="Space Grotesk"/>
                          <a:ea typeface="Space Grotesk"/>
                          <a:cs typeface="Space Grotesk"/>
                          <a:sym typeface="Space Grotesk"/>
                        </a:rPr>
                        <a:t>  207 (28)</a:t>
                      </a:r>
                      <a:endParaRPr b="1" sz="1000" u="none" cap="none" strike="noStrike">
                        <a:latin typeface="Space Grotesk"/>
                        <a:ea typeface="Space Grotesk"/>
                        <a:cs typeface="Space Grotesk"/>
                        <a:sym typeface="Space Grotesk"/>
                      </a:endParaRPr>
                    </a:p>
                  </a:txBody>
                  <a:tcPr marT="91450" marB="9145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EFEFEF"/>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3F3F3"/>
                    </a:solidFill>
                  </a:tcPr>
                </a:tc>
              </a:tr>
            </a:tbl>
          </a:graphicData>
        </a:graphic>
      </p:graphicFrame>
      <p:sp>
        <p:nvSpPr>
          <p:cNvPr id="931" name="Google Shape;931;p124"/>
          <p:cNvSpPr/>
          <p:nvPr/>
        </p:nvSpPr>
        <p:spPr>
          <a:xfrm>
            <a:off x="1735921" y="3323925"/>
            <a:ext cx="241200" cy="241200"/>
          </a:xfrm>
          <a:prstGeom prst="ellipse">
            <a:avLst/>
          </a:prstGeom>
          <a:solidFill>
            <a:srgbClr val="C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lang="en" sz="1100">
                <a:solidFill>
                  <a:srgbClr val="FFFFFF"/>
                </a:solidFill>
                <a:latin typeface="Space Grotesk"/>
                <a:ea typeface="Space Grotesk"/>
                <a:cs typeface="Space Grotesk"/>
                <a:sym typeface="Space Grotesk"/>
              </a:rPr>
              <a:t>1</a:t>
            </a:r>
            <a:endParaRPr b="1" sz="1100">
              <a:solidFill>
                <a:srgbClr val="FFFFFF"/>
              </a:solidFill>
              <a:latin typeface="Space Grotesk"/>
              <a:ea typeface="Space Grotesk"/>
              <a:cs typeface="Space Grotesk"/>
              <a:sym typeface="Space Grotesk"/>
            </a:endParaRPr>
          </a:p>
        </p:txBody>
      </p:sp>
      <p:sp>
        <p:nvSpPr>
          <p:cNvPr id="932" name="Google Shape;932;p124"/>
          <p:cNvSpPr/>
          <p:nvPr/>
        </p:nvSpPr>
        <p:spPr>
          <a:xfrm>
            <a:off x="2191932" y="3323913"/>
            <a:ext cx="241200" cy="241200"/>
          </a:xfrm>
          <a:prstGeom prst="ellipse">
            <a:avLst/>
          </a:prstGeom>
          <a:solidFill>
            <a:srgbClr val="C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 sz="1100">
                <a:solidFill>
                  <a:srgbClr val="FFFFFF"/>
                </a:solidFill>
                <a:latin typeface="Space Grotesk"/>
                <a:ea typeface="Space Grotesk"/>
                <a:cs typeface="Space Grotesk"/>
                <a:sym typeface="Space Grotesk"/>
              </a:rPr>
              <a:t>2</a:t>
            </a:r>
            <a:endParaRPr b="1" sz="1100">
              <a:solidFill>
                <a:srgbClr val="FFFFFF"/>
              </a:solidFill>
              <a:latin typeface="Space Grotesk"/>
              <a:ea typeface="Space Grotesk"/>
              <a:cs typeface="Space Grotesk"/>
              <a:sym typeface="Space Grotesk"/>
            </a:endParaRPr>
          </a:p>
        </p:txBody>
      </p:sp>
      <p:sp>
        <p:nvSpPr>
          <p:cNvPr id="933" name="Google Shape;933;p124"/>
          <p:cNvSpPr/>
          <p:nvPr/>
        </p:nvSpPr>
        <p:spPr>
          <a:xfrm>
            <a:off x="8156157" y="3127888"/>
            <a:ext cx="241200" cy="241200"/>
          </a:xfrm>
          <a:prstGeom prst="ellipse">
            <a:avLst/>
          </a:prstGeom>
          <a:solidFill>
            <a:srgbClr val="C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 sz="1100">
                <a:solidFill>
                  <a:srgbClr val="FFFFFF"/>
                </a:solidFill>
                <a:latin typeface="Space Grotesk"/>
                <a:ea typeface="Space Grotesk"/>
                <a:cs typeface="Space Grotesk"/>
                <a:sym typeface="Space Grotesk"/>
              </a:rPr>
              <a:t>3</a:t>
            </a:r>
            <a:endParaRPr b="1" sz="1100">
              <a:solidFill>
                <a:srgbClr val="FFFFFF"/>
              </a:solidFill>
              <a:latin typeface="Space Grotesk"/>
              <a:ea typeface="Space Grotesk"/>
              <a:cs typeface="Space Grotesk"/>
              <a:sym typeface="Space Grotesk"/>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pic>
        <p:nvPicPr>
          <p:cNvPr id="938" name="Google Shape;938;p125"/>
          <p:cNvPicPr preferRelativeResize="0"/>
          <p:nvPr/>
        </p:nvPicPr>
        <p:blipFill>
          <a:blip r:embed="rId3">
            <a:alphaModFix/>
          </a:blip>
          <a:stretch>
            <a:fillRect/>
          </a:stretch>
        </p:blipFill>
        <p:spPr>
          <a:xfrm>
            <a:off x="0" y="680505"/>
            <a:ext cx="9143998" cy="2517840"/>
          </a:xfrm>
          <a:prstGeom prst="rect">
            <a:avLst/>
          </a:prstGeom>
          <a:noFill/>
          <a:ln>
            <a:noFill/>
          </a:ln>
        </p:spPr>
      </p:pic>
      <p:sp>
        <p:nvSpPr>
          <p:cNvPr id="939" name="Google Shape;939;p125"/>
          <p:cNvSpPr txBox="1"/>
          <p:nvPr/>
        </p:nvSpPr>
        <p:spPr>
          <a:xfrm>
            <a:off x="4954238" y="3561425"/>
            <a:ext cx="2008800" cy="28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Space Grotesk"/>
                <a:ea typeface="Space Grotesk"/>
                <a:cs typeface="Space Grotesk"/>
                <a:sym typeface="Space Grotesk"/>
              </a:rPr>
              <a:t>149</a:t>
            </a:r>
            <a:r>
              <a:rPr b="1" lang="en" sz="1200">
                <a:solidFill>
                  <a:schemeClr val="dk1"/>
                </a:solidFill>
                <a:latin typeface="Space Grotesk"/>
                <a:ea typeface="Space Grotesk"/>
                <a:cs typeface="Space Grotesk"/>
                <a:sym typeface="Space Grotesk"/>
              </a:rPr>
              <a:t> Days</a:t>
            </a:r>
            <a:endParaRPr b="1" sz="1200">
              <a:solidFill>
                <a:schemeClr val="dk1"/>
              </a:solidFill>
              <a:latin typeface="Space Grotesk"/>
              <a:ea typeface="Space Grotesk"/>
              <a:cs typeface="Space Grotesk"/>
              <a:sym typeface="Space Grotesk"/>
            </a:endParaRPr>
          </a:p>
        </p:txBody>
      </p:sp>
      <p:sp>
        <p:nvSpPr>
          <p:cNvPr id="940" name="Google Shape;940;p125"/>
          <p:cNvSpPr txBox="1"/>
          <p:nvPr/>
        </p:nvSpPr>
        <p:spPr>
          <a:xfrm>
            <a:off x="2196613" y="3572775"/>
            <a:ext cx="2008800" cy="28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Space Grotesk"/>
                <a:ea typeface="Space Grotesk"/>
                <a:cs typeface="Space Grotesk"/>
                <a:sym typeface="Space Grotesk"/>
              </a:rPr>
              <a:t>113 Days</a:t>
            </a:r>
            <a:endParaRPr b="1" sz="1200">
              <a:solidFill>
                <a:schemeClr val="dk1"/>
              </a:solidFill>
              <a:latin typeface="Space Grotesk"/>
              <a:ea typeface="Space Grotesk"/>
              <a:cs typeface="Space Grotesk"/>
              <a:sym typeface="Space Grotesk"/>
            </a:endParaRPr>
          </a:p>
        </p:txBody>
      </p:sp>
      <p:sp>
        <p:nvSpPr>
          <p:cNvPr id="941" name="Google Shape;941;p125"/>
          <p:cNvSpPr txBox="1"/>
          <p:nvPr>
            <p:ph type="title"/>
          </p:nvPr>
        </p:nvSpPr>
        <p:spPr>
          <a:xfrm>
            <a:off x="298725" y="216425"/>
            <a:ext cx="8349900" cy="405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Customer Go Lives</a:t>
            </a:r>
            <a:endParaRPr/>
          </a:p>
        </p:txBody>
      </p:sp>
      <p:sp>
        <p:nvSpPr>
          <p:cNvPr id="942" name="Google Shape;942;p125"/>
          <p:cNvSpPr txBox="1"/>
          <p:nvPr/>
        </p:nvSpPr>
        <p:spPr>
          <a:xfrm>
            <a:off x="225775" y="3924890"/>
            <a:ext cx="8507700" cy="109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666666"/>
                </a:solidFill>
                <a:latin typeface="Space Grotesk"/>
                <a:ea typeface="Space Grotesk"/>
                <a:cs typeface="Space Grotesk"/>
                <a:sym typeface="Space Grotesk"/>
              </a:rPr>
              <a:t>1: Software customers take ~twice as long to go live compared with cloud new logos</a:t>
            </a:r>
            <a:endParaRPr sz="1100">
              <a:solidFill>
                <a:srgbClr val="666666"/>
              </a:solidFill>
              <a:latin typeface="Space Grotesk"/>
              <a:ea typeface="Space Grotesk"/>
              <a:cs typeface="Space Grotesk"/>
              <a:sym typeface="Space Grotesk"/>
            </a:endParaRPr>
          </a:p>
          <a:p>
            <a:pPr indent="0" lvl="0" marL="0" rtl="0" algn="l">
              <a:spcBef>
                <a:spcPts val="0"/>
              </a:spcBef>
              <a:spcAft>
                <a:spcPts val="0"/>
              </a:spcAft>
              <a:buNone/>
            </a:pPr>
            <a:r>
              <a:rPr lang="en" sz="1100">
                <a:solidFill>
                  <a:srgbClr val="666666"/>
                </a:solidFill>
                <a:latin typeface="Space Grotesk"/>
                <a:ea typeface="Space Grotesk"/>
                <a:cs typeface="Space Grotesk"/>
                <a:sym typeface="Space Grotesk"/>
              </a:rPr>
              <a:t>2: Time to go live faster ~ 40 days faster when sold direct vs. reseller</a:t>
            </a:r>
            <a:endParaRPr sz="1100">
              <a:solidFill>
                <a:srgbClr val="666666"/>
              </a:solidFill>
              <a:latin typeface="Space Grotesk"/>
              <a:ea typeface="Space Grotesk"/>
              <a:cs typeface="Space Grotesk"/>
              <a:sym typeface="Space Grotesk"/>
            </a:endParaRPr>
          </a:p>
          <a:p>
            <a:pPr indent="0" lvl="0" marL="0" rtl="0" algn="l">
              <a:spcBef>
                <a:spcPts val="0"/>
              </a:spcBef>
              <a:spcAft>
                <a:spcPts val="0"/>
              </a:spcAft>
              <a:buNone/>
            </a:pPr>
            <a:r>
              <a:rPr lang="en" sz="1100">
                <a:solidFill>
                  <a:srgbClr val="666666"/>
                </a:solidFill>
                <a:latin typeface="Space Grotesk"/>
                <a:ea typeface="Space Grotesk"/>
                <a:cs typeface="Space Grotesk"/>
                <a:sym typeface="Space Grotesk"/>
              </a:rPr>
              <a:t>3: Plan is to engage earlier in the presales cycle for software deals to drive go-live infra readiness</a:t>
            </a:r>
            <a:endParaRPr sz="1100">
              <a:solidFill>
                <a:srgbClr val="666666"/>
              </a:solidFill>
              <a:latin typeface="Space Grotesk"/>
              <a:ea typeface="Space Grotesk"/>
              <a:cs typeface="Space Grotesk"/>
              <a:sym typeface="Space Grotesk"/>
            </a:endParaRPr>
          </a:p>
          <a:p>
            <a:pPr indent="0" lvl="0" marL="0" rtl="0" algn="l">
              <a:spcBef>
                <a:spcPts val="0"/>
              </a:spcBef>
              <a:spcAft>
                <a:spcPts val="0"/>
              </a:spcAft>
              <a:buNone/>
            </a:pPr>
            <a:r>
              <a:t/>
            </a:r>
            <a:endParaRPr sz="1200">
              <a:solidFill>
                <a:srgbClr val="666666"/>
              </a:solidFill>
              <a:latin typeface="Space Grotesk"/>
              <a:ea typeface="Space Grotesk"/>
              <a:cs typeface="Space Grotesk"/>
              <a:sym typeface="Space Grotesk"/>
            </a:endParaRPr>
          </a:p>
        </p:txBody>
      </p:sp>
      <p:cxnSp>
        <p:nvCxnSpPr>
          <p:cNvPr id="943" name="Google Shape;943;p125"/>
          <p:cNvCxnSpPr/>
          <p:nvPr/>
        </p:nvCxnSpPr>
        <p:spPr>
          <a:xfrm>
            <a:off x="280225" y="3924890"/>
            <a:ext cx="8398800" cy="0"/>
          </a:xfrm>
          <a:prstGeom prst="straightConnector1">
            <a:avLst/>
          </a:prstGeom>
          <a:noFill/>
          <a:ln cap="flat" cmpd="sng" w="9525">
            <a:solidFill>
              <a:schemeClr val="accent1"/>
            </a:solidFill>
            <a:prstDash val="dot"/>
            <a:round/>
            <a:headEnd len="sm" w="sm" type="none"/>
            <a:tailEnd len="sm" w="sm" type="none"/>
          </a:ln>
        </p:spPr>
      </p:cxnSp>
      <p:sp>
        <p:nvSpPr>
          <p:cNvPr id="944" name="Google Shape;944;p125"/>
          <p:cNvSpPr/>
          <p:nvPr/>
        </p:nvSpPr>
        <p:spPr>
          <a:xfrm>
            <a:off x="7025223" y="3175778"/>
            <a:ext cx="241200" cy="241200"/>
          </a:xfrm>
          <a:prstGeom prst="ellipse">
            <a:avLst/>
          </a:prstGeom>
          <a:solidFill>
            <a:srgbClr val="C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lang="en" sz="1100">
                <a:solidFill>
                  <a:srgbClr val="FFFFFF"/>
                </a:solidFill>
                <a:latin typeface="Space Grotesk"/>
                <a:ea typeface="Space Grotesk"/>
                <a:cs typeface="Space Grotesk"/>
                <a:sym typeface="Space Grotesk"/>
              </a:rPr>
              <a:t>1</a:t>
            </a:r>
            <a:endParaRPr b="1" sz="1100">
              <a:solidFill>
                <a:srgbClr val="FFFFFF"/>
              </a:solidFill>
              <a:latin typeface="Space Grotesk"/>
              <a:ea typeface="Space Grotesk"/>
              <a:cs typeface="Space Grotesk"/>
              <a:sym typeface="Space Grotesk"/>
            </a:endParaRPr>
          </a:p>
        </p:txBody>
      </p:sp>
      <p:sp>
        <p:nvSpPr>
          <p:cNvPr id="945" name="Google Shape;945;p125"/>
          <p:cNvSpPr/>
          <p:nvPr/>
        </p:nvSpPr>
        <p:spPr>
          <a:xfrm>
            <a:off x="7025223" y="3441022"/>
            <a:ext cx="241200" cy="241200"/>
          </a:xfrm>
          <a:prstGeom prst="ellipse">
            <a:avLst/>
          </a:prstGeom>
          <a:solidFill>
            <a:srgbClr val="C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 sz="1100">
                <a:solidFill>
                  <a:srgbClr val="FFFFFF"/>
                </a:solidFill>
                <a:latin typeface="Space Grotesk"/>
                <a:ea typeface="Space Grotesk"/>
                <a:cs typeface="Space Grotesk"/>
                <a:sym typeface="Space Grotesk"/>
              </a:rPr>
              <a:t>2</a:t>
            </a:r>
            <a:endParaRPr b="1" sz="1100">
              <a:solidFill>
                <a:srgbClr val="FFFFFF"/>
              </a:solidFill>
              <a:latin typeface="Space Grotesk"/>
              <a:ea typeface="Space Grotesk"/>
              <a:cs typeface="Space Grotesk"/>
              <a:sym typeface="Space Grotesk"/>
            </a:endParaRPr>
          </a:p>
        </p:txBody>
      </p:sp>
      <p:sp>
        <p:nvSpPr>
          <p:cNvPr id="946" name="Google Shape;946;p125"/>
          <p:cNvSpPr/>
          <p:nvPr/>
        </p:nvSpPr>
        <p:spPr>
          <a:xfrm>
            <a:off x="2180963" y="3093725"/>
            <a:ext cx="2008800" cy="4053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Space Grotesk"/>
                <a:ea typeface="Space Grotesk"/>
                <a:cs typeface="Space Grotesk"/>
                <a:sym typeface="Space Grotesk"/>
              </a:rPr>
              <a:t>Average Customer Expectation to Go Live</a:t>
            </a:r>
            <a:endParaRPr sz="1200">
              <a:latin typeface="Space Grotesk"/>
              <a:ea typeface="Space Grotesk"/>
              <a:cs typeface="Space Grotesk"/>
              <a:sym typeface="Space Grotesk"/>
            </a:endParaRPr>
          </a:p>
        </p:txBody>
      </p:sp>
      <p:sp>
        <p:nvSpPr>
          <p:cNvPr id="947" name="Google Shape;947;p125"/>
          <p:cNvSpPr/>
          <p:nvPr/>
        </p:nvSpPr>
        <p:spPr>
          <a:xfrm>
            <a:off x="4954238" y="3093725"/>
            <a:ext cx="2008800" cy="4053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Space Grotesk"/>
                <a:ea typeface="Space Grotesk"/>
                <a:cs typeface="Space Grotesk"/>
                <a:sym typeface="Space Grotesk"/>
              </a:rPr>
              <a:t>Average</a:t>
            </a:r>
            <a:r>
              <a:rPr lang="en" sz="1200">
                <a:latin typeface="Space Grotesk"/>
                <a:ea typeface="Space Grotesk"/>
                <a:cs typeface="Space Grotesk"/>
                <a:sym typeface="Space Grotesk"/>
              </a:rPr>
              <a:t> Time to Go Live</a:t>
            </a:r>
            <a:endParaRPr sz="1200">
              <a:latin typeface="Space Grotesk"/>
              <a:ea typeface="Space Grotesk"/>
              <a:cs typeface="Space Grotesk"/>
              <a:sym typeface="Space Grotesk"/>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26"/>
          <p:cNvSpPr txBox="1"/>
          <p:nvPr>
            <p:ph type="title"/>
          </p:nvPr>
        </p:nvSpPr>
        <p:spPr>
          <a:xfrm>
            <a:off x="298725" y="164933"/>
            <a:ext cx="8349900" cy="405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Annual Plans &amp; Resident Engineers</a:t>
            </a:r>
            <a:endParaRPr/>
          </a:p>
        </p:txBody>
      </p:sp>
      <p:sp>
        <p:nvSpPr>
          <p:cNvPr id="953" name="Google Shape;953;p126"/>
          <p:cNvSpPr txBox="1"/>
          <p:nvPr/>
        </p:nvSpPr>
        <p:spPr>
          <a:xfrm>
            <a:off x="152400" y="4512750"/>
            <a:ext cx="7368300" cy="24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accent1"/>
                </a:solidFill>
                <a:latin typeface="Space Grotesk"/>
                <a:ea typeface="Space Grotesk"/>
                <a:cs typeface="Space Grotesk"/>
                <a:sym typeface="Space Grotesk"/>
              </a:rPr>
              <a:t>Utilization ratio is the percentage of hours consumed divided by the percentage through the contract term for each project</a:t>
            </a:r>
            <a:endParaRPr sz="700">
              <a:solidFill>
                <a:schemeClr val="accent1"/>
              </a:solidFill>
              <a:latin typeface="Space Grotesk"/>
              <a:ea typeface="Space Grotesk"/>
              <a:cs typeface="Space Grotesk"/>
              <a:sym typeface="Space Grotesk"/>
            </a:endParaRPr>
          </a:p>
          <a:p>
            <a:pPr indent="0" lvl="0" marL="0" rtl="0" algn="l">
              <a:spcBef>
                <a:spcPts val="0"/>
              </a:spcBef>
              <a:spcAft>
                <a:spcPts val="0"/>
              </a:spcAft>
              <a:buNone/>
            </a:pPr>
            <a:r>
              <a:rPr lang="en" sz="900">
                <a:solidFill>
                  <a:schemeClr val="accent1"/>
                </a:solidFill>
                <a:latin typeface="Space Grotesk"/>
                <a:ea typeface="Space Grotesk"/>
                <a:cs typeface="Space Grotesk"/>
                <a:sym typeface="Space Grotesk"/>
              </a:rPr>
              <a:t>Does not include historical projects where contract is completed</a:t>
            </a:r>
            <a:endParaRPr sz="900">
              <a:solidFill>
                <a:schemeClr val="accent1"/>
              </a:solidFill>
              <a:latin typeface="Space Grotesk"/>
              <a:ea typeface="Space Grotesk"/>
              <a:cs typeface="Space Grotesk"/>
              <a:sym typeface="Space Grotesk"/>
            </a:endParaRPr>
          </a:p>
        </p:txBody>
      </p:sp>
      <p:sp>
        <p:nvSpPr>
          <p:cNvPr id="954" name="Google Shape;954;p126"/>
          <p:cNvSpPr txBox="1"/>
          <p:nvPr/>
        </p:nvSpPr>
        <p:spPr>
          <a:xfrm>
            <a:off x="219825" y="3421040"/>
            <a:ext cx="8507700" cy="109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666666"/>
                </a:solidFill>
                <a:latin typeface="Space Grotesk"/>
                <a:ea typeface="Space Grotesk"/>
                <a:cs typeface="Space Grotesk"/>
                <a:sym typeface="Space Grotesk"/>
              </a:rPr>
              <a:t>1: Notable projects under utilized: CVS, US Treasury, Deutsche Bank.  Driving proactive outreach to increase utilization</a:t>
            </a:r>
            <a:endParaRPr sz="1100">
              <a:solidFill>
                <a:srgbClr val="666666"/>
              </a:solidFill>
              <a:latin typeface="Space Grotesk"/>
              <a:ea typeface="Space Grotesk"/>
              <a:cs typeface="Space Grotesk"/>
              <a:sym typeface="Space Grotesk"/>
            </a:endParaRPr>
          </a:p>
          <a:p>
            <a:pPr indent="0" lvl="0" marL="0" rtl="0" algn="l">
              <a:spcBef>
                <a:spcPts val="0"/>
              </a:spcBef>
              <a:spcAft>
                <a:spcPts val="0"/>
              </a:spcAft>
              <a:buNone/>
            </a:pPr>
            <a:r>
              <a:rPr lang="en" sz="1100">
                <a:solidFill>
                  <a:srgbClr val="666666"/>
                </a:solidFill>
                <a:latin typeface="Space Grotesk"/>
                <a:ea typeface="Space Grotesk"/>
                <a:cs typeface="Space Grotesk"/>
                <a:sym typeface="Space Grotesk"/>
              </a:rPr>
              <a:t>2: Projects in APAC and EMEA are early in their lifecycle compared to AMER and should have time to catch up on utilization</a:t>
            </a:r>
            <a:endParaRPr sz="1100">
              <a:solidFill>
                <a:srgbClr val="666666"/>
              </a:solidFill>
              <a:latin typeface="Space Grotesk"/>
              <a:ea typeface="Space Grotesk"/>
              <a:cs typeface="Space Grotesk"/>
              <a:sym typeface="Space Grotesk"/>
            </a:endParaRPr>
          </a:p>
          <a:p>
            <a:pPr indent="0" lvl="0" marL="0" rtl="0" algn="l">
              <a:spcBef>
                <a:spcPts val="0"/>
              </a:spcBef>
              <a:spcAft>
                <a:spcPts val="0"/>
              </a:spcAft>
              <a:buNone/>
            </a:pPr>
            <a:r>
              <a:rPr lang="en" sz="1100">
                <a:solidFill>
                  <a:srgbClr val="666666"/>
                </a:solidFill>
                <a:latin typeface="Space Grotesk"/>
                <a:ea typeface="Space Grotesk"/>
                <a:cs typeface="Space Grotesk"/>
                <a:sym typeface="Space Grotesk"/>
              </a:rPr>
              <a:t>3: Utilization ratio defined by the percentage of hours consumed divided by the percentage through the contract term for each project</a:t>
            </a:r>
            <a:endParaRPr sz="1100">
              <a:solidFill>
                <a:srgbClr val="666666"/>
              </a:solidFill>
              <a:latin typeface="Space Grotesk"/>
              <a:ea typeface="Space Grotesk"/>
              <a:cs typeface="Space Grotesk"/>
              <a:sym typeface="Space Grotesk"/>
            </a:endParaRPr>
          </a:p>
        </p:txBody>
      </p:sp>
      <p:cxnSp>
        <p:nvCxnSpPr>
          <p:cNvPr id="955" name="Google Shape;955;p126"/>
          <p:cNvCxnSpPr/>
          <p:nvPr/>
        </p:nvCxnSpPr>
        <p:spPr>
          <a:xfrm>
            <a:off x="274275" y="3421040"/>
            <a:ext cx="8398800" cy="0"/>
          </a:xfrm>
          <a:prstGeom prst="straightConnector1">
            <a:avLst/>
          </a:prstGeom>
          <a:noFill/>
          <a:ln cap="flat" cmpd="sng" w="9525">
            <a:solidFill>
              <a:schemeClr val="accent1"/>
            </a:solidFill>
            <a:prstDash val="dot"/>
            <a:round/>
            <a:headEnd len="sm" w="sm" type="none"/>
            <a:tailEnd len="sm" w="sm" type="none"/>
          </a:ln>
        </p:spPr>
      </p:cxnSp>
      <p:graphicFrame>
        <p:nvGraphicFramePr>
          <p:cNvPr id="956" name="Google Shape;956;p126"/>
          <p:cNvGraphicFramePr/>
          <p:nvPr/>
        </p:nvGraphicFramePr>
        <p:xfrm>
          <a:off x="678813" y="1046650"/>
          <a:ext cx="3000000" cy="3000000"/>
        </p:xfrm>
        <a:graphic>
          <a:graphicData uri="http://schemas.openxmlformats.org/drawingml/2006/table">
            <a:tbl>
              <a:tblPr>
                <a:noFill/>
                <a:tableStyleId>{D1B37AC5-87CB-4245-8B71-CEF38AA50BA3}</a:tableStyleId>
              </a:tblPr>
              <a:tblGrid>
                <a:gridCol w="1240850"/>
                <a:gridCol w="1240850"/>
                <a:gridCol w="1240850"/>
                <a:gridCol w="1240850"/>
                <a:gridCol w="1240850"/>
                <a:gridCol w="1240850"/>
              </a:tblGrid>
              <a:tr h="361950">
                <a:tc>
                  <a:txBody>
                    <a:bodyPr/>
                    <a:lstStyle/>
                    <a:p>
                      <a:pPr indent="0" lvl="0" marL="0" rtl="0" algn="ctr">
                        <a:lnSpc>
                          <a:spcPct val="115000"/>
                        </a:lnSpc>
                        <a:spcBef>
                          <a:spcPts val="0"/>
                        </a:spcBef>
                        <a:spcAft>
                          <a:spcPts val="0"/>
                        </a:spcAft>
                        <a:buNone/>
                      </a:pPr>
                      <a:r>
                        <a:rPr lang="en" sz="1200">
                          <a:solidFill>
                            <a:srgbClr val="FFFFFF"/>
                          </a:solidFill>
                          <a:latin typeface="Space Grotesk"/>
                          <a:ea typeface="Space Grotesk"/>
                          <a:cs typeface="Space Grotesk"/>
                          <a:sym typeface="Space Grotesk"/>
                        </a:rPr>
                        <a:t>Region</a:t>
                      </a:r>
                      <a:endParaRPr sz="1200">
                        <a:solidFill>
                          <a:srgbClr val="FFFFFF"/>
                        </a:solidFill>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lang="en" sz="1200">
                          <a:solidFill>
                            <a:srgbClr val="FFFFFF"/>
                          </a:solidFill>
                          <a:latin typeface="Space Grotesk"/>
                          <a:ea typeface="Space Grotesk"/>
                          <a:cs typeface="Space Grotesk"/>
                          <a:sym typeface="Space Grotesk"/>
                        </a:rPr>
                        <a:t># Projects</a:t>
                      </a:r>
                      <a:endParaRPr sz="1200">
                        <a:solidFill>
                          <a:srgbClr val="FFFFFF"/>
                        </a:solidFill>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lang="en" sz="1200">
                          <a:solidFill>
                            <a:srgbClr val="FFFFFF"/>
                          </a:solidFill>
                          <a:latin typeface="Space Grotesk"/>
                          <a:ea typeface="Space Grotesk"/>
                          <a:cs typeface="Space Grotesk"/>
                          <a:sym typeface="Space Grotesk"/>
                        </a:rPr>
                        <a:t>Customer Hours Entitlement</a:t>
                      </a:r>
                      <a:endParaRPr sz="1200">
                        <a:solidFill>
                          <a:srgbClr val="FFFFFF"/>
                        </a:solidFill>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lang="en" sz="1200">
                          <a:solidFill>
                            <a:srgbClr val="FFFFFF"/>
                          </a:solidFill>
                          <a:latin typeface="Space Grotesk"/>
                          <a:ea typeface="Space Grotesk"/>
                          <a:cs typeface="Space Grotesk"/>
                          <a:sym typeface="Space Grotesk"/>
                        </a:rPr>
                        <a:t># Below 50% Utilization</a:t>
                      </a:r>
                      <a:endParaRPr sz="1200">
                        <a:solidFill>
                          <a:srgbClr val="FFFFFF"/>
                        </a:solidFill>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lang="en" sz="1200">
                          <a:solidFill>
                            <a:srgbClr val="FFFFFF"/>
                          </a:solidFill>
                          <a:latin typeface="Space Grotesk"/>
                          <a:ea typeface="Space Grotesk"/>
                          <a:cs typeface="Space Grotesk"/>
                          <a:sym typeface="Space Grotesk"/>
                        </a:rPr>
                        <a:t># 51%-90% Utilization</a:t>
                      </a:r>
                      <a:endParaRPr sz="1200">
                        <a:solidFill>
                          <a:srgbClr val="FFFFFF"/>
                        </a:solidFill>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lang="en" sz="1200">
                          <a:solidFill>
                            <a:srgbClr val="FFFFFF"/>
                          </a:solidFill>
                          <a:latin typeface="Space Grotesk"/>
                          <a:ea typeface="Space Grotesk"/>
                          <a:cs typeface="Space Grotesk"/>
                          <a:sym typeface="Space Grotesk"/>
                        </a:rPr>
                        <a:t># Above 90% Utilization</a:t>
                      </a:r>
                      <a:endParaRPr sz="1200">
                        <a:solidFill>
                          <a:srgbClr val="FFFFFF"/>
                        </a:solidFill>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r>
              <a:tr h="361950">
                <a:tc>
                  <a:txBody>
                    <a:bodyPr/>
                    <a:lstStyle/>
                    <a:p>
                      <a:pPr indent="0" lvl="0" marL="0" rtl="0" algn="ctr">
                        <a:lnSpc>
                          <a:spcPct val="115000"/>
                        </a:lnSpc>
                        <a:spcBef>
                          <a:spcPts val="0"/>
                        </a:spcBef>
                        <a:spcAft>
                          <a:spcPts val="0"/>
                        </a:spcAft>
                        <a:buNone/>
                      </a:pPr>
                      <a:r>
                        <a:rPr lang="en" sz="1200">
                          <a:latin typeface="Space Grotesk"/>
                          <a:ea typeface="Space Grotesk"/>
                          <a:cs typeface="Space Grotesk"/>
                          <a:sym typeface="Space Grotesk"/>
                        </a:rPr>
                        <a:t>Americas</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pace Grotesk"/>
                          <a:ea typeface="Space Grotesk"/>
                          <a:cs typeface="Space Grotesk"/>
                          <a:sym typeface="Space Grotesk"/>
                        </a:rPr>
                        <a:t>18</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pace Grotesk"/>
                          <a:ea typeface="Space Grotesk"/>
                          <a:cs typeface="Space Grotesk"/>
                          <a:sym typeface="Space Grotesk"/>
                        </a:rPr>
                        <a:t>19,932</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pace Grotesk"/>
                          <a:ea typeface="Space Grotesk"/>
                          <a:cs typeface="Space Grotesk"/>
                          <a:sym typeface="Space Grotesk"/>
                        </a:rPr>
                        <a:t>4</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pace Grotesk"/>
                          <a:ea typeface="Space Grotesk"/>
                          <a:cs typeface="Space Grotesk"/>
                          <a:sym typeface="Space Grotesk"/>
                        </a:rPr>
                        <a:t>8</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pace Grotesk"/>
                          <a:ea typeface="Space Grotesk"/>
                          <a:cs typeface="Space Grotesk"/>
                          <a:sym typeface="Space Grotesk"/>
                        </a:rPr>
                        <a:t>6</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61950">
                <a:tc>
                  <a:txBody>
                    <a:bodyPr/>
                    <a:lstStyle/>
                    <a:p>
                      <a:pPr indent="0" lvl="0" marL="0" rtl="0" algn="ctr">
                        <a:lnSpc>
                          <a:spcPct val="115000"/>
                        </a:lnSpc>
                        <a:spcBef>
                          <a:spcPts val="0"/>
                        </a:spcBef>
                        <a:spcAft>
                          <a:spcPts val="0"/>
                        </a:spcAft>
                        <a:buNone/>
                      </a:pPr>
                      <a:r>
                        <a:rPr lang="en" sz="1200">
                          <a:latin typeface="Space Grotesk"/>
                          <a:ea typeface="Space Grotesk"/>
                          <a:cs typeface="Space Grotesk"/>
                          <a:sym typeface="Space Grotesk"/>
                        </a:rPr>
                        <a:t>EMEA</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pace Grotesk"/>
                          <a:ea typeface="Space Grotesk"/>
                          <a:cs typeface="Space Grotesk"/>
                          <a:sym typeface="Space Grotesk"/>
                        </a:rPr>
                        <a:t>7</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pace Grotesk"/>
                          <a:ea typeface="Space Grotesk"/>
                          <a:cs typeface="Space Grotesk"/>
                          <a:sym typeface="Space Grotesk"/>
                        </a:rPr>
                        <a:t>8,668</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pace Grotesk"/>
                          <a:ea typeface="Space Grotesk"/>
                          <a:cs typeface="Space Grotesk"/>
                          <a:sym typeface="Space Grotesk"/>
                        </a:rPr>
                        <a:t>2</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pace Grotesk"/>
                          <a:ea typeface="Space Grotesk"/>
                          <a:cs typeface="Space Grotesk"/>
                          <a:sym typeface="Space Grotesk"/>
                        </a:rPr>
                        <a:t>2</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pace Grotesk"/>
                          <a:ea typeface="Space Grotesk"/>
                          <a:cs typeface="Space Grotesk"/>
                          <a:sym typeface="Space Grotesk"/>
                        </a:rPr>
                        <a:t>3</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61950">
                <a:tc>
                  <a:txBody>
                    <a:bodyPr/>
                    <a:lstStyle/>
                    <a:p>
                      <a:pPr indent="0" lvl="0" marL="0" rtl="0" algn="ctr">
                        <a:lnSpc>
                          <a:spcPct val="115000"/>
                        </a:lnSpc>
                        <a:spcBef>
                          <a:spcPts val="0"/>
                        </a:spcBef>
                        <a:spcAft>
                          <a:spcPts val="0"/>
                        </a:spcAft>
                        <a:buNone/>
                      </a:pPr>
                      <a:r>
                        <a:rPr lang="en" sz="1200">
                          <a:latin typeface="Space Grotesk"/>
                          <a:ea typeface="Space Grotesk"/>
                          <a:cs typeface="Space Grotesk"/>
                          <a:sym typeface="Space Grotesk"/>
                        </a:rPr>
                        <a:t>APAC</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pace Grotesk"/>
                          <a:ea typeface="Space Grotesk"/>
                          <a:cs typeface="Space Grotesk"/>
                          <a:sym typeface="Space Grotesk"/>
                        </a:rPr>
                        <a:t>5</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pace Grotesk"/>
                          <a:ea typeface="Space Grotesk"/>
                          <a:cs typeface="Space Grotesk"/>
                          <a:sym typeface="Space Grotesk"/>
                        </a:rPr>
                        <a:t>9,840</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pace Grotesk"/>
                          <a:ea typeface="Space Grotesk"/>
                          <a:cs typeface="Space Grotesk"/>
                          <a:sym typeface="Space Grotesk"/>
                        </a:rPr>
                        <a:t>2</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pace Grotesk"/>
                          <a:ea typeface="Space Grotesk"/>
                          <a:cs typeface="Space Grotesk"/>
                          <a:sym typeface="Space Grotesk"/>
                        </a:rPr>
                        <a:t>3</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pace Grotesk"/>
                          <a:ea typeface="Space Grotesk"/>
                          <a:cs typeface="Space Grotesk"/>
                          <a:sym typeface="Space Grotesk"/>
                        </a:rPr>
                        <a:t>0</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61950">
                <a:tc>
                  <a:txBody>
                    <a:bodyPr/>
                    <a:lstStyle/>
                    <a:p>
                      <a:pPr indent="0" lvl="0" marL="0" rtl="0" algn="ctr">
                        <a:lnSpc>
                          <a:spcPct val="115000"/>
                        </a:lnSpc>
                        <a:spcBef>
                          <a:spcPts val="0"/>
                        </a:spcBef>
                        <a:spcAft>
                          <a:spcPts val="0"/>
                        </a:spcAft>
                        <a:buNone/>
                      </a:pPr>
                      <a:r>
                        <a:rPr lang="en" sz="1200">
                          <a:latin typeface="Space Grotesk"/>
                          <a:ea typeface="Space Grotesk"/>
                          <a:cs typeface="Space Grotesk"/>
                          <a:sym typeface="Space Grotesk"/>
                        </a:rPr>
                        <a:t>Global</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pace Grotesk"/>
                          <a:ea typeface="Space Grotesk"/>
                          <a:cs typeface="Space Grotesk"/>
                          <a:sym typeface="Space Grotesk"/>
                        </a:rPr>
                        <a:t>30</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pace Grotesk"/>
                          <a:ea typeface="Space Grotesk"/>
                          <a:cs typeface="Space Grotesk"/>
                          <a:sym typeface="Space Grotesk"/>
                        </a:rPr>
                        <a:t>38,440</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pace Grotesk"/>
                          <a:ea typeface="Space Grotesk"/>
                          <a:cs typeface="Space Grotesk"/>
                          <a:sym typeface="Space Grotesk"/>
                        </a:rPr>
                        <a:t>8</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pace Grotesk"/>
                          <a:ea typeface="Space Grotesk"/>
                          <a:cs typeface="Space Grotesk"/>
                          <a:sym typeface="Space Grotesk"/>
                        </a:rPr>
                        <a:t>13</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pace Grotesk"/>
                          <a:ea typeface="Space Grotesk"/>
                          <a:cs typeface="Space Grotesk"/>
                          <a:sym typeface="Space Grotesk"/>
                        </a:rPr>
                        <a:t>9</a:t>
                      </a:r>
                      <a:endParaRPr sz="1200">
                        <a:latin typeface="Space Grotesk"/>
                        <a:ea typeface="Space Grotesk"/>
                        <a:cs typeface="Space Grotesk"/>
                        <a:sym typeface="Space Grotesk"/>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957" name="Google Shape;957;p126"/>
          <p:cNvSpPr/>
          <p:nvPr/>
        </p:nvSpPr>
        <p:spPr>
          <a:xfrm>
            <a:off x="4892223" y="2951653"/>
            <a:ext cx="241200" cy="241200"/>
          </a:xfrm>
          <a:prstGeom prst="ellipse">
            <a:avLst/>
          </a:prstGeom>
          <a:solidFill>
            <a:srgbClr val="C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lang="en" sz="1100">
                <a:solidFill>
                  <a:srgbClr val="FFFFFF"/>
                </a:solidFill>
                <a:latin typeface="Space Grotesk"/>
                <a:ea typeface="Space Grotesk"/>
                <a:cs typeface="Space Grotesk"/>
                <a:sym typeface="Space Grotesk"/>
              </a:rPr>
              <a:t>1</a:t>
            </a:r>
            <a:endParaRPr b="1" sz="1100">
              <a:solidFill>
                <a:srgbClr val="FFFFFF"/>
              </a:solidFill>
              <a:latin typeface="Space Grotesk"/>
              <a:ea typeface="Space Grotesk"/>
              <a:cs typeface="Space Grotesk"/>
              <a:sym typeface="Space Grotesk"/>
            </a:endParaRPr>
          </a:p>
        </p:txBody>
      </p:sp>
      <p:sp>
        <p:nvSpPr>
          <p:cNvPr id="958" name="Google Shape;958;p126"/>
          <p:cNvSpPr/>
          <p:nvPr/>
        </p:nvSpPr>
        <p:spPr>
          <a:xfrm>
            <a:off x="8186223" y="2131522"/>
            <a:ext cx="241200" cy="241200"/>
          </a:xfrm>
          <a:prstGeom prst="ellipse">
            <a:avLst/>
          </a:prstGeom>
          <a:solidFill>
            <a:srgbClr val="C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 sz="1100">
                <a:solidFill>
                  <a:srgbClr val="FFFFFF"/>
                </a:solidFill>
                <a:latin typeface="Space Grotesk"/>
                <a:ea typeface="Space Grotesk"/>
                <a:cs typeface="Space Grotesk"/>
                <a:sym typeface="Space Grotesk"/>
              </a:rPr>
              <a:t>2</a:t>
            </a:r>
            <a:endParaRPr b="1" sz="1100">
              <a:solidFill>
                <a:srgbClr val="FFFFFF"/>
              </a:solidFill>
              <a:latin typeface="Space Grotesk"/>
              <a:ea typeface="Space Grotesk"/>
              <a:cs typeface="Space Grotesk"/>
              <a:sym typeface="Space Grotesk"/>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127"/>
          <p:cNvSpPr txBox="1"/>
          <p:nvPr>
            <p:ph type="title"/>
          </p:nvPr>
        </p:nvSpPr>
        <p:spPr>
          <a:xfrm>
            <a:off x="298725" y="164933"/>
            <a:ext cx="8349900" cy="405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Q1 Utilization Metrics </a:t>
            </a:r>
            <a:r>
              <a:rPr lang="en">
                <a:solidFill>
                  <a:srgbClr val="9E9E9E"/>
                </a:solidFill>
              </a:rPr>
              <a:t>| Ramped ICs</a:t>
            </a:r>
            <a:endParaRPr>
              <a:solidFill>
                <a:srgbClr val="9E9E9E"/>
              </a:solidFill>
            </a:endParaRPr>
          </a:p>
        </p:txBody>
      </p:sp>
      <p:sp>
        <p:nvSpPr>
          <p:cNvPr id="964" name="Google Shape;964;p127"/>
          <p:cNvSpPr/>
          <p:nvPr/>
        </p:nvSpPr>
        <p:spPr>
          <a:xfrm>
            <a:off x="298725" y="621050"/>
            <a:ext cx="4139400" cy="215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pace Grotesk"/>
                <a:ea typeface="Space Grotesk"/>
                <a:cs typeface="Space Grotesk"/>
                <a:sym typeface="Space Grotesk"/>
              </a:rPr>
              <a:t>Consultants</a:t>
            </a:r>
            <a:endParaRPr>
              <a:latin typeface="Space Grotesk"/>
              <a:ea typeface="Space Grotesk"/>
              <a:cs typeface="Space Grotesk"/>
              <a:sym typeface="Space Grotesk"/>
            </a:endParaRPr>
          </a:p>
        </p:txBody>
      </p:sp>
      <p:sp>
        <p:nvSpPr>
          <p:cNvPr id="965" name="Google Shape;965;p127"/>
          <p:cNvSpPr/>
          <p:nvPr/>
        </p:nvSpPr>
        <p:spPr>
          <a:xfrm>
            <a:off x="4838625" y="626825"/>
            <a:ext cx="3810000" cy="215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pace Grotesk"/>
                <a:ea typeface="Space Grotesk"/>
                <a:cs typeface="Space Grotesk"/>
                <a:sym typeface="Space Grotesk"/>
              </a:rPr>
              <a:t>Engagement Managers</a:t>
            </a:r>
            <a:endParaRPr>
              <a:latin typeface="Space Grotesk"/>
              <a:ea typeface="Space Grotesk"/>
              <a:cs typeface="Space Grotesk"/>
              <a:sym typeface="Space Grotesk"/>
            </a:endParaRPr>
          </a:p>
        </p:txBody>
      </p:sp>
      <p:sp>
        <p:nvSpPr>
          <p:cNvPr id="966" name="Google Shape;966;p127"/>
          <p:cNvSpPr/>
          <p:nvPr/>
        </p:nvSpPr>
        <p:spPr>
          <a:xfrm>
            <a:off x="4523044" y="1411452"/>
            <a:ext cx="241200" cy="241200"/>
          </a:xfrm>
          <a:prstGeom prst="ellipse">
            <a:avLst/>
          </a:prstGeom>
          <a:solidFill>
            <a:srgbClr val="C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lang="en" sz="1100">
                <a:solidFill>
                  <a:srgbClr val="FFFFFF"/>
                </a:solidFill>
                <a:latin typeface="Space Grotesk"/>
                <a:ea typeface="Space Grotesk"/>
                <a:cs typeface="Space Grotesk"/>
                <a:sym typeface="Space Grotesk"/>
              </a:rPr>
              <a:t>1</a:t>
            </a:r>
            <a:endParaRPr b="1" sz="1100">
              <a:solidFill>
                <a:srgbClr val="FFFFFF"/>
              </a:solidFill>
              <a:latin typeface="Space Grotesk"/>
              <a:ea typeface="Space Grotesk"/>
              <a:cs typeface="Space Grotesk"/>
              <a:sym typeface="Space Grotesk"/>
            </a:endParaRPr>
          </a:p>
        </p:txBody>
      </p:sp>
      <p:sp>
        <p:nvSpPr>
          <p:cNvPr id="967" name="Google Shape;967;p127"/>
          <p:cNvSpPr/>
          <p:nvPr/>
        </p:nvSpPr>
        <p:spPr>
          <a:xfrm>
            <a:off x="8720337" y="2302744"/>
            <a:ext cx="241200" cy="241200"/>
          </a:xfrm>
          <a:prstGeom prst="ellipse">
            <a:avLst/>
          </a:prstGeom>
          <a:solidFill>
            <a:srgbClr val="C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lang="en" sz="1100">
                <a:solidFill>
                  <a:srgbClr val="FFFFFF"/>
                </a:solidFill>
                <a:latin typeface="Space Grotesk"/>
                <a:ea typeface="Space Grotesk"/>
                <a:cs typeface="Space Grotesk"/>
                <a:sym typeface="Space Grotesk"/>
              </a:rPr>
              <a:t>2</a:t>
            </a:r>
            <a:endParaRPr b="1" sz="1100">
              <a:solidFill>
                <a:srgbClr val="FFFFFF"/>
              </a:solidFill>
              <a:latin typeface="Space Grotesk"/>
              <a:ea typeface="Space Grotesk"/>
              <a:cs typeface="Space Grotesk"/>
              <a:sym typeface="Space Grotesk"/>
            </a:endParaRPr>
          </a:p>
        </p:txBody>
      </p:sp>
      <p:sp>
        <p:nvSpPr>
          <p:cNvPr id="968" name="Google Shape;968;p127"/>
          <p:cNvSpPr/>
          <p:nvPr/>
        </p:nvSpPr>
        <p:spPr>
          <a:xfrm>
            <a:off x="4523059" y="4611840"/>
            <a:ext cx="241200" cy="241200"/>
          </a:xfrm>
          <a:prstGeom prst="ellipse">
            <a:avLst/>
          </a:prstGeom>
          <a:solidFill>
            <a:srgbClr val="C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lang="en" sz="1100">
                <a:solidFill>
                  <a:srgbClr val="FFFFFF"/>
                </a:solidFill>
                <a:latin typeface="Space Grotesk"/>
                <a:ea typeface="Space Grotesk"/>
                <a:cs typeface="Space Grotesk"/>
                <a:sym typeface="Space Grotesk"/>
              </a:rPr>
              <a:t>3</a:t>
            </a:r>
            <a:endParaRPr b="1" sz="1100">
              <a:solidFill>
                <a:srgbClr val="FFFFFF"/>
              </a:solidFill>
              <a:latin typeface="Space Grotesk"/>
              <a:ea typeface="Space Grotesk"/>
              <a:cs typeface="Space Grotesk"/>
              <a:sym typeface="Space Grotesk"/>
            </a:endParaRPr>
          </a:p>
        </p:txBody>
      </p:sp>
      <p:graphicFrame>
        <p:nvGraphicFramePr>
          <p:cNvPr id="969" name="Google Shape;969;p127"/>
          <p:cNvGraphicFramePr/>
          <p:nvPr/>
        </p:nvGraphicFramePr>
        <p:xfrm>
          <a:off x="4849150" y="899125"/>
          <a:ext cx="3000000" cy="3000000"/>
        </p:xfrm>
        <a:graphic>
          <a:graphicData uri="http://schemas.openxmlformats.org/drawingml/2006/table">
            <a:tbl>
              <a:tblPr>
                <a:noFill/>
                <a:tableStyleId>{D1B37AC5-87CB-4245-8B71-CEF38AA50BA3}</a:tableStyleId>
              </a:tblPr>
              <a:tblGrid>
                <a:gridCol w="1270000"/>
                <a:gridCol w="1270000"/>
                <a:gridCol w="1270000"/>
              </a:tblGrid>
              <a:tr h="328700">
                <a:tc>
                  <a:txBody>
                    <a:bodyPr/>
                    <a:lstStyle/>
                    <a:p>
                      <a:pPr indent="0" lvl="0" marL="0" rtl="0" algn="ctr">
                        <a:lnSpc>
                          <a:spcPct val="115000"/>
                        </a:lnSpc>
                        <a:spcBef>
                          <a:spcPts val="0"/>
                        </a:spcBef>
                        <a:spcAft>
                          <a:spcPts val="0"/>
                        </a:spcAft>
                        <a:buNone/>
                      </a:pPr>
                      <a:r>
                        <a:rPr lang="en" sz="800">
                          <a:solidFill>
                            <a:srgbClr val="FFFFFF"/>
                          </a:solidFill>
                          <a:latin typeface="Merriweather"/>
                          <a:ea typeface="Merriweather"/>
                          <a:cs typeface="Merriweather"/>
                          <a:sym typeface="Merriweather"/>
                        </a:rPr>
                        <a:t>Resource</a:t>
                      </a:r>
                      <a:endParaRPr sz="800">
                        <a:solidFill>
                          <a:srgbClr val="FFFFFF"/>
                        </a:solidFill>
                        <a:latin typeface="Merriweather"/>
                        <a:ea typeface="Merriweather"/>
                        <a:cs typeface="Merriweather"/>
                        <a:sym typeface="Merriweather"/>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8650">
                      <a:solidFill>
                        <a:srgbClr val="B7B7B7"/>
                      </a:solidFill>
                      <a:prstDash val="solid"/>
                      <a:round/>
                      <a:headEnd len="sm" w="sm" type="none"/>
                      <a:tailEnd len="sm" w="sm" type="none"/>
                    </a:lnB>
                    <a:solidFill>
                      <a:schemeClr val="dk1"/>
                    </a:solidFill>
                  </a:tcPr>
                </a:tc>
                <a:tc>
                  <a:txBody>
                    <a:bodyPr/>
                    <a:lstStyle/>
                    <a:p>
                      <a:pPr indent="0" lvl="0" marL="0" marR="0" rtl="0" algn="ctr">
                        <a:lnSpc>
                          <a:spcPct val="115000"/>
                        </a:lnSpc>
                        <a:spcBef>
                          <a:spcPts val="0"/>
                        </a:spcBef>
                        <a:spcAft>
                          <a:spcPts val="0"/>
                        </a:spcAft>
                        <a:buNone/>
                      </a:pPr>
                      <a:r>
                        <a:rPr lang="en" sz="800">
                          <a:solidFill>
                            <a:srgbClr val="FFFFFF"/>
                          </a:solidFill>
                          <a:latin typeface="Merriweather"/>
                          <a:ea typeface="Merriweather"/>
                          <a:cs typeface="Merriweather"/>
                          <a:sym typeface="Merriweather"/>
                        </a:rPr>
                        <a:t>Billable Utilization</a:t>
                      </a:r>
                      <a:endParaRPr sz="800">
                        <a:solidFill>
                          <a:srgbClr val="FFFFFF"/>
                        </a:solidFill>
                        <a:latin typeface="Merriweather"/>
                        <a:ea typeface="Merriweather"/>
                        <a:cs typeface="Merriweather"/>
                        <a:sym typeface="Merriweather"/>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8650">
                      <a:solidFill>
                        <a:srgbClr val="B7B7B7"/>
                      </a:solidFill>
                      <a:prstDash val="solid"/>
                      <a:round/>
                      <a:headEnd len="sm" w="sm" type="none"/>
                      <a:tailEnd len="sm" w="sm" type="none"/>
                    </a:lnB>
                    <a:solidFill>
                      <a:schemeClr val="dk1"/>
                    </a:solidFill>
                  </a:tcPr>
                </a:tc>
                <a:tc>
                  <a:txBody>
                    <a:bodyPr/>
                    <a:lstStyle/>
                    <a:p>
                      <a:pPr indent="0" lvl="0" marL="0" marR="0" rtl="0" algn="ctr">
                        <a:lnSpc>
                          <a:spcPct val="115000"/>
                        </a:lnSpc>
                        <a:spcBef>
                          <a:spcPts val="0"/>
                        </a:spcBef>
                        <a:spcAft>
                          <a:spcPts val="0"/>
                        </a:spcAft>
                        <a:buNone/>
                      </a:pPr>
                      <a:r>
                        <a:rPr lang="en" sz="800">
                          <a:solidFill>
                            <a:srgbClr val="FFFFFF"/>
                          </a:solidFill>
                          <a:latin typeface="Merriweather"/>
                          <a:ea typeface="Merriweather"/>
                          <a:cs typeface="Merriweather"/>
                          <a:sym typeface="Merriweather"/>
                        </a:rPr>
                        <a:t>PTO </a:t>
                      </a:r>
                      <a:r>
                        <a:rPr lang="en" sz="800">
                          <a:solidFill>
                            <a:srgbClr val="FFFFFF"/>
                          </a:solidFill>
                          <a:latin typeface="Merriweather"/>
                          <a:ea typeface="Merriweather"/>
                          <a:cs typeface="Merriweather"/>
                          <a:sym typeface="Merriweather"/>
                        </a:rPr>
                        <a:t>Adjusted</a:t>
                      </a:r>
                      <a:r>
                        <a:rPr lang="en" sz="800">
                          <a:solidFill>
                            <a:srgbClr val="FFFFFF"/>
                          </a:solidFill>
                          <a:latin typeface="Merriweather"/>
                          <a:ea typeface="Merriweather"/>
                          <a:cs typeface="Merriweather"/>
                          <a:sym typeface="Merriweather"/>
                        </a:rPr>
                        <a:t> Billable Utilization</a:t>
                      </a:r>
                      <a:endParaRPr sz="800">
                        <a:solidFill>
                          <a:srgbClr val="FFFFFF"/>
                        </a:solidFill>
                        <a:latin typeface="Merriweather"/>
                        <a:ea typeface="Merriweather"/>
                        <a:cs typeface="Merriweather"/>
                        <a:sym typeface="Merriweather"/>
                      </a:endParaRPr>
                    </a:p>
                  </a:txBody>
                  <a:tcPr marT="19050" marB="19050" marR="91425" marL="91425"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8650">
                      <a:solidFill>
                        <a:srgbClr val="B7B7B7"/>
                      </a:solidFill>
                      <a:prstDash val="solid"/>
                      <a:round/>
                      <a:headEnd len="sm" w="sm" type="none"/>
                      <a:tailEnd len="sm" w="sm" type="none"/>
                    </a:lnB>
                    <a:solidFill>
                      <a:schemeClr val="dk1"/>
                    </a:solidFill>
                  </a:tcPr>
                </a:tc>
              </a:tr>
              <a:tr h="190300">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Gloriana Diaz</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B7B7B7"/>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76%</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B7B7B7"/>
                      </a:solidFill>
                      <a:prstDash val="solid"/>
                      <a:round/>
                      <a:headEnd len="sm" w="sm" type="none"/>
                      <a:tailEnd len="sm" w="sm" type="none"/>
                    </a:lnT>
                    <a:lnB cap="flat" cmpd="sng" w="8650">
                      <a:solidFill>
                        <a:srgbClr val="CCCCCC"/>
                      </a:solidFill>
                      <a:prstDash val="solid"/>
                      <a:round/>
                      <a:headEnd len="sm" w="sm" type="none"/>
                      <a:tailEnd len="sm" w="sm" type="none"/>
                    </a:lnB>
                    <a:solidFill>
                      <a:srgbClr val="B9E3CF"/>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86%</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B7B7B7"/>
                      </a:solidFill>
                      <a:prstDash val="solid"/>
                      <a:round/>
                      <a:headEnd len="sm" w="sm" type="none"/>
                      <a:tailEnd len="sm" w="sm" type="none"/>
                    </a:lnT>
                    <a:lnB cap="flat" cmpd="sng" w="8650">
                      <a:solidFill>
                        <a:srgbClr val="CCCCCC"/>
                      </a:solidFill>
                      <a:prstDash val="solid"/>
                      <a:round/>
                      <a:headEnd len="sm" w="sm" type="none"/>
                      <a:tailEnd len="sm" w="sm" type="none"/>
                    </a:lnB>
                    <a:solidFill>
                      <a:srgbClr val="AFDFC7"/>
                    </a:solidFill>
                  </a:tcPr>
                </a:tc>
              </a:tr>
              <a:tr h="261600">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Nadia Droubi</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71%</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DAF0E5"/>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83%</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BBE4D0"/>
                    </a:solidFill>
                  </a:tcPr>
                </a:tc>
              </a:tr>
              <a:tr h="190300">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Sirisha Yaddanapudi</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70%</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E4F5ED"/>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76%</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EAF7F0"/>
                    </a:solidFill>
                  </a:tcPr>
                </a:tc>
              </a:tr>
              <a:tr h="190300">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Akshay Chopra</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65%</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EFEFE"/>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75%</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0F9F4"/>
                    </a:solidFill>
                  </a:tcPr>
                </a:tc>
              </a:tr>
              <a:tr h="190300">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Kent Johnson</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70%</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E5F5ED"/>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72%</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EFFFF"/>
                    </a:solidFill>
                  </a:tcPr>
                </a:tc>
              </a:tr>
              <a:tr h="210875">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Varsha Malhotra</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45%</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7D5D2"/>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53%</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8DBD9"/>
                    </a:solidFill>
                  </a:tcPr>
                </a:tc>
              </a:tr>
            </a:tbl>
          </a:graphicData>
        </a:graphic>
      </p:graphicFrame>
      <p:graphicFrame>
        <p:nvGraphicFramePr>
          <p:cNvPr id="970" name="Google Shape;970;p127"/>
          <p:cNvGraphicFramePr/>
          <p:nvPr/>
        </p:nvGraphicFramePr>
        <p:xfrm>
          <a:off x="298725" y="887575"/>
          <a:ext cx="3000000" cy="3000000"/>
        </p:xfrm>
        <a:graphic>
          <a:graphicData uri="http://schemas.openxmlformats.org/drawingml/2006/table">
            <a:tbl>
              <a:tblPr>
                <a:noFill/>
                <a:tableStyleId>{D1B37AC5-87CB-4245-8B71-CEF38AA50BA3}</a:tableStyleId>
              </a:tblPr>
              <a:tblGrid>
                <a:gridCol w="2007050"/>
                <a:gridCol w="1138000"/>
                <a:gridCol w="994350"/>
              </a:tblGrid>
              <a:tr h="282125">
                <a:tc>
                  <a:txBody>
                    <a:bodyPr/>
                    <a:lstStyle/>
                    <a:p>
                      <a:pPr indent="0" lvl="0" marL="0" rtl="0" algn="ctr">
                        <a:lnSpc>
                          <a:spcPct val="115000"/>
                        </a:lnSpc>
                        <a:spcBef>
                          <a:spcPts val="0"/>
                        </a:spcBef>
                        <a:spcAft>
                          <a:spcPts val="0"/>
                        </a:spcAft>
                        <a:buNone/>
                      </a:pPr>
                      <a:r>
                        <a:rPr lang="en" sz="800">
                          <a:solidFill>
                            <a:srgbClr val="FFFFFF"/>
                          </a:solidFill>
                          <a:latin typeface="Merriweather"/>
                          <a:ea typeface="Merriweather"/>
                          <a:cs typeface="Merriweather"/>
                          <a:sym typeface="Merriweather"/>
                        </a:rPr>
                        <a:t>Resource</a:t>
                      </a:r>
                      <a:endParaRPr sz="800">
                        <a:solidFill>
                          <a:srgbClr val="FFFFFF"/>
                        </a:solidFill>
                        <a:latin typeface="Merriweather"/>
                        <a:ea typeface="Merriweather"/>
                        <a:cs typeface="Merriweather"/>
                        <a:sym typeface="Merriweather"/>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8650">
                      <a:solidFill>
                        <a:srgbClr val="B7B7B7"/>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lang="en" sz="800">
                          <a:solidFill>
                            <a:srgbClr val="FFFFFF"/>
                          </a:solidFill>
                          <a:latin typeface="Merriweather"/>
                          <a:ea typeface="Merriweather"/>
                          <a:cs typeface="Merriweather"/>
                          <a:sym typeface="Merriweather"/>
                        </a:rPr>
                        <a:t>Billable Utilization</a:t>
                      </a:r>
                      <a:endParaRPr sz="800">
                        <a:solidFill>
                          <a:srgbClr val="FFFFFF"/>
                        </a:solidFill>
                        <a:latin typeface="Merriweather"/>
                        <a:ea typeface="Merriweather"/>
                        <a:cs typeface="Merriweather"/>
                        <a:sym typeface="Merriweather"/>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8650">
                      <a:solidFill>
                        <a:srgbClr val="B7B7B7"/>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lang="en" sz="800">
                          <a:solidFill>
                            <a:srgbClr val="FFFFFF"/>
                          </a:solidFill>
                          <a:latin typeface="Merriweather"/>
                          <a:ea typeface="Merriweather"/>
                          <a:cs typeface="Merriweather"/>
                          <a:sym typeface="Merriweather"/>
                        </a:rPr>
                        <a:t>PTO Adjusted Billable Utilization</a:t>
                      </a:r>
                      <a:endParaRPr sz="800">
                        <a:solidFill>
                          <a:srgbClr val="FFFFFF"/>
                        </a:solidFill>
                        <a:latin typeface="Merriweather"/>
                        <a:ea typeface="Merriweather"/>
                        <a:cs typeface="Merriweather"/>
                        <a:sym typeface="Merriweather"/>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8650">
                      <a:solidFill>
                        <a:srgbClr val="B7B7B7"/>
                      </a:solidFill>
                      <a:prstDash val="solid"/>
                      <a:round/>
                      <a:headEnd len="sm" w="sm" type="none"/>
                      <a:tailEnd len="sm" w="sm" type="none"/>
                    </a:lnB>
                    <a:solidFill>
                      <a:srgbClr val="000000"/>
                    </a:solidFill>
                  </a:tcPr>
                </a:tc>
              </a:tr>
              <a:tr h="174250">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Dhiraj Mehta</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B7B7B7"/>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91%</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B7B7B7"/>
                      </a:solidFill>
                      <a:prstDash val="solid"/>
                      <a:round/>
                      <a:headEnd len="sm" w="sm" type="none"/>
                      <a:tailEnd len="sm" w="sm" type="none"/>
                    </a:lnT>
                    <a:lnB cap="flat" cmpd="sng" w="8650">
                      <a:solidFill>
                        <a:srgbClr val="CCCCCC"/>
                      </a:solidFill>
                      <a:prstDash val="solid"/>
                      <a:round/>
                      <a:headEnd len="sm" w="sm" type="none"/>
                      <a:tailEnd len="sm" w="sm" type="none"/>
                    </a:lnB>
                    <a:solidFill>
                      <a:srgbClr val="57BB8A"/>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100%</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B7B7B7"/>
                      </a:solidFill>
                      <a:prstDash val="solid"/>
                      <a:round/>
                      <a:headEnd len="sm" w="sm" type="none"/>
                      <a:tailEnd len="sm" w="sm" type="none"/>
                    </a:lnT>
                    <a:lnB cap="flat" cmpd="sng" w="8650">
                      <a:solidFill>
                        <a:srgbClr val="CCCCCC"/>
                      </a:solidFill>
                      <a:prstDash val="solid"/>
                      <a:round/>
                      <a:headEnd len="sm" w="sm" type="none"/>
                      <a:tailEnd len="sm" w="sm" type="none"/>
                    </a:lnB>
                    <a:solidFill>
                      <a:srgbClr val="57BB8A"/>
                    </a:solidFill>
                  </a:tcPr>
                </a:tc>
              </a:tr>
              <a:tr h="174250">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Kumar Venkatasubramanian</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91%</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57BB8A"/>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92%</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87CFAC"/>
                    </a:solidFill>
                  </a:tcPr>
                </a:tc>
              </a:tr>
              <a:tr h="174250">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Reza Rahim</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91%</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57BB8A"/>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92%</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87CFAC"/>
                    </a:solidFill>
                  </a:tcPr>
                </a:tc>
              </a:tr>
              <a:tr h="174250">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Mike Clapper</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84%</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86CEAB"/>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89%</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9BD7B9"/>
                    </a:solidFill>
                  </a:tcPr>
                </a:tc>
              </a:tr>
              <a:tr h="174250">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Eli Cohen</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73%</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D3EDE0"/>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79%</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D5EEE2"/>
                    </a:solidFill>
                  </a:tcPr>
                </a:tc>
              </a:tr>
              <a:tr h="174250">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Cridley Cabalceta Carvajal</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73%</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D4EEE1"/>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76%</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E6F5ED"/>
                    </a:solidFill>
                  </a:tcPr>
                </a:tc>
              </a:tr>
              <a:tr h="174250">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Alan Teodoro</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73%</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D5EEE2"/>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78%</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DBF1E6"/>
                    </a:solidFill>
                  </a:tcPr>
                </a:tc>
              </a:tr>
              <a:tr h="174250">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Tanner Sherman</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72%</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D8F0E4"/>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72%</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FFFFF"/>
                    </a:solidFill>
                  </a:tcPr>
                </a:tc>
              </a:tr>
              <a:tr h="174250">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Tom Solon</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69%</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0F9F5"/>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72%</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EFEFE"/>
                    </a:solidFill>
                  </a:tcPr>
                </a:tc>
              </a:tr>
              <a:tr h="174250">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Dharmendra Kumar</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67%</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BFEFC"/>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78%</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DBF1E6"/>
                    </a:solidFill>
                  </a:tcPr>
                </a:tc>
              </a:tr>
              <a:tr h="174250">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Nacho Munoz-Gomez</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66%</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EFDFD"/>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71%</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EFCFB"/>
                    </a:solidFill>
                  </a:tcPr>
                </a:tc>
              </a:tr>
              <a:tr h="174250">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Daniel Bolaños</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63%</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DF7F6"/>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66%</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CF3F2"/>
                    </a:solidFill>
                  </a:tcPr>
                </a:tc>
              </a:tr>
              <a:tr h="174250">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Khashayar Hajian</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62%</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DF6F5"/>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75%</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EDF8F3"/>
                    </a:solidFill>
                  </a:tcPr>
                </a:tc>
              </a:tr>
              <a:tr h="174250">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Kevin Shah</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61%</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CF4F3"/>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71%</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EFDFD"/>
                    </a:solidFill>
                  </a:tcPr>
                </a:tc>
              </a:tr>
              <a:tr h="174250">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Taha Najar</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59%</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CEFEE"/>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64%</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CF0EF"/>
                    </a:solidFill>
                  </a:tcPr>
                </a:tc>
              </a:tr>
              <a:tr h="174250">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Ken Miller</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55%</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AE8E7"/>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62%</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BECEB"/>
                    </a:solidFill>
                  </a:tcPr>
                </a:tc>
              </a:tr>
              <a:tr h="174250">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Raffael Mendes</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45%</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6D4D1"/>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49%</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6D4D1"/>
                    </a:solidFill>
                  </a:tcPr>
                </a:tc>
              </a:tr>
              <a:tr h="174250">
                <a:tc>
                  <a:txBody>
                    <a:bodyPr/>
                    <a:lstStyle/>
                    <a:p>
                      <a:pPr indent="0" lvl="0" marL="0" rtl="0" algn="l">
                        <a:lnSpc>
                          <a:spcPct val="115000"/>
                        </a:lnSpc>
                        <a:spcBef>
                          <a:spcPts val="0"/>
                        </a:spcBef>
                        <a:spcAft>
                          <a:spcPts val="0"/>
                        </a:spcAft>
                        <a:buNone/>
                      </a:pPr>
                      <a:r>
                        <a:rPr lang="en" sz="900">
                          <a:latin typeface="Space Grotesk"/>
                          <a:ea typeface="Space Grotesk"/>
                          <a:cs typeface="Space Grotesk"/>
                          <a:sym typeface="Space Grotesk"/>
                        </a:rPr>
                        <a:t>Asaf Hirshberg</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19%</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EDA19B"/>
                    </a:solidFill>
                  </a:tcPr>
                </a:tc>
                <a:tc>
                  <a:txBody>
                    <a:bodyPr/>
                    <a:lstStyle/>
                    <a:p>
                      <a:pPr indent="0" lvl="0" marL="0" rtl="0" algn="ctr">
                        <a:lnSpc>
                          <a:spcPct val="115000"/>
                        </a:lnSpc>
                        <a:spcBef>
                          <a:spcPts val="0"/>
                        </a:spcBef>
                        <a:spcAft>
                          <a:spcPts val="0"/>
                        </a:spcAft>
                        <a:buNone/>
                      </a:pPr>
                      <a:r>
                        <a:rPr lang="en" sz="900">
                          <a:latin typeface="Space Grotesk"/>
                          <a:ea typeface="Space Grotesk"/>
                          <a:cs typeface="Space Grotesk"/>
                          <a:sym typeface="Space Grotesk"/>
                        </a:rPr>
                        <a:t>30%</a:t>
                      </a:r>
                      <a:endParaRPr sz="900">
                        <a:latin typeface="Space Grotesk"/>
                        <a:ea typeface="Space Grotesk"/>
                        <a:cs typeface="Space Grotesk"/>
                        <a:sym typeface="Space Grotesk"/>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0B3AD"/>
                    </a:solidFill>
                  </a:tcPr>
                </a:tc>
              </a:tr>
            </a:tbl>
          </a:graphicData>
        </a:graphic>
      </p:graphicFrame>
      <p:sp>
        <p:nvSpPr>
          <p:cNvPr id="971" name="Google Shape;971;p127"/>
          <p:cNvSpPr txBox="1"/>
          <p:nvPr/>
        </p:nvSpPr>
        <p:spPr>
          <a:xfrm>
            <a:off x="4838625" y="2716300"/>
            <a:ext cx="4194000" cy="149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666666"/>
                </a:solidFill>
                <a:latin typeface="Space Grotesk"/>
                <a:ea typeface="Space Grotesk"/>
                <a:cs typeface="Space Grotesk"/>
                <a:sym typeface="Space Grotesk"/>
              </a:rPr>
              <a:t>1: </a:t>
            </a:r>
            <a:r>
              <a:rPr lang="en" sz="1100">
                <a:solidFill>
                  <a:srgbClr val="666666"/>
                </a:solidFill>
                <a:latin typeface="Space Grotesk"/>
                <a:ea typeface="Space Grotesk"/>
                <a:cs typeface="Space Grotesk"/>
                <a:sym typeface="Space Grotesk"/>
              </a:rPr>
              <a:t>High utilisation from Annual Plan and Resident Engineer engagements</a:t>
            </a:r>
            <a:endParaRPr sz="1100">
              <a:solidFill>
                <a:srgbClr val="666666"/>
              </a:solidFill>
              <a:latin typeface="Space Grotesk"/>
              <a:ea typeface="Space Grotesk"/>
              <a:cs typeface="Space Grotesk"/>
              <a:sym typeface="Space Grotesk"/>
            </a:endParaRPr>
          </a:p>
          <a:p>
            <a:pPr indent="0" lvl="0" marL="0" rtl="0" algn="l">
              <a:spcBef>
                <a:spcPts val="0"/>
              </a:spcBef>
              <a:spcAft>
                <a:spcPts val="0"/>
              </a:spcAft>
              <a:buNone/>
            </a:pPr>
            <a:r>
              <a:rPr lang="en" sz="1100">
                <a:solidFill>
                  <a:srgbClr val="666666"/>
                </a:solidFill>
                <a:latin typeface="Space Grotesk"/>
                <a:ea typeface="Space Grotesk"/>
                <a:cs typeface="Space Grotesk"/>
                <a:sym typeface="Space Grotesk"/>
              </a:rPr>
              <a:t>2: Varsha chasing a lot of small projects but high activity</a:t>
            </a:r>
            <a:endParaRPr sz="1100">
              <a:solidFill>
                <a:srgbClr val="666666"/>
              </a:solidFill>
              <a:latin typeface="Space Grotesk"/>
              <a:ea typeface="Space Grotesk"/>
              <a:cs typeface="Space Grotesk"/>
              <a:sym typeface="Space Grotesk"/>
            </a:endParaRPr>
          </a:p>
          <a:p>
            <a:pPr indent="0" lvl="0" marL="0" rtl="0" algn="l">
              <a:spcBef>
                <a:spcPts val="0"/>
              </a:spcBef>
              <a:spcAft>
                <a:spcPts val="0"/>
              </a:spcAft>
              <a:buNone/>
            </a:pPr>
            <a:r>
              <a:rPr lang="en" sz="1100">
                <a:solidFill>
                  <a:srgbClr val="666666"/>
                </a:solidFill>
                <a:latin typeface="Space Grotesk"/>
                <a:ea typeface="Space Grotesk"/>
                <a:cs typeface="Space Grotesk"/>
                <a:sym typeface="Space Grotesk"/>
              </a:rPr>
              <a:t>3: </a:t>
            </a:r>
            <a:r>
              <a:rPr lang="en" sz="1100">
                <a:solidFill>
                  <a:srgbClr val="666666"/>
                </a:solidFill>
                <a:latin typeface="Space Grotesk"/>
                <a:ea typeface="Space Grotesk"/>
                <a:cs typeface="Space Grotesk"/>
                <a:sym typeface="Space Grotesk"/>
              </a:rPr>
              <a:t>Low utilisation due to Middle East conflict</a:t>
            </a:r>
            <a:endParaRPr sz="1100">
              <a:solidFill>
                <a:srgbClr val="666666"/>
              </a:solidFill>
              <a:latin typeface="Space Grotesk"/>
              <a:ea typeface="Space Grotesk"/>
              <a:cs typeface="Space Grotesk"/>
              <a:sym typeface="Space Grotesk"/>
            </a:endParaRPr>
          </a:p>
          <a:p>
            <a:pPr indent="0" lvl="0" marL="0" rtl="0" algn="l">
              <a:spcBef>
                <a:spcPts val="0"/>
              </a:spcBef>
              <a:spcAft>
                <a:spcPts val="0"/>
              </a:spcAft>
              <a:buNone/>
            </a:pPr>
            <a:r>
              <a:t/>
            </a:r>
            <a:endParaRPr sz="1100">
              <a:solidFill>
                <a:srgbClr val="666666"/>
              </a:solidFill>
              <a:latin typeface="Space Grotesk"/>
              <a:ea typeface="Space Grotesk"/>
              <a:cs typeface="Space Grotesk"/>
              <a:sym typeface="Space Grotesk"/>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128"/>
          <p:cNvSpPr txBox="1"/>
          <p:nvPr>
            <p:ph type="title"/>
          </p:nvPr>
        </p:nvSpPr>
        <p:spPr>
          <a:xfrm>
            <a:off x="298725" y="164933"/>
            <a:ext cx="8349900" cy="405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Backlog &amp; Capacity</a:t>
            </a:r>
            <a:endParaRPr>
              <a:solidFill>
                <a:srgbClr val="9E9E9E"/>
              </a:solidFill>
            </a:endParaRPr>
          </a:p>
        </p:txBody>
      </p:sp>
      <p:sp>
        <p:nvSpPr>
          <p:cNvPr id="977" name="Google Shape;977;p128"/>
          <p:cNvSpPr/>
          <p:nvPr/>
        </p:nvSpPr>
        <p:spPr>
          <a:xfrm>
            <a:off x="8712256" y="3154478"/>
            <a:ext cx="241200" cy="241200"/>
          </a:xfrm>
          <a:prstGeom prst="ellipse">
            <a:avLst/>
          </a:prstGeom>
          <a:solidFill>
            <a:srgbClr val="C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lang="en" sz="1100">
                <a:solidFill>
                  <a:srgbClr val="FFFFFF"/>
                </a:solidFill>
                <a:latin typeface="Space Grotesk"/>
                <a:ea typeface="Space Grotesk"/>
                <a:cs typeface="Space Grotesk"/>
                <a:sym typeface="Space Grotesk"/>
              </a:rPr>
              <a:t>1</a:t>
            </a:r>
            <a:endParaRPr b="1" sz="1100">
              <a:solidFill>
                <a:srgbClr val="FFFFFF"/>
              </a:solidFill>
              <a:latin typeface="Space Grotesk"/>
              <a:ea typeface="Space Grotesk"/>
              <a:cs typeface="Space Grotesk"/>
              <a:sym typeface="Space Grotesk"/>
            </a:endParaRPr>
          </a:p>
        </p:txBody>
      </p:sp>
      <p:sp>
        <p:nvSpPr>
          <p:cNvPr id="978" name="Google Shape;978;p128"/>
          <p:cNvSpPr/>
          <p:nvPr/>
        </p:nvSpPr>
        <p:spPr>
          <a:xfrm>
            <a:off x="4359037" y="3814769"/>
            <a:ext cx="241200" cy="241200"/>
          </a:xfrm>
          <a:prstGeom prst="ellipse">
            <a:avLst/>
          </a:prstGeom>
          <a:solidFill>
            <a:srgbClr val="C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lang="en" sz="1100">
                <a:solidFill>
                  <a:srgbClr val="FFFFFF"/>
                </a:solidFill>
                <a:latin typeface="Space Grotesk"/>
                <a:ea typeface="Space Grotesk"/>
                <a:cs typeface="Space Grotesk"/>
                <a:sym typeface="Space Grotesk"/>
              </a:rPr>
              <a:t>2</a:t>
            </a:r>
            <a:endParaRPr b="1" sz="1100">
              <a:solidFill>
                <a:srgbClr val="FFFFFF"/>
              </a:solidFill>
              <a:latin typeface="Space Grotesk"/>
              <a:ea typeface="Space Grotesk"/>
              <a:cs typeface="Space Grotesk"/>
              <a:sym typeface="Space Grotesk"/>
            </a:endParaRPr>
          </a:p>
        </p:txBody>
      </p:sp>
      <p:graphicFrame>
        <p:nvGraphicFramePr>
          <p:cNvPr id="979" name="Google Shape;979;p128"/>
          <p:cNvGraphicFramePr/>
          <p:nvPr/>
        </p:nvGraphicFramePr>
        <p:xfrm>
          <a:off x="487638" y="747713"/>
          <a:ext cx="3000000" cy="3000000"/>
        </p:xfrm>
        <a:graphic>
          <a:graphicData uri="http://schemas.openxmlformats.org/drawingml/2006/table">
            <a:tbl>
              <a:tblPr>
                <a:noFill/>
                <a:tableStyleId>{D1B37AC5-87CB-4245-8B71-CEF38AA50BA3}</a:tableStyleId>
              </a:tblPr>
              <a:tblGrid>
                <a:gridCol w="756600"/>
                <a:gridCol w="756600"/>
                <a:gridCol w="1102850"/>
                <a:gridCol w="1013075"/>
                <a:gridCol w="756600"/>
                <a:gridCol w="756600"/>
                <a:gridCol w="756600"/>
                <a:gridCol w="756600"/>
                <a:gridCol w="756600"/>
                <a:gridCol w="756600"/>
              </a:tblGrid>
              <a:tr h="507325">
                <a:tc>
                  <a:txBody>
                    <a:bodyPr/>
                    <a:lstStyle/>
                    <a:p>
                      <a:pPr indent="0" lvl="0" marL="0" rtl="0" algn="ctr">
                        <a:lnSpc>
                          <a:spcPct val="115000"/>
                        </a:lnSpc>
                        <a:spcBef>
                          <a:spcPts val="0"/>
                        </a:spcBef>
                        <a:spcAft>
                          <a:spcPts val="0"/>
                        </a:spcAft>
                        <a:buNone/>
                      </a:pPr>
                      <a:r>
                        <a:rPr b="1" lang="en" sz="1000">
                          <a:solidFill>
                            <a:srgbClr val="FFFFFF"/>
                          </a:solidFill>
                        </a:rPr>
                        <a:t>QTR</a:t>
                      </a:r>
                      <a:endParaRPr b="1" sz="1000">
                        <a:solidFill>
                          <a:srgbClr val="FFFFFF"/>
                        </a:solidFill>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1000">
                          <a:solidFill>
                            <a:srgbClr val="FFFFFF"/>
                          </a:solidFill>
                        </a:rPr>
                        <a:t>Starting Backlog</a:t>
                      </a:r>
                      <a:endParaRPr b="1" sz="1000">
                        <a:solidFill>
                          <a:srgbClr val="FFFFFF"/>
                        </a:solidFill>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1000">
                          <a:solidFill>
                            <a:srgbClr val="FFFFFF"/>
                          </a:solidFill>
                        </a:rPr>
                        <a:t>Bookings Forecast</a:t>
                      </a:r>
                      <a:endParaRPr b="1" sz="1000">
                        <a:solidFill>
                          <a:srgbClr val="FFFFFF"/>
                        </a:solidFill>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1000">
                          <a:solidFill>
                            <a:srgbClr val="FFFFFF"/>
                          </a:solidFill>
                        </a:rPr>
                        <a:t>New Backlog</a:t>
                      </a:r>
                      <a:endParaRPr b="1" sz="1000">
                        <a:solidFill>
                          <a:srgbClr val="FFFFFF"/>
                        </a:solidFill>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1000">
                          <a:solidFill>
                            <a:srgbClr val="FFFFFF"/>
                          </a:solidFill>
                        </a:rPr>
                        <a:t># Consultants</a:t>
                      </a:r>
                      <a:endParaRPr b="1" sz="1000">
                        <a:solidFill>
                          <a:srgbClr val="FFFFFF"/>
                        </a:solidFill>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1000">
                          <a:solidFill>
                            <a:srgbClr val="FFFFFF"/>
                          </a:solidFill>
                        </a:rPr>
                        <a:t># EM</a:t>
                      </a:r>
                      <a:endParaRPr b="1" sz="1000">
                        <a:solidFill>
                          <a:srgbClr val="FFFFFF"/>
                        </a:solidFill>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1000">
                          <a:solidFill>
                            <a:srgbClr val="FFFFFF"/>
                          </a:solidFill>
                        </a:rPr>
                        <a:t>Consultant Backlog</a:t>
                      </a:r>
                      <a:endParaRPr b="1" sz="1000">
                        <a:solidFill>
                          <a:srgbClr val="FFFFFF"/>
                        </a:solidFill>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1000">
                          <a:solidFill>
                            <a:srgbClr val="FFFFFF"/>
                          </a:solidFill>
                        </a:rPr>
                        <a:t>EM Backlog</a:t>
                      </a:r>
                      <a:endParaRPr b="1" sz="1000">
                        <a:solidFill>
                          <a:srgbClr val="FFFFFF"/>
                        </a:solidFill>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1000">
                          <a:solidFill>
                            <a:srgbClr val="FFFFFF"/>
                          </a:solidFill>
                        </a:rPr>
                        <a:t>Consultant Load</a:t>
                      </a:r>
                      <a:endParaRPr b="1" sz="1000">
                        <a:solidFill>
                          <a:srgbClr val="FFFFFF"/>
                        </a:solidFill>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1000">
                          <a:solidFill>
                            <a:srgbClr val="FFFFFF"/>
                          </a:solidFill>
                        </a:rPr>
                        <a:t>EM Load</a:t>
                      </a:r>
                      <a:endParaRPr b="1" sz="1000">
                        <a:solidFill>
                          <a:srgbClr val="FFFFFF"/>
                        </a:solidFill>
                      </a:endParaRPr>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000000"/>
                    </a:solidFill>
                  </a:tcPr>
                </a:tc>
              </a:tr>
              <a:tr h="177175">
                <a:tc>
                  <a:txBody>
                    <a:bodyPr/>
                    <a:lstStyle/>
                    <a:p>
                      <a:pPr indent="0" lvl="0" marL="0" rtl="0" algn="l">
                        <a:lnSpc>
                          <a:spcPct val="115000"/>
                        </a:lnSpc>
                        <a:spcBef>
                          <a:spcPts val="0"/>
                        </a:spcBef>
                        <a:spcAft>
                          <a:spcPts val="0"/>
                        </a:spcAft>
                        <a:buNone/>
                      </a:pPr>
                      <a:r>
                        <a:rPr b="1" lang="en" sz="1000"/>
                        <a:t>Q2-2027</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b="1" lang="en" sz="1000"/>
                        <a:t>27,883</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b="1" lang="en" sz="1000"/>
                        <a:t>1,831,189</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b="1" lang="en" sz="1000"/>
                        <a:t>36,476</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b="1" lang="en" sz="1000"/>
                        <a:t>21</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b="1" lang="en" sz="1000"/>
                        <a:t>7</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b="1" lang="en" sz="1000"/>
                        <a:t>29,181</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b="1" lang="en" sz="1000"/>
                        <a:t>7,295</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b="1" lang="en" sz="1000"/>
                        <a:t>103%</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b="1" lang="en" sz="1000"/>
                        <a:t>77%</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r>
              <a:tr h="177175">
                <a:tc>
                  <a:txBody>
                    <a:bodyPr/>
                    <a:lstStyle/>
                    <a:p>
                      <a:pPr indent="0" lvl="0" marL="0" rtl="0" algn="l">
                        <a:lnSpc>
                          <a:spcPct val="115000"/>
                        </a:lnSpc>
                        <a:spcBef>
                          <a:spcPts val="0"/>
                        </a:spcBef>
                        <a:spcAft>
                          <a:spcPts val="0"/>
                        </a:spcAft>
                        <a:buNone/>
                      </a:pPr>
                      <a:r>
                        <a:rPr lang="en" sz="1000"/>
                        <a:t>AMER</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16,140</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943,207</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FF2CC"/>
                    </a:solidFill>
                  </a:tcPr>
                </a:tc>
                <a:tc>
                  <a:txBody>
                    <a:bodyPr/>
                    <a:lstStyle/>
                    <a:p>
                      <a:pPr indent="0" lvl="0" marL="0" rtl="0" algn="r">
                        <a:lnSpc>
                          <a:spcPct val="115000"/>
                        </a:lnSpc>
                        <a:spcBef>
                          <a:spcPts val="0"/>
                        </a:spcBef>
                        <a:spcAft>
                          <a:spcPts val="0"/>
                        </a:spcAft>
                        <a:buNone/>
                      </a:pPr>
                      <a:r>
                        <a:rPr lang="en" sz="1000"/>
                        <a:t>20,324</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12</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3</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16260</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4065</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100%</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4CCCC"/>
                    </a:solidFill>
                  </a:tcPr>
                </a:tc>
                <a:tc>
                  <a:txBody>
                    <a:bodyPr/>
                    <a:lstStyle/>
                    <a:p>
                      <a:pPr indent="0" lvl="0" marL="0" rtl="0" algn="r">
                        <a:lnSpc>
                          <a:spcPct val="115000"/>
                        </a:lnSpc>
                        <a:spcBef>
                          <a:spcPts val="0"/>
                        </a:spcBef>
                        <a:spcAft>
                          <a:spcPts val="0"/>
                        </a:spcAft>
                        <a:buNone/>
                      </a:pPr>
                      <a:r>
                        <a:rPr lang="en" sz="1000"/>
                        <a:t>100%</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4CCCC"/>
                    </a:solidFill>
                  </a:tcPr>
                </a:tc>
              </a:tr>
              <a:tr h="177175">
                <a:tc>
                  <a:txBody>
                    <a:bodyPr/>
                    <a:lstStyle/>
                    <a:p>
                      <a:pPr indent="0" lvl="0" marL="0" rtl="0" algn="l">
                        <a:lnSpc>
                          <a:spcPct val="115000"/>
                        </a:lnSpc>
                        <a:spcBef>
                          <a:spcPts val="0"/>
                        </a:spcBef>
                        <a:spcAft>
                          <a:spcPts val="0"/>
                        </a:spcAft>
                        <a:buNone/>
                      </a:pPr>
                      <a:r>
                        <a:rPr lang="en" sz="1000"/>
                        <a:t>EMEA</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6,869</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553,546</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FF2CC"/>
                    </a:solidFill>
                  </a:tcPr>
                </a:tc>
                <a:tc>
                  <a:txBody>
                    <a:bodyPr/>
                    <a:lstStyle/>
                    <a:p>
                      <a:pPr indent="0" lvl="0" marL="0" rtl="0" algn="r">
                        <a:lnSpc>
                          <a:spcPct val="115000"/>
                        </a:lnSpc>
                        <a:spcBef>
                          <a:spcPts val="0"/>
                        </a:spcBef>
                        <a:spcAft>
                          <a:spcPts val="0"/>
                        </a:spcAft>
                        <a:buNone/>
                      </a:pPr>
                      <a:r>
                        <a:rPr lang="en" sz="1000"/>
                        <a:t>9,526</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7621</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1905</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113%</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4CCCC"/>
                    </a:solidFill>
                  </a:tcPr>
                </a:tc>
                <a:tc>
                  <a:txBody>
                    <a:bodyPr/>
                    <a:lstStyle/>
                    <a:p>
                      <a:pPr indent="0" lvl="0" marL="0" rtl="0" algn="r">
                        <a:lnSpc>
                          <a:spcPct val="115000"/>
                        </a:lnSpc>
                        <a:spcBef>
                          <a:spcPts val="0"/>
                        </a:spcBef>
                        <a:spcAft>
                          <a:spcPts val="0"/>
                        </a:spcAft>
                        <a:buNone/>
                      </a:pPr>
                      <a:r>
                        <a:rPr lang="en" sz="1000"/>
                        <a:t>70%</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B7E1CD"/>
                    </a:solidFill>
                  </a:tcPr>
                </a:tc>
              </a:tr>
              <a:tr h="177175">
                <a:tc>
                  <a:txBody>
                    <a:bodyPr/>
                    <a:lstStyle/>
                    <a:p>
                      <a:pPr indent="0" lvl="0" marL="0" rtl="0" algn="l">
                        <a:lnSpc>
                          <a:spcPct val="115000"/>
                        </a:lnSpc>
                        <a:spcBef>
                          <a:spcPts val="0"/>
                        </a:spcBef>
                        <a:spcAft>
                          <a:spcPts val="0"/>
                        </a:spcAft>
                        <a:buNone/>
                      </a:pPr>
                      <a:r>
                        <a:rPr lang="en" sz="1000"/>
                        <a:t>APAC</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4,874</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334,436</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FF2CC"/>
                    </a:solidFill>
                  </a:tcPr>
                </a:tc>
                <a:tc>
                  <a:txBody>
                    <a:bodyPr/>
                    <a:lstStyle/>
                    <a:p>
                      <a:pPr indent="0" lvl="0" marL="0" rtl="0" algn="r">
                        <a:lnSpc>
                          <a:spcPct val="115000"/>
                        </a:lnSpc>
                        <a:spcBef>
                          <a:spcPts val="0"/>
                        </a:spcBef>
                        <a:spcAft>
                          <a:spcPts val="0"/>
                        </a:spcAft>
                        <a:buNone/>
                      </a:pPr>
                      <a:r>
                        <a:rPr lang="en" sz="1000"/>
                        <a:t>6,625</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4</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5300</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1325</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98%</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4CCCC"/>
                    </a:solidFill>
                  </a:tcPr>
                </a:tc>
                <a:tc>
                  <a:txBody>
                    <a:bodyPr/>
                    <a:lstStyle/>
                    <a:p>
                      <a:pPr indent="0" lvl="0" marL="0" rtl="0" algn="r">
                        <a:lnSpc>
                          <a:spcPct val="115000"/>
                        </a:lnSpc>
                        <a:spcBef>
                          <a:spcPts val="0"/>
                        </a:spcBef>
                        <a:spcAft>
                          <a:spcPts val="0"/>
                        </a:spcAft>
                        <a:buNone/>
                      </a:pPr>
                      <a:r>
                        <a:rPr lang="en" sz="1000"/>
                        <a:t>49%</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B7E1CD"/>
                    </a:solidFill>
                  </a:tcPr>
                </a:tc>
              </a:tr>
              <a:tr h="177175">
                <a:tc>
                  <a:txBody>
                    <a:bodyPr/>
                    <a:lstStyle/>
                    <a:p>
                      <a:pPr indent="0" lvl="0" marL="0" rtl="0" algn="l">
                        <a:lnSpc>
                          <a:spcPct val="115000"/>
                        </a:lnSpc>
                        <a:spcBef>
                          <a:spcPts val="0"/>
                        </a:spcBef>
                        <a:spcAft>
                          <a:spcPts val="0"/>
                        </a:spcAft>
                        <a:buNone/>
                      </a:pPr>
                      <a:r>
                        <a:rPr b="1" lang="en" sz="1000"/>
                        <a:t>Q3-2027</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b="1" lang="en" sz="1000"/>
                        <a:t>27,012</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b="1" lang="en" sz="1000"/>
                        <a:t>2,264,761</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b="1" lang="en" sz="1000"/>
                        <a:t>36,045</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b="1" lang="en" sz="1000"/>
                        <a:t>25</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b="1" lang="en" sz="1000"/>
                        <a:t>7</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b="1" lang="en" sz="1000"/>
                        <a:t>28,836</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b="1" lang="en" sz="1000"/>
                        <a:t>7,209</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b="1" lang="en" sz="1000"/>
                        <a:t>85%</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b="1" lang="en" sz="1000"/>
                        <a:t>76%</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r>
              <a:tr h="177175">
                <a:tc>
                  <a:txBody>
                    <a:bodyPr/>
                    <a:lstStyle/>
                    <a:p>
                      <a:pPr indent="0" lvl="0" marL="0" rtl="0" algn="l">
                        <a:lnSpc>
                          <a:spcPct val="115000"/>
                        </a:lnSpc>
                        <a:spcBef>
                          <a:spcPts val="0"/>
                        </a:spcBef>
                        <a:spcAft>
                          <a:spcPts val="0"/>
                        </a:spcAft>
                        <a:buNone/>
                      </a:pPr>
                      <a:r>
                        <a:rPr lang="en" sz="1000"/>
                        <a:t>AMER</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15,254</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1,166,531</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19,653</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12</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3</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15723</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3931</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97%</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4CCCC"/>
                    </a:solidFill>
                  </a:tcPr>
                </a:tc>
                <a:tc>
                  <a:txBody>
                    <a:bodyPr/>
                    <a:lstStyle/>
                    <a:p>
                      <a:pPr indent="0" lvl="0" marL="0" rtl="0" algn="r">
                        <a:lnSpc>
                          <a:spcPct val="115000"/>
                        </a:lnSpc>
                        <a:spcBef>
                          <a:spcPts val="0"/>
                        </a:spcBef>
                        <a:spcAft>
                          <a:spcPts val="0"/>
                        </a:spcAft>
                        <a:buNone/>
                      </a:pPr>
                      <a:r>
                        <a:rPr lang="en" sz="1000"/>
                        <a:t>97%</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4CCCC"/>
                    </a:solidFill>
                  </a:tcPr>
                </a:tc>
              </a:tr>
              <a:tr h="177175">
                <a:tc>
                  <a:txBody>
                    <a:bodyPr/>
                    <a:lstStyle/>
                    <a:p>
                      <a:pPr indent="0" lvl="0" marL="0" rtl="0" algn="l">
                        <a:lnSpc>
                          <a:spcPct val="115000"/>
                        </a:lnSpc>
                        <a:spcBef>
                          <a:spcPts val="0"/>
                        </a:spcBef>
                        <a:spcAft>
                          <a:spcPts val="0"/>
                        </a:spcAft>
                        <a:buNone/>
                      </a:pPr>
                      <a:r>
                        <a:rPr lang="en" sz="1000"/>
                        <a:t>EMEA</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7,160</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684,609</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9,953</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7</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7963</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1991</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84%</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B7E1CD"/>
                    </a:solidFill>
                  </a:tcPr>
                </a:tc>
                <a:tc>
                  <a:txBody>
                    <a:bodyPr/>
                    <a:lstStyle/>
                    <a:p>
                      <a:pPr indent="0" lvl="0" marL="0" rtl="0" algn="r">
                        <a:lnSpc>
                          <a:spcPct val="115000"/>
                        </a:lnSpc>
                        <a:spcBef>
                          <a:spcPts val="0"/>
                        </a:spcBef>
                        <a:spcAft>
                          <a:spcPts val="0"/>
                        </a:spcAft>
                        <a:buNone/>
                      </a:pPr>
                      <a:r>
                        <a:rPr lang="en" sz="1000"/>
                        <a:t>74%</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B7E1CD"/>
                    </a:solidFill>
                  </a:tcPr>
                </a:tc>
              </a:tr>
              <a:tr h="177175">
                <a:tc>
                  <a:txBody>
                    <a:bodyPr/>
                    <a:lstStyle/>
                    <a:p>
                      <a:pPr indent="0" lvl="0" marL="0" rtl="0" algn="l">
                        <a:lnSpc>
                          <a:spcPct val="115000"/>
                        </a:lnSpc>
                        <a:spcBef>
                          <a:spcPts val="0"/>
                        </a:spcBef>
                        <a:spcAft>
                          <a:spcPts val="0"/>
                        </a:spcAft>
                        <a:buNone/>
                      </a:pPr>
                      <a:r>
                        <a:rPr lang="en" sz="1000"/>
                        <a:t>APAC</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4,597</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413,621</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6,438</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6</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5151</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1288</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63%</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B7E1CD"/>
                    </a:solidFill>
                  </a:tcPr>
                </a:tc>
                <a:tc>
                  <a:txBody>
                    <a:bodyPr/>
                    <a:lstStyle/>
                    <a:p>
                      <a:pPr indent="0" lvl="0" marL="0" rtl="0" algn="r">
                        <a:lnSpc>
                          <a:spcPct val="115000"/>
                        </a:lnSpc>
                        <a:spcBef>
                          <a:spcPts val="0"/>
                        </a:spcBef>
                        <a:spcAft>
                          <a:spcPts val="0"/>
                        </a:spcAft>
                        <a:buNone/>
                      </a:pPr>
                      <a:r>
                        <a:rPr lang="en" sz="1000"/>
                        <a:t>48%</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B7E1CD"/>
                    </a:solidFill>
                  </a:tcPr>
                </a:tc>
              </a:tr>
              <a:tr h="177175">
                <a:tc>
                  <a:txBody>
                    <a:bodyPr/>
                    <a:lstStyle/>
                    <a:p>
                      <a:pPr indent="0" lvl="0" marL="0" rtl="0" algn="l">
                        <a:lnSpc>
                          <a:spcPct val="115000"/>
                        </a:lnSpc>
                        <a:spcBef>
                          <a:spcPts val="0"/>
                        </a:spcBef>
                        <a:spcAft>
                          <a:spcPts val="0"/>
                        </a:spcAft>
                        <a:buNone/>
                      </a:pPr>
                      <a:r>
                        <a:rPr b="1" lang="en" sz="1000"/>
                        <a:t>Q4-2027</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b="1" lang="en" sz="1000"/>
                        <a:t>25,229</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b="1" lang="en" sz="1000"/>
                        <a:t>4,222,274</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b="1" lang="en" sz="1000"/>
                        <a:t>42,069</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b="1" lang="en" sz="1000"/>
                        <a:t>25</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b="1" lang="en" sz="1000"/>
                        <a:t>7</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b="1" lang="en" sz="1000"/>
                        <a:t>33,656</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b="1" lang="en" sz="1000"/>
                        <a:t>8,414</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b="1" lang="en" sz="1000"/>
                        <a:t>100%</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b="1" lang="en" sz="1000"/>
                        <a:t>89%</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3F3F3"/>
                    </a:solidFill>
                  </a:tcPr>
                </a:tc>
              </a:tr>
              <a:tr h="177175">
                <a:tc>
                  <a:txBody>
                    <a:bodyPr/>
                    <a:lstStyle/>
                    <a:p>
                      <a:pPr indent="0" lvl="0" marL="0" rtl="0" algn="l">
                        <a:lnSpc>
                          <a:spcPct val="115000"/>
                        </a:lnSpc>
                        <a:spcBef>
                          <a:spcPts val="0"/>
                        </a:spcBef>
                        <a:spcAft>
                          <a:spcPts val="0"/>
                        </a:spcAft>
                        <a:buNone/>
                      </a:pPr>
                      <a:r>
                        <a:rPr lang="en" sz="1000"/>
                        <a:t>AMER</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14,583</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2,174,805</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22,784</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12</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3</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18227</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4557</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112%</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4CCCC"/>
                    </a:solidFill>
                  </a:tcPr>
                </a:tc>
                <a:tc>
                  <a:txBody>
                    <a:bodyPr/>
                    <a:lstStyle/>
                    <a:p>
                      <a:pPr indent="0" lvl="0" marL="0" rtl="0" algn="r">
                        <a:lnSpc>
                          <a:spcPct val="115000"/>
                        </a:lnSpc>
                        <a:spcBef>
                          <a:spcPts val="0"/>
                        </a:spcBef>
                        <a:spcAft>
                          <a:spcPts val="0"/>
                        </a:spcAft>
                        <a:buNone/>
                      </a:pPr>
                      <a:r>
                        <a:rPr lang="en" sz="1000"/>
                        <a:t>112%</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4CCCC"/>
                    </a:solidFill>
                  </a:tcPr>
                </a:tc>
              </a:tr>
              <a:tr h="177175">
                <a:tc>
                  <a:txBody>
                    <a:bodyPr/>
                    <a:lstStyle/>
                    <a:p>
                      <a:pPr indent="0" lvl="0" marL="0" rtl="0" algn="l">
                        <a:lnSpc>
                          <a:spcPct val="115000"/>
                        </a:lnSpc>
                        <a:spcBef>
                          <a:spcPts val="0"/>
                        </a:spcBef>
                        <a:spcAft>
                          <a:spcPts val="0"/>
                        </a:spcAft>
                        <a:buNone/>
                      </a:pPr>
                      <a:r>
                        <a:rPr lang="en" sz="1000"/>
                        <a:t>EMEA</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6,911</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1,276,341</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12,119</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7</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9695</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2424</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102%</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4CCCC"/>
                    </a:solidFill>
                  </a:tcPr>
                </a:tc>
                <a:tc>
                  <a:txBody>
                    <a:bodyPr/>
                    <a:lstStyle/>
                    <a:p>
                      <a:pPr indent="0" lvl="0" marL="0" rtl="0" algn="r">
                        <a:lnSpc>
                          <a:spcPct val="115000"/>
                        </a:lnSpc>
                        <a:spcBef>
                          <a:spcPts val="0"/>
                        </a:spcBef>
                        <a:spcAft>
                          <a:spcPts val="0"/>
                        </a:spcAft>
                        <a:buNone/>
                      </a:pPr>
                      <a:r>
                        <a:rPr lang="en" sz="1000"/>
                        <a:t>90%</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B7E1CD"/>
                    </a:solidFill>
                  </a:tcPr>
                </a:tc>
              </a:tr>
              <a:tr h="177175">
                <a:tc>
                  <a:txBody>
                    <a:bodyPr/>
                    <a:lstStyle/>
                    <a:p>
                      <a:pPr indent="0" lvl="0" marL="0" rtl="0" algn="l">
                        <a:lnSpc>
                          <a:spcPct val="115000"/>
                        </a:lnSpc>
                        <a:spcBef>
                          <a:spcPts val="0"/>
                        </a:spcBef>
                        <a:spcAft>
                          <a:spcPts val="0"/>
                        </a:spcAft>
                        <a:buNone/>
                      </a:pPr>
                      <a:r>
                        <a:rPr lang="en" sz="1000"/>
                        <a:t>APAC</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3,734</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771,128</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7,166</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6</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5733</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1433</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71%</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B7E1CD"/>
                    </a:solidFill>
                  </a:tcPr>
                </a:tc>
                <a:tc>
                  <a:txBody>
                    <a:bodyPr/>
                    <a:lstStyle/>
                    <a:p>
                      <a:pPr indent="0" lvl="0" marL="0" rtl="0" algn="r">
                        <a:lnSpc>
                          <a:spcPct val="115000"/>
                        </a:lnSpc>
                        <a:spcBef>
                          <a:spcPts val="0"/>
                        </a:spcBef>
                        <a:spcAft>
                          <a:spcPts val="0"/>
                        </a:spcAft>
                        <a:buNone/>
                      </a:pPr>
                      <a:r>
                        <a:rPr lang="en" sz="1000"/>
                        <a:t>53%</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B7E1CD"/>
                    </a:solidFill>
                  </a:tcPr>
                </a:tc>
              </a:tr>
            </a:tbl>
          </a:graphicData>
        </a:graphic>
      </p:graphicFrame>
      <p:sp>
        <p:nvSpPr>
          <p:cNvPr id="980" name="Google Shape;980;p128"/>
          <p:cNvSpPr txBox="1"/>
          <p:nvPr/>
        </p:nvSpPr>
        <p:spPr>
          <a:xfrm>
            <a:off x="225775" y="4095359"/>
            <a:ext cx="8507700" cy="109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666666"/>
                </a:solidFill>
                <a:latin typeface="Space Grotesk"/>
                <a:ea typeface="Space Grotesk"/>
                <a:cs typeface="Space Grotesk"/>
                <a:sym typeface="Space Grotesk"/>
              </a:rPr>
              <a:t>1: Q1 bookings heavily skewed towards Americas vs. AOP targets creating a forecasted capacity constraint in H2</a:t>
            </a:r>
            <a:endParaRPr sz="1100">
              <a:solidFill>
                <a:srgbClr val="666666"/>
              </a:solidFill>
              <a:latin typeface="Space Grotesk"/>
              <a:ea typeface="Space Grotesk"/>
              <a:cs typeface="Space Grotesk"/>
              <a:sym typeface="Space Grotesk"/>
            </a:endParaRPr>
          </a:p>
          <a:p>
            <a:pPr indent="0" lvl="0" marL="0" rtl="0" algn="l">
              <a:spcBef>
                <a:spcPts val="0"/>
              </a:spcBef>
              <a:spcAft>
                <a:spcPts val="0"/>
              </a:spcAft>
              <a:buNone/>
            </a:pPr>
            <a:r>
              <a:rPr lang="en" sz="1100">
                <a:solidFill>
                  <a:srgbClr val="666666"/>
                </a:solidFill>
                <a:latin typeface="Space Grotesk"/>
                <a:ea typeface="Space Grotesk"/>
                <a:cs typeface="Space Grotesk"/>
                <a:sym typeface="Space Grotesk"/>
              </a:rPr>
              <a:t>2: Headcount numbers include all consultants, including open hires in out quarters</a:t>
            </a:r>
            <a:endParaRPr sz="1100">
              <a:solidFill>
                <a:srgbClr val="666666"/>
              </a:solidFill>
              <a:latin typeface="Space Grotesk"/>
              <a:ea typeface="Space Grotesk"/>
              <a:cs typeface="Space Grotesk"/>
              <a:sym typeface="Space Grotesk"/>
            </a:endParaRPr>
          </a:p>
          <a:p>
            <a:pPr indent="0" lvl="0" marL="0" rtl="0" algn="l">
              <a:spcBef>
                <a:spcPts val="0"/>
              </a:spcBef>
              <a:spcAft>
                <a:spcPts val="0"/>
              </a:spcAft>
              <a:buNone/>
            </a:pPr>
            <a:r>
              <a:rPr lang="en" sz="1100">
                <a:solidFill>
                  <a:srgbClr val="666666"/>
                </a:solidFill>
                <a:latin typeface="Space Grotesk"/>
                <a:ea typeface="Space Grotesk"/>
                <a:cs typeface="Space Grotesk"/>
                <a:sym typeface="Space Grotesk"/>
              </a:rPr>
              <a:t>3: Reviewing headcount need for Indonesia subject to Q2 pipeline</a:t>
            </a:r>
            <a:endParaRPr sz="1100">
              <a:solidFill>
                <a:srgbClr val="666666"/>
              </a:solidFill>
              <a:latin typeface="Space Grotesk"/>
              <a:ea typeface="Space Grotesk"/>
              <a:cs typeface="Space Grotesk"/>
              <a:sym typeface="Space Grotesk"/>
            </a:endParaRPr>
          </a:p>
          <a:p>
            <a:pPr indent="0" lvl="0" marL="0" rtl="0" algn="l">
              <a:spcBef>
                <a:spcPts val="0"/>
              </a:spcBef>
              <a:spcAft>
                <a:spcPts val="0"/>
              </a:spcAft>
              <a:buNone/>
            </a:pPr>
            <a:r>
              <a:t/>
            </a:r>
            <a:endParaRPr sz="1100">
              <a:solidFill>
                <a:srgbClr val="666666"/>
              </a:solidFill>
              <a:latin typeface="Space Grotesk"/>
              <a:ea typeface="Space Grotesk"/>
              <a:cs typeface="Space Grotesk"/>
              <a:sym typeface="Space Grotesk"/>
            </a:endParaRPr>
          </a:p>
        </p:txBody>
      </p:sp>
      <p:cxnSp>
        <p:nvCxnSpPr>
          <p:cNvPr id="981" name="Google Shape;981;p128"/>
          <p:cNvCxnSpPr/>
          <p:nvPr/>
        </p:nvCxnSpPr>
        <p:spPr>
          <a:xfrm>
            <a:off x="280225" y="4086383"/>
            <a:ext cx="8398800" cy="0"/>
          </a:xfrm>
          <a:prstGeom prst="straightConnector1">
            <a:avLst/>
          </a:prstGeom>
          <a:noFill/>
          <a:ln cap="flat" cmpd="sng" w="9525">
            <a:solidFill>
              <a:schemeClr val="accent1"/>
            </a:solidFill>
            <a:prstDash val="dot"/>
            <a:round/>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pic>
        <p:nvPicPr>
          <p:cNvPr id="986" name="Google Shape;986;p129"/>
          <p:cNvPicPr preferRelativeResize="0"/>
          <p:nvPr/>
        </p:nvPicPr>
        <p:blipFill>
          <a:blip r:embed="rId3">
            <a:alphaModFix/>
          </a:blip>
          <a:stretch>
            <a:fillRect/>
          </a:stretch>
        </p:blipFill>
        <p:spPr>
          <a:xfrm>
            <a:off x="372600" y="1010200"/>
            <a:ext cx="8398801" cy="2373113"/>
          </a:xfrm>
          <a:prstGeom prst="rect">
            <a:avLst/>
          </a:prstGeom>
          <a:noFill/>
          <a:ln>
            <a:noFill/>
          </a:ln>
        </p:spPr>
      </p:pic>
      <p:sp>
        <p:nvSpPr>
          <p:cNvPr id="987" name="Google Shape;987;p129"/>
          <p:cNvSpPr txBox="1"/>
          <p:nvPr>
            <p:ph type="title"/>
          </p:nvPr>
        </p:nvSpPr>
        <p:spPr>
          <a:xfrm>
            <a:off x="298725" y="216425"/>
            <a:ext cx="8349900" cy="405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Updated P&amp;L</a:t>
            </a:r>
            <a:endParaRPr/>
          </a:p>
        </p:txBody>
      </p:sp>
      <p:sp>
        <p:nvSpPr>
          <p:cNvPr id="988" name="Google Shape;988;p129"/>
          <p:cNvSpPr txBox="1"/>
          <p:nvPr/>
        </p:nvSpPr>
        <p:spPr>
          <a:xfrm>
            <a:off x="225775" y="3993975"/>
            <a:ext cx="8678700" cy="109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666666"/>
                </a:solidFill>
                <a:latin typeface="Space Grotesk"/>
                <a:ea typeface="Space Grotesk"/>
                <a:cs typeface="Space Grotesk"/>
                <a:sym typeface="Space Grotesk"/>
              </a:rPr>
              <a:t>1: </a:t>
            </a:r>
            <a:r>
              <a:rPr lang="en" sz="1100">
                <a:solidFill>
                  <a:srgbClr val="666666"/>
                </a:solidFill>
                <a:latin typeface="Space Grotesk"/>
                <a:ea typeface="Space Grotesk"/>
                <a:cs typeface="Space Grotesk"/>
                <a:sym typeface="Space Grotesk"/>
              </a:rPr>
              <a:t>Trending above full year margin target after the Q1 close partially due to carveouts and lack of customer travel in Q1</a:t>
            </a:r>
            <a:endParaRPr sz="1100">
              <a:solidFill>
                <a:srgbClr val="666666"/>
              </a:solidFill>
              <a:latin typeface="Space Grotesk"/>
              <a:ea typeface="Space Grotesk"/>
              <a:cs typeface="Space Grotesk"/>
              <a:sym typeface="Space Grotesk"/>
            </a:endParaRPr>
          </a:p>
          <a:p>
            <a:pPr indent="0" lvl="0" marL="0" rtl="0" algn="l">
              <a:spcBef>
                <a:spcPts val="0"/>
              </a:spcBef>
              <a:spcAft>
                <a:spcPts val="0"/>
              </a:spcAft>
              <a:buNone/>
            </a:pPr>
            <a:r>
              <a:rPr lang="en" sz="1100">
                <a:solidFill>
                  <a:srgbClr val="666666"/>
                </a:solidFill>
                <a:latin typeface="Space Grotesk"/>
                <a:ea typeface="Space Grotesk"/>
                <a:cs typeface="Space Grotesk"/>
                <a:sym typeface="Space Grotesk"/>
              </a:rPr>
              <a:t>2: Plan does not currently </a:t>
            </a:r>
            <a:r>
              <a:rPr lang="en" sz="1100">
                <a:solidFill>
                  <a:srgbClr val="666666"/>
                </a:solidFill>
                <a:latin typeface="Space Grotesk"/>
                <a:ea typeface="Space Grotesk"/>
                <a:cs typeface="Space Grotesk"/>
                <a:sym typeface="Space Grotesk"/>
              </a:rPr>
              <a:t>account</a:t>
            </a:r>
            <a:r>
              <a:rPr lang="en" sz="1100">
                <a:solidFill>
                  <a:srgbClr val="666666"/>
                </a:solidFill>
                <a:latin typeface="Space Grotesk"/>
                <a:ea typeface="Space Grotesk"/>
                <a:cs typeface="Space Grotesk"/>
                <a:sym typeface="Space Grotesk"/>
              </a:rPr>
              <a:t> for potential hires for Sogei and ICICI</a:t>
            </a:r>
            <a:endParaRPr sz="1200">
              <a:solidFill>
                <a:srgbClr val="666666"/>
              </a:solidFill>
              <a:latin typeface="Space Grotesk"/>
              <a:ea typeface="Space Grotesk"/>
              <a:cs typeface="Space Grotesk"/>
              <a:sym typeface="Space Grotesk"/>
            </a:endParaRPr>
          </a:p>
        </p:txBody>
      </p:sp>
      <p:cxnSp>
        <p:nvCxnSpPr>
          <p:cNvPr id="989" name="Google Shape;989;p129"/>
          <p:cNvCxnSpPr/>
          <p:nvPr/>
        </p:nvCxnSpPr>
        <p:spPr>
          <a:xfrm>
            <a:off x="280225" y="3992229"/>
            <a:ext cx="8398800" cy="0"/>
          </a:xfrm>
          <a:prstGeom prst="straightConnector1">
            <a:avLst/>
          </a:prstGeom>
          <a:noFill/>
          <a:ln cap="flat" cmpd="sng" w="9525">
            <a:solidFill>
              <a:schemeClr val="accent1"/>
            </a:solidFill>
            <a:prstDash val="dot"/>
            <a:round/>
            <a:headEnd len="sm" w="sm" type="none"/>
            <a:tailEnd len="sm" w="sm" type="none"/>
          </a:ln>
        </p:spPr>
      </p:cxnSp>
      <p:sp>
        <p:nvSpPr>
          <p:cNvPr id="990" name="Google Shape;990;p129"/>
          <p:cNvSpPr/>
          <p:nvPr/>
        </p:nvSpPr>
        <p:spPr>
          <a:xfrm>
            <a:off x="8093501" y="1536667"/>
            <a:ext cx="241200" cy="241200"/>
          </a:xfrm>
          <a:prstGeom prst="ellipse">
            <a:avLst/>
          </a:prstGeom>
          <a:solidFill>
            <a:srgbClr val="C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lang="en" sz="1100">
                <a:solidFill>
                  <a:srgbClr val="FFFFFF"/>
                </a:solidFill>
                <a:latin typeface="Space Grotesk"/>
                <a:ea typeface="Space Grotesk"/>
                <a:cs typeface="Space Grotesk"/>
                <a:sym typeface="Space Grotesk"/>
              </a:rPr>
              <a:t>1</a:t>
            </a:r>
            <a:endParaRPr b="1" sz="1100">
              <a:solidFill>
                <a:srgbClr val="FFFFFF"/>
              </a:solidFill>
              <a:latin typeface="Space Grotesk"/>
              <a:ea typeface="Space Grotesk"/>
              <a:cs typeface="Space Grotesk"/>
              <a:sym typeface="Space Grotesk"/>
            </a:endParaRPr>
          </a:p>
        </p:txBody>
      </p:sp>
      <p:sp>
        <p:nvSpPr>
          <p:cNvPr id="991" name="Google Shape;991;p129"/>
          <p:cNvSpPr/>
          <p:nvPr/>
        </p:nvSpPr>
        <p:spPr>
          <a:xfrm>
            <a:off x="6019237" y="3131415"/>
            <a:ext cx="241200" cy="241200"/>
          </a:xfrm>
          <a:prstGeom prst="ellipse">
            <a:avLst/>
          </a:prstGeom>
          <a:solidFill>
            <a:srgbClr val="C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lang="en" sz="1100">
                <a:solidFill>
                  <a:srgbClr val="FFFFFF"/>
                </a:solidFill>
                <a:latin typeface="Space Grotesk"/>
                <a:ea typeface="Space Grotesk"/>
                <a:cs typeface="Space Grotesk"/>
                <a:sym typeface="Space Grotesk"/>
              </a:rPr>
              <a:t>2</a:t>
            </a:r>
            <a:endParaRPr b="1" sz="1100">
              <a:solidFill>
                <a:srgbClr val="FFFFFF"/>
              </a:solidFill>
              <a:latin typeface="Space Grotesk"/>
              <a:ea typeface="Space Grotesk"/>
              <a:cs typeface="Space Grotesk"/>
              <a:sym typeface="Space Grotesk"/>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p130"/>
          <p:cNvSpPr txBox="1"/>
          <p:nvPr>
            <p:ph type="title"/>
          </p:nvPr>
        </p:nvSpPr>
        <p:spPr>
          <a:xfrm>
            <a:off x="298725" y="445025"/>
            <a:ext cx="8349900" cy="405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Q1</a:t>
            </a:r>
            <a:r>
              <a:rPr lang="en"/>
              <a:t> - </a:t>
            </a:r>
            <a:r>
              <a:rPr lang="en"/>
              <a:t>FY27</a:t>
            </a:r>
            <a:r>
              <a:rPr lang="en"/>
              <a:t> Highlight</a:t>
            </a:r>
            <a:r>
              <a:rPr lang="en"/>
              <a:t>s</a:t>
            </a:r>
            <a:r>
              <a:rPr lang="en">
                <a:solidFill>
                  <a:schemeClr val="accent1"/>
                </a:solidFill>
              </a:rPr>
              <a:t>           </a:t>
            </a:r>
            <a:endParaRPr/>
          </a:p>
        </p:txBody>
      </p:sp>
      <p:sp>
        <p:nvSpPr>
          <p:cNvPr id="997" name="Google Shape;997;p130"/>
          <p:cNvSpPr/>
          <p:nvPr/>
        </p:nvSpPr>
        <p:spPr>
          <a:xfrm>
            <a:off x="9144000" y="0"/>
            <a:ext cx="1576500" cy="2800500"/>
          </a:xfrm>
          <a:prstGeom prst="rect">
            <a:avLst/>
          </a:prstGeom>
          <a:solidFill>
            <a:srgbClr val="E0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lang="en" sz="1000">
                <a:solidFill>
                  <a:srgbClr val="FFFFFF"/>
                </a:solidFill>
                <a:latin typeface="Space Grotesk"/>
                <a:ea typeface="Space Grotesk"/>
                <a:cs typeface="Space Grotesk"/>
                <a:sym typeface="Space Grotesk"/>
              </a:rPr>
              <a:t>Instructions: </a:t>
            </a:r>
            <a:r>
              <a:rPr lang="en" sz="1000">
                <a:solidFill>
                  <a:srgbClr val="FFFFFF"/>
                </a:solidFill>
                <a:latin typeface="Space Grotesk"/>
                <a:ea typeface="Space Grotesk"/>
                <a:cs typeface="Space Grotesk"/>
                <a:sym typeface="Space Grotesk"/>
              </a:rPr>
              <a:t>Fill in at least 3 noteworthy updates to highlight from within your department.</a:t>
            </a:r>
            <a:endParaRPr sz="1000">
              <a:solidFill>
                <a:srgbClr val="FFFFFF"/>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000000"/>
              </a:buClr>
              <a:buSzPts val="900"/>
              <a:buFont typeface="Arial"/>
              <a:buNone/>
            </a:pPr>
            <a:r>
              <a:t/>
            </a:r>
            <a:endParaRPr sz="1000">
              <a:solidFill>
                <a:srgbClr val="FFFFFF"/>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000000"/>
              </a:buClr>
              <a:buSzPts val="900"/>
              <a:buFont typeface="Arial"/>
              <a:buNone/>
            </a:pPr>
            <a:r>
              <a:rPr b="1" lang="en" sz="1000">
                <a:solidFill>
                  <a:srgbClr val="FFFFFF"/>
                </a:solidFill>
                <a:latin typeface="Space Grotesk"/>
                <a:ea typeface="Space Grotesk"/>
                <a:cs typeface="Space Grotesk"/>
                <a:sym typeface="Space Grotesk"/>
              </a:rPr>
              <a:t>Example:</a:t>
            </a:r>
            <a:r>
              <a:rPr lang="en" sz="1000">
                <a:solidFill>
                  <a:srgbClr val="FFFFFF"/>
                </a:solidFill>
                <a:latin typeface="Space Grotesk"/>
                <a:ea typeface="Space Grotesk"/>
                <a:cs typeface="Space Grotesk"/>
                <a:sym typeface="Space Grotesk"/>
              </a:rPr>
              <a:t> Initiatives launched, enhancement releases, new processes or programs, successful collaborations with another Customer dept, etc.</a:t>
            </a:r>
            <a:endParaRPr sz="1000">
              <a:solidFill>
                <a:srgbClr val="FFFFFF"/>
              </a:solidFill>
              <a:latin typeface="Space Grotesk"/>
              <a:ea typeface="Space Grotesk"/>
              <a:cs typeface="Space Grotesk"/>
              <a:sym typeface="Space Grotesk"/>
            </a:endParaRPr>
          </a:p>
        </p:txBody>
      </p:sp>
      <p:sp>
        <p:nvSpPr>
          <p:cNvPr id="998" name="Google Shape;998;p130"/>
          <p:cNvSpPr txBox="1"/>
          <p:nvPr>
            <p:ph idx="3" type="body"/>
          </p:nvPr>
        </p:nvSpPr>
        <p:spPr>
          <a:xfrm>
            <a:off x="298725" y="1330375"/>
            <a:ext cx="8383800" cy="3162300"/>
          </a:xfrm>
          <a:prstGeom prst="rect">
            <a:avLst/>
          </a:prstGeom>
        </p:spPr>
        <p:txBody>
          <a:bodyPr anchorCtr="0" anchor="t" bIns="0" lIns="0" spcFirstLastPara="1" rIns="0" wrap="square" tIns="0">
            <a:noAutofit/>
          </a:bodyPr>
          <a:lstStyle/>
          <a:p>
            <a:pPr indent="-298450" lvl="0" marL="457200" rtl="0" algn="l">
              <a:lnSpc>
                <a:spcPct val="150000"/>
              </a:lnSpc>
              <a:spcBef>
                <a:spcPts val="0"/>
              </a:spcBef>
              <a:spcAft>
                <a:spcPts val="0"/>
              </a:spcAft>
              <a:buSzPts val="1100"/>
              <a:buAutoNum type="arabicPeriod"/>
            </a:pPr>
            <a:r>
              <a:rPr lang="en" sz="1100"/>
              <a:t>Successfully brought 32 projects live</a:t>
            </a:r>
            <a:endParaRPr sz="1100"/>
          </a:p>
          <a:p>
            <a:pPr indent="-298450" lvl="0" marL="457200" rtl="0" algn="l">
              <a:lnSpc>
                <a:spcPct val="150000"/>
              </a:lnSpc>
              <a:spcBef>
                <a:spcPts val="0"/>
              </a:spcBef>
              <a:spcAft>
                <a:spcPts val="0"/>
              </a:spcAft>
              <a:buSzPts val="1100"/>
              <a:buAutoNum type="arabicPeriod"/>
            </a:pPr>
            <a:r>
              <a:rPr lang="en" sz="1100"/>
              <a:t>Technical delivery firsts:</a:t>
            </a:r>
            <a:endParaRPr sz="1100"/>
          </a:p>
          <a:p>
            <a:pPr indent="-298450" lvl="1" marL="914400" rtl="0" algn="l">
              <a:lnSpc>
                <a:spcPct val="150000"/>
              </a:lnSpc>
              <a:spcBef>
                <a:spcPts val="0"/>
              </a:spcBef>
              <a:spcAft>
                <a:spcPts val="0"/>
              </a:spcAft>
              <a:buSzPts val="1100"/>
              <a:buAutoNum type="alphaLcPeriod"/>
            </a:pPr>
            <a:r>
              <a:rPr lang="en" sz="1100"/>
              <a:t>First MongoDB RDI implementation at Midland</a:t>
            </a:r>
            <a:endParaRPr sz="1100"/>
          </a:p>
          <a:p>
            <a:pPr indent="-298450" lvl="1" marL="914400" rtl="0" algn="l">
              <a:lnSpc>
                <a:spcPct val="150000"/>
              </a:lnSpc>
              <a:spcBef>
                <a:spcPts val="0"/>
              </a:spcBef>
              <a:spcAft>
                <a:spcPts val="0"/>
              </a:spcAft>
              <a:buSzPts val="1100"/>
              <a:buAutoNum type="alphaLcPeriod"/>
            </a:pPr>
            <a:r>
              <a:rPr lang="en" sz="1100"/>
              <a:t>First Pinecone to Redis vector migration at Rocket</a:t>
            </a:r>
            <a:endParaRPr sz="1100"/>
          </a:p>
          <a:p>
            <a:pPr indent="-298450" lvl="1" marL="914400" rtl="0" algn="l">
              <a:lnSpc>
                <a:spcPct val="150000"/>
              </a:lnSpc>
              <a:spcBef>
                <a:spcPts val="0"/>
              </a:spcBef>
              <a:spcAft>
                <a:spcPts val="0"/>
              </a:spcAft>
              <a:buSzPts val="1100"/>
              <a:buAutoNum type="alphaLcPeriod"/>
            </a:pPr>
            <a:r>
              <a:rPr lang="en" sz="1100"/>
              <a:t>First RDI Jumpstart PS sale to ExpressScripts</a:t>
            </a:r>
            <a:endParaRPr sz="1100"/>
          </a:p>
          <a:p>
            <a:pPr indent="-298450" lvl="0" marL="457200" rtl="0" algn="l">
              <a:lnSpc>
                <a:spcPct val="150000"/>
              </a:lnSpc>
              <a:spcBef>
                <a:spcPts val="0"/>
              </a:spcBef>
              <a:spcAft>
                <a:spcPts val="0"/>
              </a:spcAft>
              <a:buSzPts val="1100"/>
              <a:buAutoNum type="arabicPeriod"/>
            </a:pPr>
            <a:r>
              <a:rPr lang="en" sz="1100"/>
              <a:t>Successfully supported multiple large-scale workshops with 100+ participants each. Eg - BofA, BNI, Autozone</a:t>
            </a:r>
            <a:endParaRPr sz="1100"/>
          </a:p>
          <a:p>
            <a:pPr indent="-298450" lvl="0" marL="457200" rtl="0" algn="l">
              <a:lnSpc>
                <a:spcPct val="150000"/>
              </a:lnSpc>
              <a:spcBef>
                <a:spcPts val="0"/>
              </a:spcBef>
              <a:spcAft>
                <a:spcPts val="0"/>
              </a:spcAft>
              <a:buSzPts val="1100"/>
              <a:buAutoNum type="arabicPeriod"/>
            </a:pPr>
            <a:r>
              <a:rPr lang="en" sz="1100"/>
              <a:t>Launched the public training classes with Customer Education</a:t>
            </a:r>
            <a:endParaRPr sz="1100"/>
          </a:p>
          <a:p>
            <a:pPr indent="-298450" lvl="0" marL="457200" rtl="0" algn="l">
              <a:lnSpc>
                <a:spcPct val="150000"/>
              </a:lnSpc>
              <a:spcBef>
                <a:spcPts val="0"/>
              </a:spcBef>
              <a:spcAft>
                <a:spcPts val="0"/>
              </a:spcAft>
              <a:buSzPts val="1100"/>
              <a:buAutoNum type="arabicPeriod"/>
            </a:pPr>
            <a:r>
              <a:rPr lang="en" sz="1100"/>
              <a:t>Barclays B-Risk milestone achieved moving new platform into production</a:t>
            </a:r>
            <a:endParaRPr sz="1100"/>
          </a:p>
          <a:p>
            <a:pPr indent="-298450" lvl="0" marL="457200" rtl="0" algn="l">
              <a:lnSpc>
                <a:spcPct val="150000"/>
              </a:lnSpc>
              <a:spcBef>
                <a:spcPts val="0"/>
              </a:spcBef>
              <a:spcAft>
                <a:spcPts val="0"/>
              </a:spcAft>
              <a:buSzPts val="1100"/>
              <a:buAutoNum type="arabicPeriod"/>
            </a:pPr>
            <a:r>
              <a:rPr lang="en" sz="1100"/>
              <a:t>Bank Mandiri go-live for fraud use case with Redis Search</a:t>
            </a:r>
            <a:endParaRPr sz="1100"/>
          </a:p>
          <a:p>
            <a:pPr indent="-298450" lvl="0" marL="457200" rtl="0" algn="l">
              <a:lnSpc>
                <a:spcPct val="150000"/>
              </a:lnSpc>
              <a:spcBef>
                <a:spcPts val="0"/>
              </a:spcBef>
              <a:spcAft>
                <a:spcPts val="0"/>
              </a:spcAft>
              <a:buSzPts val="1100"/>
              <a:buAutoNum type="arabicPeriod"/>
            </a:pPr>
            <a:r>
              <a:rPr lang="en" sz="1100"/>
              <a:t>Sony LIV optimizations produced concrete results, enabling additional workloads and expansion</a:t>
            </a:r>
            <a:endParaRPr sz="1100"/>
          </a:p>
        </p:txBody>
      </p:sp>
      <p:sp>
        <p:nvSpPr>
          <p:cNvPr id="999" name="Google Shape;999;p130"/>
          <p:cNvSpPr txBox="1"/>
          <p:nvPr>
            <p:ph idx="5" type="title"/>
          </p:nvPr>
        </p:nvSpPr>
        <p:spPr>
          <a:xfrm>
            <a:off x="300775" y="952975"/>
            <a:ext cx="5463900" cy="296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600">
                <a:latin typeface="Space Grotesk"/>
                <a:ea typeface="Space Grotesk"/>
                <a:cs typeface="Space Grotesk"/>
                <a:sym typeface="Space Grotesk"/>
              </a:rPr>
              <a:t>Noteworthy team updates:</a:t>
            </a:r>
            <a:endParaRPr b="1" sz="1600">
              <a:latin typeface="Space Grotesk"/>
              <a:ea typeface="Space Grotesk"/>
              <a:cs typeface="Space Grotesk"/>
              <a:sym typeface="Space Grotesk"/>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131"/>
          <p:cNvSpPr txBox="1"/>
          <p:nvPr>
            <p:ph type="title"/>
          </p:nvPr>
        </p:nvSpPr>
        <p:spPr>
          <a:xfrm>
            <a:off x="298725" y="445025"/>
            <a:ext cx="8349900" cy="405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Looking Within Your Department</a:t>
            </a:r>
            <a:endParaRPr/>
          </a:p>
        </p:txBody>
      </p:sp>
      <p:sp>
        <p:nvSpPr>
          <p:cNvPr id="1005" name="Google Shape;1005;p131"/>
          <p:cNvSpPr txBox="1"/>
          <p:nvPr>
            <p:ph idx="1" type="body"/>
          </p:nvPr>
        </p:nvSpPr>
        <p:spPr>
          <a:xfrm>
            <a:off x="3211139" y="1330375"/>
            <a:ext cx="2593500" cy="31623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a:t>Headline:</a:t>
            </a:r>
            <a:r>
              <a:rPr lang="en"/>
              <a:t> Details</a:t>
            </a:r>
            <a:endParaRPr/>
          </a:p>
          <a:p>
            <a:pPr indent="0" lvl="0" marL="0" rtl="0" algn="l">
              <a:spcBef>
                <a:spcPts val="0"/>
              </a:spcBef>
              <a:spcAft>
                <a:spcPts val="0"/>
              </a:spcAft>
              <a:buNone/>
            </a:pPr>
            <a:r>
              <a:t/>
            </a:r>
            <a:endParaRPr b="1"/>
          </a:p>
        </p:txBody>
      </p:sp>
      <p:sp>
        <p:nvSpPr>
          <p:cNvPr id="1006" name="Google Shape;1006;p131"/>
          <p:cNvSpPr txBox="1"/>
          <p:nvPr>
            <p:ph idx="3" type="body"/>
          </p:nvPr>
        </p:nvSpPr>
        <p:spPr>
          <a:xfrm>
            <a:off x="298725" y="1330375"/>
            <a:ext cx="2548200" cy="3162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Headline:</a:t>
            </a:r>
            <a:r>
              <a:rPr lang="en"/>
              <a:t> </a:t>
            </a:r>
            <a:endParaRPr/>
          </a:p>
          <a:p>
            <a:pPr indent="-304800" lvl="0" marL="457200" rtl="0" algn="l">
              <a:spcBef>
                <a:spcPts val="0"/>
              </a:spcBef>
              <a:spcAft>
                <a:spcPts val="0"/>
              </a:spcAft>
              <a:buSzPts val="1200"/>
              <a:buChar char="●"/>
            </a:pPr>
            <a:r>
              <a:rPr lang="en"/>
              <a:t>Using the Project Deliverables framework 2.0</a:t>
            </a:r>
            <a:endParaRPr/>
          </a:p>
          <a:p>
            <a:pPr indent="-304800" lvl="0" marL="457200" rtl="0" algn="l">
              <a:spcBef>
                <a:spcPts val="0"/>
              </a:spcBef>
              <a:spcAft>
                <a:spcPts val="0"/>
              </a:spcAft>
              <a:buSzPts val="1200"/>
              <a:buChar char="●"/>
            </a:pPr>
            <a:r>
              <a:rPr lang="en"/>
              <a:t>Leverage an established Tier system for classification of projects</a:t>
            </a:r>
            <a:endParaRPr/>
          </a:p>
          <a:p>
            <a:pPr indent="-304800" lvl="0" marL="457200" rtl="0" algn="l">
              <a:spcBef>
                <a:spcPts val="0"/>
              </a:spcBef>
              <a:spcAft>
                <a:spcPts val="0"/>
              </a:spcAft>
              <a:buSzPts val="1200"/>
              <a:buChar char="●"/>
            </a:pPr>
            <a:r>
              <a:rPr lang="en"/>
              <a:t>Standardize infrastructure generation processes for labs and training</a:t>
            </a:r>
            <a:endParaRPr/>
          </a:p>
          <a:p>
            <a:pPr indent="-304800" lvl="0" marL="457200" rtl="0" algn="l">
              <a:spcBef>
                <a:spcPts val="0"/>
              </a:spcBef>
              <a:spcAft>
                <a:spcPts val="0"/>
              </a:spcAft>
              <a:buSzPts val="1200"/>
              <a:buChar char="●"/>
            </a:pPr>
            <a:r>
              <a:rPr lang="en"/>
              <a:t>Trial early engagement on infra readiness for software deals</a:t>
            </a:r>
            <a:endParaRPr/>
          </a:p>
          <a:p>
            <a:pPr indent="0" lvl="0" marL="0" rtl="0" algn="l">
              <a:spcBef>
                <a:spcPts val="0"/>
              </a:spcBef>
              <a:spcAft>
                <a:spcPts val="0"/>
              </a:spcAft>
              <a:buNone/>
            </a:pPr>
            <a:r>
              <a:t/>
            </a:r>
            <a:endParaRPr/>
          </a:p>
        </p:txBody>
      </p:sp>
      <p:sp>
        <p:nvSpPr>
          <p:cNvPr id="1007" name="Google Shape;1007;p131"/>
          <p:cNvSpPr txBox="1"/>
          <p:nvPr>
            <p:ph idx="4" type="body"/>
          </p:nvPr>
        </p:nvSpPr>
        <p:spPr>
          <a:xfrm>
            <a:off x="6085752" y="1330375"/>
            <a:ext cx="2593500" cy="31623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a:t>Headline:</a:t>
            </a:r>
            <a:r>
              <a:rPr lang="en"/>
              <a:t> </a:t>
            </a:r>
            <a:endParaRPr/>
          </a:p>
          <a:p>
            <a:pPr indent="-304800" lvl="0" marL="457200" rtl="0" algn="l">
              <a:spcBef>
                <a:spcPts val="0"/>
              </a:spcBef>
              <a:spcAft>
                <a:spcPts val="0"/>
              </a:spcAft>
              <a:buSzPts val="1200"/>
              <a:buChar char="●"/>
            </a:pPr>
            <a:r>
              <a:rPr lang="en"/>
              <a:t>Continue to drive the collection and quality of pre-sales information</a:t>
            </a:r>
            <a:endParaRPr/>
          </a:p>
          <a:p>
            <a:pPr indent="-304800" lvl="0" marL="457200" rtl="0" algn="l">
              <a:spcBef>
                <a:spcPts val="0"/>
              </a:spcBef>
              <a:spcAft>
                <a:spcPts val="0"/>
              </a:spcAft>
              <a:buSzPts val="1200"/>
              <a:buChar char="●"/>
            </a:pPr>
            <a:r>
              <a:rPr lang="en"/>
              <a:t>Continue progressing on post implementation hand-offs to CS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b="1"/>
          </a:p>
        </p:txBody>
      </p:sp>
      <p:sp>
        <p:nvSpPr>
          <p:cNvPr id="1008" name="Google Shape;1008;p131"/>
          <p:cNvSpPr txBox="1"/>
          <p:nvPr>
            <p:ph idx="5" type="title"/>
          </p:nvPr>
        </p:nvSpPr>
        <p:spPr>
          <a:xfrm>
            <a:off x="300775" y="952975"/>
            <a:ext cx="2195400" cy="296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600">
                <a:latin typeface="Space Grotesk"/>
                <a:ea typeface="Space Grotesk"/>
                <a:cs typeface="Space Grotesk"/>
                <a:sym typeface="Space Grotesk"/>
              </a:rPr>
              <a:t>Start</a:t>
            </a:r>
            <a:endParaRPr b="1" sz="1600">
              <a:latin typeface="Space Grotesk"/>
              <a:ea typeface="Space Grotesk"/>
              <a:cs typeface="Space Grotesk"/>
              <a:sym typeface="Space Grotesk"/>
            </a:endParaRPr>
          </a:p>
        </p:txBody>
      </p:sp>
      <p:sp>
        <p:nvSpPr>
          <p:cNvPr id="1009" name="Google Shape;1009;p131"/>
          <p:cNvSpPr txBox="1"/>
          <p:nvPr>
            <p:ph idx="6" type="title"/>
          </p:nvPr>
        </p:nvSpPr>
        <p:spPr>
          <a:xfrm>
            <a:off x="3211150" y="952975"/>
            <a:ext cx="2195400" cy="296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600">
                <a:latin typeface="Space Grotesk"/>
                <a:ea typeface="Space Grotesk"/>
                <a:cs typeface="Space Grotesk"/>
                <a:sym typeface="Space Grotesk"/>
              </a:rPr>
              <a:t>Stop</a:t>
            </a:r>
            <a:endParaRPr b="1" sz="1600">
              <a:latin typeface="Space Grotesk"/>
              <a:ea typeface="Space Grotesk"/>
              <a:cs typeface="Space Grotesk"/>
              <a:sym typeface="Space Grotesk"/>
            </a:endParaRPr>
          </a:p>
        </p:txBody>
      </p:sp>
      <p:sp>
        <p:nvSpPr>
          <p:cNvPr id="1010" name="Google Shape;1010;p131"/>
          <p:cNvSpPr txBox="1"/>
          <p:nvPr>
            <p:ph idx="7" type="title"/>
          </p:nvPr>
        </p:nvSpPr>
        <p:spPr>
          <a:xfrm>
            <a:off x="6121525" y="952975"/>
            <a:ext cx="2195400" cy="296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600">
                <a:latin typeface="Space Grotesk"/>
                <a:ea typeface="Space Grotesk"/>
                <a:cs typeface="Space Grotesk"/>
                <a:sym typeface="Space Grotesk"/>
              </a:rPr>
              <a:t>Continue</a:t>
            </a:r>
            <a:endParaRPr b="1" sz="1600">
              <a:latin typeface="Space Grotesk"/>
              <a:ea typeface="Space Grotesk"/>
              <a:cs typeface="Space Grotesk"/>
              <a:sym typeface="Space Grotesk"/>
            </a:endParaRPr>
          </a:p>
        </p:txBody>
      </p:sp>
      <p:cxnSp>
        <p:nvCxnSpPr>
          <p:cNvPr id="1011" name="Google Shape;1011;p131"/>
          <p:cNvCxnSpPr/>
          <p:nvPr/>
        </p:nvCxnSpPr>
        <p:spPr>
          <a:xfrm>
            <a:off x="3029050" y="1286050"/>
            <a:ext cx="0" cy="3530700"/>
          </a:xfrm>
          <a:prstGeom prst="straightConnector1">
            <a:avLst/>
          </a:prstGeom>
          <a:noFill/>
          <a:ln cap="flat" cmpd="sng" w="9525">
            <a:solidFill>
              <a:schemeClr val="accent1"/>
            </a:solidFill>
            <a:prstDash val="dash"/>
            <a:round/>
            <a:headEnd len="med" w="med" type="none"/>
            <a:tailEnd len="med" w="med" type="none"/>
          </a:ln>
        </p:spPr>
      </p:cxnSp>
      <p:cxnSp>
        <p:nvCxnSpPr>
          <p:cNvPr id="1012" name="Google Shape;1012;p131"/>
          <p:cNvCxnSpPr/>
          <p:nvPr/>
        </p:nvCxnSpPr>
        <p:spPr>
          <a:xfrm>
            <a:off x="5987875" y="1286050"/>
            <a:ext cx="0" cy="3530700"/>
          </a:xfrm>
          <a:prstGeom prst="straightConnector1">
            <a:avLst/>
          </a:prstGeom>
          <a:noFill/>
          <a:ln cap="flat" cmpd="sng" w="9525">
            <a:solidFill>
              <a:schemeClr val="accent1"/>
            </a:solidFill>
            <a:prstDash val="dash"/>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132"/>
          <p:cNvSpPr txBox="1"/>
          <p:nvPr>
            <p:ph idx="1" type="subTitle"/>
          </p:nvPr>
        </p:nvSpPr>
        <p:spPr>
          <a:xfrm>
            <a:off x="298725" y="1050700"/>
            <a:ext cx="6229200" cy="421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500"/>
              <a:buNone/>
            </a:pPr>
            <a:r>
              <a:rPr lang="en"/>
              <a:t>Appendix Section</a:t>
            </a:r>
            <a:endParaRPr/>
          </a:p>
        </p:txBody>
      </p:sp>
      <p:sp>
        <p:nvSpPr>
          <p:cNvPr id="1018" name="Google Shape;1018;p132"/>
          <p:cNvSpPr txBox="1"/>
          <p:nvPr>
            <p:ph idx="2" type="subTitle"/>
          </p:nvPr>
        </p:nvSpPr>
        <p:spPr>
          <a:xfrm>
            <a:off x="501025" y="568550"/>
            <a:ext cx="5389800" cy="2496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900"/>
              <a:buNone/>
            </a:pPr>
            <a:r>
              <a:rPr lang="en"/>
              <a:t>All the following slides are reference materials for the primary deck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133"/>
          <p:cNvSpPr txBox="1"/>
          <p:nvPr>
            <p:ph type="title"/>
          </p:nvPr>
        </p:nvSpPr>
        <p:spPr>
          <a:xfrm>
            <a:off x="298725" y="164933"/>
            <a:ext cx="8349900" cy="4053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Customer Go Lives By Seller Route</a:t>
            </a:r>
            <a:endParaRPr/>
          </a:p>
          <a:p>
            <a:pPr indent="0" lvl="0" marL="0" rtl="0" algn="l">
              <a:spcBef>
                <a:spcPts val="0"/>
              </a:spcBef>
              <a:spcAft>
                <a:spcPts val="0"/>
              </a:spcAft>
              <a:buNone/>
            </a:pPr>
            <a:r>
              <a:t/>
            </a:r>
            <a:endParaRPr/>
          </a:p>
        </p:txBody>
      </p:sp>
      <p:sp>
        <p:nvSpPr>
          <p:cNvPr id="1024" name="Google Shape;1024;p133"/>
          <p:cNvSpPr txBox="1"/>
          <p:nvPr/>
        </p:nvSpPr>
        <p:spPr>
          <a:xfrm>
            <a:off x="2030300" y="4872900"/>
            <a:ext cx="3601200" cy="27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accent1"/>
                </a:solidFill>
                <a:latin typeface="Space Grotesk"/>
                <a:ea typeface="Space Grotesk"/>
                <a:cs typeface="Space Grotesk"/>
                <a:sym typeface="Space Grotesk"/>
              </a:rPr>
              <a:t>*Does not include projects where contract is over</a:t>
            </a:r>
            <a:endParaRPr sz="700">
              <a:solidFill>
                <a:schemeClr val="accent1"/>
              </a:solidFill>
              <a:latin typeface="Space Grotesk"/>
              <a:ea typeface="Space Grotesk"/>
              <a:cs typeface="Space Grotesk"/>
              <a:sym typeface="Space Grotesk"/>
            </a:endParaRPr>
          </a:p>
        </p:txBody>
      </p:sp>
      <p:pic>
        <p:nvPicPr>
          <p:cNvPr id="1025" name="Google Shape;1025;p133"/>
          <p:cNvPicPr preferRelativeResize="0"/>
          <p:nvPr/>
        </p:nvPicPr>
        <p:blipFill>
          <a:blip r:embed="rId3">
            <a:alphaModFix/>
          </a:blip>
          <a:stretch>
            <a:fillRect/>
          </a:stretch>
        </p:blipFill>
        <p:spPr>
          <a:xfrm>
            <a:off x="152400" y="1106808"/>
            <a:ext cx="8839200" cy="2471504"/>
          </a:xfrm>
          <a:prstGeom prst="rect">
            <a:avLst/>
          </a:prstGeom>
          <a:noFill/>
          <a:ln>
            <a:noFill/>
          </a:ln>
        </p:spPr>
      </p:pic>
      <p:cxnSp>
        <p:nvCxnSpPr>
          <p:cNvPr id="1026" name="Google Shape;1026;p133"/>
          <p:cNvCxnSpPr/>
          <p:nvPr/>
        </p:nvCxnSpPr>
        <p:spPr>
          <a:xfrm>
            <a:off x="274275" y="3751840"/>
            <a:ext cx="8398800" cy="0"/>
          </a:xfrm>
          <a:prstGeom prst="straightConnector1">
            <a:avLst/>
          </a:prstGeom>
          <a:noFill/>
          <a:ln cap="flat" cmpd="sng" w="9525">
            <a:solidFill>
              <a:schemeClr val="accent1"/>
            </a:solidFill>
            <a:prstDash val="dot"/>
            <a:round/>
            <a:headEnd len="sm" w="sm" type="none"/>
            <a:tailEnd len="sm" w="sm" type="none"/>
          </a:ln>
        </p:spPr>
      </p:cxnSp>
      <p:sp>
        <p:nvSpPr>
          <p:cNvPr id="1027" name="Google Shape;1027;p133"/>
          <p:cNvSpPr txBox="1"/>
          <p:nvPr/>
        </p:nvSpPr>
        <p:spPr>
          <a:xfrm>
            <a:off x="225775" y="3924890"/>
            <a:ext cx="8507700" cy="109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666666"/>
                </a:solidFill>
                <a:latin typeface="Space Grotesk"/>
                <a:ea typeface="Space Grotesk"/>
                <a:cs typeface="Space Grotesk"/>
                <a:sym typeface="Space Grotesk"/>
              </a:rPr>
              <a:t>1: Time to go live faster ~ 40 days faster when sold direct vs. reseller</a:t>
            </a:r>
            <a:endParaRPr sz="1100">
              <a:solidFill>
                <a:srgbClr val="666666"/>
              </a:solidFill>
              <a:latin typeface="Space Grotesk"/>
              <a:ea typeface="Space Grotesk"/>
              <a:cs typeface="Space Grotesk"/>
              <a:sym typeface="Space Grotesk"/>
            </a:endParaRPr>
          </a:p>
          <a:p>
            <a:pPr indent="0" lvl="0" marL="0" rtl="0" algn="l">
              <a:spcBef>
                <a:spcPts val="0"/>
              </a:spcBef>
              <a:spcAft>
                <a:spcPts val="0"/>
              </a:spcAft>
              <a:buNone/>
            </a:pPr>
            <a:r>
              <a:rPr lang="en" sz="1100">
                <a:solidFill>
                  <a:srgbClr val="666666"/>
                </a:solidFill>
                <a:latin typeface="Space Grotesk"/>
                <a:ea typeface="Space Grotesk"/>
                <a:cs typeface="Space Grotesk"/>
                <a:sym typeface="Space Grotesk"/>
              </a:rPr>
              <a:t>2: Plan is to engage earlier in the presales cycle for software deals to drive go-live infra readiness</a:t>
            </a:r>
            <a:endParaRPr sz="1100">
              <a:solidFill>
                <a:srgbClr val="666666"/>
              </a:solidFill>
              <a:latin typeface="Space Grotesk"/>
              <a:ea typeface="Space Grotesk"/>
              <a:cs typeface="Space Grotesk"/>
              <a:sym typeface="Space Grotesk"/>
            </a:endParaRPr>
          </a:p>
          <a:p>
            <a:pPr indent="0" lvl="0" marL="0" rtl="0" algn="l">
              <a:spcBef>
                <a:spcPts val="0"/>
              </a:spcBef>
              <a:spcAft>
                <a:spcPts val="0"/>
              </a:spcAft>
              <a:buNone/>
            </a:pPr>
            <a:r>
              <a:t/>
            </a:r>
            <a:endParaRPr sz="1200">
              <a:solidFill>
                <a:srgbClr val="666666"/>
              </a:solidFill>
              <a:latin typeface="Space Grotesk"/>
              <a:ea typeface="Space Grotesk"/>
              <a:cs typeface="Space Grotesk"/>
              <a:sym typeface="Space Grotesk"/>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134"/>
          <p:cNvSpPr txBox="1"/>
          <p:nvPr>
            <p:ph type="title"/>
          </p:nvPr>
        </p:nvSpPr>
        <p:spPr>
          <a:xfrm>
            <a:off x="298725" y="164933"/>
            <a:ext cx="8349900" cy="4053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Customer Go Lives By Seller Route</a:t>
            </a:r>
            <a:endParaRPr/>
          </a:p>
          <a:p>
            <a:pPr indent="0" lvl="0" marL="0" rtl="0" algn="l">
              <a:spcBef>
                <a:spcPts val="0"/>
              </a:spcBef>
              <a:spcAft>
                <a:spcPts val="0"/>
              </a:spcAft>
              <a:buNone/>
            </a:pPr>
            <a:r>
              <a:t/>
            </a:r>
            <a:endParaRPr/>
          </a:p>
        </p:txBody>
      </p:sp>
      <p:sp>
        <p:nvSpPr>
          <p:cNvPr id="1033" name="Google Shape;1033;p134"/>
          <p:cNvSpPr txBox="1"/>
          <p:nvPr/>
        </p:nvSpPr>
        <p:spPr>
          <a:xfrm>
            <a:off x="2030300" y="4872900"/>
            <a:ext cx="3601200" cy="27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accent1"/>
                </a:solidFill>
                <a:latin typeface="Space Grotesk"/>
                <a:ea typeface="Space Grotesk"/>
                <a:cs typeface="Space Grotesk"/>
                <a:sym typeface="Space Grotesk"/>
              </a:rPr>
              <a:t>*Does not include projects where contract is over</a:t>
            </a:r>
            <a:endParaRPr sz="700">
              <a:solidFill>
                <a:schemeClr val="accent1"/>
              </a:solidFill>
              <a:latin typeface="Space Grotesk"/>
              <a:ea typeface="Space Grotesk"/>
              <a:cs typeface="Space Grotesk"/>
              <a:sym typeface="Space Grotesk"/>
            </a:endParaRPr>
          </a:p>
        </p:txBody>
      </p:sp>
      <p:pic>
        <p:nvPicPr>
          <p:cNvPr id="1034" name="Google Shape;1034;p134"/>
          <p:cNvPicPr preferRelativeResize="0"/>
          <p:nvPr/>
        </p:nvPicPr>
        <p:blipFill>
          <a:blip r:embed="rId3">
            <a:alphaModFix/>
          </a:blip>
          <a:stretch>
            <a:fillRect/>
          </a:stretch>
        </p:blipFill>
        <p:spPr>
          <a:xfrm>
            <a:off x="152400" y="1106808"/>
            <a:ext cx="8839200" cy="2471504"/>
          </a:xfrm>
          <a:prstGeom prst="rect">
            <a:avLst/>
          </a:prstGeom>
          <a:noFill/>
          <a:ln>
            <a:noFill/>
          </a:ln>
        </p:spPr>
      </p:pic>
      <p:cxnSp>
        <p:nvCxnSpPr>
          <p:cNvPr id="1035" name="Google Shape;1035;p134"/>
          <p:cNvCxnSpPr/>
          <p:nvPr/>
        </p:nvCxnSpPr>
        <p:spPr>
          <a:xfrm>
            <a:off x="274275" y="3751840"/>
            <a:ext cx="8398800" cy="0"/>
          </a:xfrm>
          <a:prstGeom prst="straightConnector1">
            <a:avLst/>
          </a:prstGeom>
          <a:noFill/>
          <a:ln cap="flat" cmpd="sng" w="9525">
            <a:solidFill>
              <a:schemeClr val="accent1"/>
            </a:solidFill>
            <a:prstDash val="dot"/>
            <a:round/>
            <a:headEnd len="sm" w="sm" type="none"/>
            <a:tailEnd len="sm" w="sm" type="none"/>
          </a:ln>
        </p:spPr>
      </p:cxnSp>
      <p:sp>
        <p:nvSpPr>
          <p:cNvPr id="1036" name="Google Shape;1036;p134"/>
          <p:cNvSpPr txBox="1"/>
          <p:nvPr/>
        </p:nvSpPr>
        <p:spPr>
          <a:xfrm>
            <a:off x="225775" y="3924890"/>
            <a:ext cx="8507700" cy="109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666666"/>
                </a:solidFill>
                <a:latin typeface="Space Grotesk"/>
                <a:ea typeface="Space Grotesk"/>
                <a:cs typeface="Space Grotesk"/>
                <a:sym typeface="Space Grotesk"/>
              </a:rPr>
              <a:t>1:</a:t>
            </a:r>
            <a:br>
              <a:rPr lang="en" sz="1100">
                <a:solidFill>
                  <a:srgbClr val="666666"/>
                </a:solidFill>
                <a:latin typeface="Space Grotesk"/>
                <a:ea typeface="Space Grotesk"/>
                <a:cs typeface="Space Grotesk"/>
                <a:sym typeface="Space Grotesk"/>
              </a:rPr>
            </a:br>
            <a:r>
              <a:rPr lang="en" sz="1100">
                <a:solidFill>
                  <a:srgbClr val="666666"/>
                </a:solidFill>
                <a:latin typeface="Space Grotesk"/>
                <a:ea typeface="Space Grotesk"/>
                <a:cs typeface="Space Grotesk"/>
                <a:sym typeface="Space Grotesk"/>
              </a:rPr>
              <a:t>2:</a:t>
            </a:r>
            <a:br>
              <a:rPr lang="en" sz="1100">
                <a:solidFill>
                  <a:srgbClr val="666666"/>
                </a:solidFill>
                <a:latin typeface="Space Grotesk"/>
                <a:ea typeface="Space Grotesk"/>
                <a:cs typeface="Space Grotesk"/>
                <a:sym typeface="Space Grotesk"/>
              </a:rPr>
            </a:br>
            <a:r>
              <a:rPr lang="en" sz="1100">
                <a:solidFill>
                  <a:srgbClr val="666666"/>
                </a:solidFill>
                <a:latin typeface="Space Grotesk"/>
                <a:ea typeface="Space Grotesk"/>
                <a:cs typeface="Space Grotesk"/>
                <a:sym typeface="Space Grotesk"/>
              </a:rPr>
              <a:t>3:</a:t>
            </a:r>
            <a:endParaRPr sz="1100">
              <a:solidFill>
                <a:srgbClr val="666666"/>
              </a:solidFill>
              <a:latin typeface="Space Grotesk"/>
              <a:ea typeface="Space Grotesk"/>
              <a:cs typeface="Space Grotesk"/>
              <a:sym typeface="Space Grotesk"/>
            </a:endParaRPr>
          </a:p>
          <a:p>
            <a:pPr indent="0" lvl="0" marL="0" rtl="0" algn="l">
              <a:spcBef>
                <a:spcPts val="0"/>
              </a:spcBef>
              <a:spcAft>
                <a:spcPts val="0"/>
              </a:spcAft>
              <a:buNone/>
            </a:pPr>
            <a:r>
              <a:t/>
            </a:r>
            <a:endParaRPr sz="1200">
              <a:solidFill>
                <a:srgbClr val="666666"/>
              </a:solidFill>
              <a:latin typeface="Space Grotesk"/>
              <a:ea typeface="Space Grotesk"/>
              <a:cs typeface="Space Grotesk"/>
              <a:sym typeface="Space Grotesk"/>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graphicFrame>
        <p:nvGraphicFramePr>
          <p:cNvPr id="1041" name="Google Shape;1041;p135"/>
          <p:cNvGraphicFramePr/>
          <p:nvPr/>
        </p:nvGraphicFramePr>
        <p:xfrm>
          <a:off x="162225" y="570225"/>
          <a:ext cx="3000000" cy="3000000"/>
        </p:xfrm>
        <a:graphic>
          <a:graphicData uri="http://schemas.openxmlformats.org/drawingml/2006/table">
            <a:tbl>
              <a:tblPr>
                <a:noFill/>
                <a:tableStyleId>{D1B37AC5-87CB-4245-8B71-CEF38AA50BA3}</a:tableStyleId>
              </a:tblPr>
              <a:tblGrid>
                <a:gridCol w="1738650"/>
                <a:gridCol w="3816500"/>
                <a:gridCol w="797900"/>
                <a:gridCol w="830650"/>
                <a:gridCol w="919150"/>
                <a:gridCol w="810975"/>
              </a:tblGrid>
              <a:tr h="405275">
                <a:tc>
                  <a:txBody>
                    <a:bodyPr/>
                    <a:lstStyle/>
                    <a:p>
                      <a:pPr indent="0" lvl="0" marL="0" rtl="0" algn="ctr">
                        <a:lnSpc>
                          <a:spcPct val="115000"/>
                        </a:lnSpc>
                        <a:spcBef>
                          <a:spcPts val="0"/>
                        </a:spcBef>
                        <a:spcAft>
                          <a:spcPts val="0"/>
                        </a:spcAft>
                        <a:buNone/>
                      </a:pPr>
                      <a:r>
                        <a:rPr b="1" lang="en" sz="900">
                          <a:solidFill>
                            <a:srgbClr val="FFFFFF"/>
                          </a:solidFill>
                        </a:rPr>
                        <a:t>Account Name</a:t>
                      </a:r>
                      <a:endParaRPr b="1" sz="900">
                        <a:solidFill>
                          <a:srgbClr val="FFFFFF"/>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900">
                          <a:solidFill>
                            <a:srgbClr val="FFFFFF"/>
                          </a:solidFill>
                        </a:rPr>
                        <a:t>Project Name</a:t>
                      </a:r>
                      <a:endParaRPr b="1" sz="900">
                        <a:solidFill>
                          <a:srgbClr val="FFFFFF"/>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900">
                          <a:solidFill>
                            <a:srgbClr val="FFFFFF"/>
                          </a:solidFill>
                        </a:rPr>
                        <a:t>Customer Hours Entitlement</a:t>
                      </a:r>
                      <a:endParaRPr b="1" sz="900">
                        <a:solidFill>
                          <a:srgbClr val="FFFFFF"/>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900">
                          <a:solidFill>
                            <a:srgbClr val="FFFFFF"/>
                          </a:solidFill>
                        </a:rPr>
                        <a:t>% Through Contract</a:t>
                      </a:r>
                      <a:endParaRPr b="1" sz="900">
                        <a:solidFill>
                          <a:srgbClr val="FFFFFF"/>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900">
                          <a:solidFill>
                            <a:srgbClr val="FFFFFF"/>
                          </a:solidFill>
                        </a:rPr>
                        <a:t>% Hours Consumed</a:t>
                      </a:r>
                      <a:endParaRPr b="1" sz="900">
                        <a:solidFill>
                          <a:srgbClr val="FFFFFF"/>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900">
                          <a:solidFill>
                            <a:srgbClr val="FFFFFF"/>
                          </a:solidFill>
                        </a:rPr>
                        <a:t>Utilization Ratio</a:t>
                      </a:r>
                      <a:endParaRPr b="1" sz="900">
                        <a:solidFill>
                          <a:srgbClr val="FFFFFF"/>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r>
              <a:tr h="163200">
                <a:tc>
                  <a:txBody>
                    <a:bodyPr/>
                    <a:lstStyle/>
                    <a:p>
                      <a:pPr indent="0" lvl="0" marL="0" rtl="0" algn="l">
                        <a:lnSpc>
                          <a:spcPct val="115000"/>
                        </a:lnSpc>
                        <a:spcBef>
                          <a:spcPts val="0"/>
                        </a:spcBef>
                        <a:spcAft>
                          <a:spcPts val="0"/>
                        </a:spcAft>
                        <a:buNone/>
                      </a:pPr>
                      <a:r>
                        <a:rPr lang="en" sz="900"/>
                        <a:t>Medidata Solutions</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Medidata Solutions - DECODABLE Renewal - 2026-0... Project</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480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54750">
                <a:tc>
                  <a:txBody>
                    <a:bodyPr/>
                    <a:lstStyle/>
                    <a:p>
                      <a:pPr indent="0" lvl="0" marL="0" rtl="0" algn="l">
                        <a:lnSpc>
                          <a:spcPct val="115000"/>
                        </a:lnSpc>
                        <a:spcBef>
                          <a:spcPts val="0"/>
                        </a:spcBef>
                        <a:spcAft>
                          <a:spcPts val="0"/>
                        </a:spcAft>
                        <a:buNone/>
                      </a:pPr>
                      <a:r>
                        <a:rPr lang="en" sz="900"/>
                        <a:t>Herbalife</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Herbalife - Existing_Add_On - 2026-04-09 Project</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250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54750">
                <a:tc>
                  <a:txBody>
                    <a:bodyPr/>
                    <a:lstStyle/>
                    <a:p>
                      <a:pPr indent="0" lvl="0" marL="0" rtl="0" algn="l">
                        <a:lnSpc>
                          <a:spcPct val="115000"/>
                        </a:lnSpc>
                        <a:spcBef>
                          <a:spcPts val="0"/>
                        </a:spcBef>
                        <a:spcAft>
                          <a:spcPts val="0"/>
                        </a:spcAft>
                        <a:buNone/>
                      </a:pPr>
                      <a:r>
                        <a:rPr lang="en" sz="900"/>
                        <a:t>Elia Group</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Elia Group - Elia Group - Redis Enterprise 2</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1200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26</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8</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0000">
                <a:tc>
                  <a:txBody>
                    <a:bodyPr/>
                    <a:lstStyle/>
                    <a:p>
                      <a:pPr indent="0" lvl="0" marL="0" rtl="0" algn="l">
                        <a:lnSpc>
                          <a:spcPct val="115000"/>
                        </a:lnSpc>
                        <a:spcBef>
                          <a:spcPts val="0"/>
                        </a:spcBef>
                        <a:spcAft>
                          <a:spcPts val="0"/>
                        </a:spcAft>
                        <a:buNone/>
                      </a:pPr>
                      <a:r>
                        <a:rPr lang="en" sz="900"/>
                        <a:t>United Overseas Bank Limited (UOB)</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United Overseas Bank Limited (UOB) - Agentic AI... Project</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2400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9</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11</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54750">
                <a:tc>
                  <a:txBody>
                    <a:bodyPr/>
                    <a:lstStyle/>
                    <a:p>
                      <a:pPr indent="0" lvl="0" marL="0" rtl="0" algn="l">
                        <a:lnSpc>
                          <a:spcPct val="115000"/>
                        </a:lnSpc>
                        <a:spcBef>
                          <a:spcPts val="0"/>
                        </a:spcBef>
                        <a:spcAft>
                          <a:spcPts val="0"/>
                        </a:spcAft>
                        <a:buNone/>
                      </a:pPr>
                      <a:r>
                        <a:rPr lang="en" sz="900"/>
                        <a:t>Deutsche Bank AG</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Deutsche Bank - GTI Service - Annual Plan</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960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59</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13</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22</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63200">
                <a:tc>
                  <a:txBody>
                    <a:bodyPr/>
                    <a:lstStyle/>
                    <a:p>
                      <a:pPr indent="0" lvl="0" marL="0" rtl="0" algn="l">
                        <a:lnSpc>
                          <a:spcPct val="115000"/>
                        </a:lnSpc>
                        <a:spcBef>
                          <a:spcPts val="0"/>
                        </a:spcBef>
                        <a:spcAft>
                          <a:spcPts val="0"/>
                        </a:spcAft>
                        <a:buNone/>
                      </a:pPr>
                      <a:r>
                        <a:rPr lang="en" sz="900"/>
                        <a:t>CVS Health</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CVS Health ExtraCare - PS Annual Plan (FY24 - 1 Plan for 3 Years)</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1440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86</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25</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29</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54750">
                <a:tc>
                  <a:txBody>
                    <a:bodyPr/>
                    <a:lstStyle/>
                    <a:p>
                      <a:pPr indent="0" lvl="0" marL="0" rtl="0" algn="l">
                        <a:lnSpc>
                          <a:spcPct val="115000"/>
                        </a:lnSpc>
                        <a:spcBef>
                          <a:spcPts val="0"/>
                        </a:spcBef>
                        <a:spcAft>
                          <a:spcPts val="0"/>
                        </a:spcAft>
                        <a:buNone/>
                      </a:pPr>
                      <a:r>
                        <a:rPr lang="en" sz="900"/>
                        <a:t>CVS Health</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CVS Health - AirSupport Renewal</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480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75</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26</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35</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54750">
                <a:tc>
                  <a:txBody>
                    <a:bodyPr/>
                    <a:lstStyle/>
                    <a:p>
                      <a:pPr indent="0" lvl="0" marL="0" rtl="0" algn="l">
                        <a:lnSpc>
                          <a:spcPct val="115000"/>
                        </a:lnSpc>
                        <a:spcBef>
                          <a:spcPts val="0"/>
                        </a:spcBef>
                        <a:spcAft>
                          <a:spcPts val="0"/>
                        </a:spcAft>
                        <a:buNone/>
                      </a:pPr>
                      <a:r>
                        <a:rPr lang="en" sz="900"/>
                        <a:t>Credit Agricole CA-GIP</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Credit Agricole CA-GIP - Renewal - 2025-12-31 Project</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480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11</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36</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54750">
                <a:tc>
                  <a:txBody>
                    <a:bodyPr/>
                    <a:lstStyle/>
                    <a:p>
                      <a:pPr indent="0" lvl="0" marL="0" rtl="0" algn="l">
                        <a:lnSpc>
                          <a:spcPct val="115000"/>
                        </a:lnSpc>
                        <a:spcBef>
                          <a:spcPts val="0"/>
                        </a:spcBef>
                        <a:spcAft>
                          <a:spcPts val="0"/>
                        </a:spcAft>
                        <a:buNone/>
                      </a:pPr>
                      <a:r>
                        <a:rPr lang="en" sz="900"/>
                        <a:t>Lumen Technologies</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Lumen Technologies - Pro Services for Memstore ... Project</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1440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11</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37</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0000">
                <a:tc>
                  <a:txBody>
                    <a:bodyPr/>
                    <a:lstStyle/>
                    <a:p>
                      <a:pPr indent="0" lvl="0" marL="0" rtl="0" algn="l">
                        <a:lnSpc>
                          <a:spcPct val="115000"/>
                        </a:lnSpc>
                        <a:spcBef>
                          <a:spcPts val="0"/>
                        </a:spcBef>
                        <a:spcAft>
                          <a:spcPts val="0"/>
                        </a:spcAft>
                        <a:buNone/>
                      </a:pPr>
                      <a:r>
                        <a:rPr lang="en" sz="900"/>
                        <a:t>US Department of Treasury (USDT)</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United States Department of Treasury: IRS AMS Core: - Renewal - 2024-06-28</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480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59</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27</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46</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0000">
                <a:tc>
                  <a:txBody>
                    <a:bodyPr/>
                    <a:lstStyle/>
                    <a:p>
                      <a:pPr indent="0" lvl="0" marL="0" rtl="0" algn="l">
                        <a:lnSpc>
                          <a:spcPct val="115000"/>
                        </a:lnSpc>
                        <a:spcBef>
                          <a:spcPts val="0"/>
                        </a:spcBef>
                        <a:spcAft>
                          <a:spcPts val="0"/>
                        </a:spcAft>
                        <a:buNone/>
                      </a:pPr>
                      <a:r>
                        <a:rPr lang="en" sz="900"/>
                        <a:t>Culver Max Entertainment (Sony India)</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Culver Max Entertainment (Sony India) - Renewal... Project</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480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27</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15</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55</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54750">
                <a:tc>
                  <a:txBody>
                    <a:bodyPr/>
                    <a:lstStyle/>
                    <a:p>
                      <a:pPr indent="0" lvl="0" marL="0" rtl="0" algn="l">
                        <a:lnSpc>
                          <a:spcPct val="115000"/>
                        </a:lnSpc>
                        <a:spcBef>
                          <a:spcPts val="0"/>
                        </a:spcBef>
                        <a:spcAft>
                          <a:spcPts val="0"/>
                        </a:spcAft>
                        <a:buNone/>
                      </a:pPr>
                      <a:r>
                        <a:rPr lang="en" sz="900"/>
                        <a:t>Axon</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Axon - New Telcom logo - NL Service bundle</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240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25</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15</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61</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54750">
                <a:tc>
                  <a:txBody>
                    <a:bodyPr/>
                    <a:lstStyle/>
                    <a:p>
                      <a:pPr indent="0" lvl="0" marL="0" rtl="0" algn="l">
                        <a:lnSpc>
                          <a:spcPct val="115000"/>
                        </a:lnSpc>
                        <a:spcBef>
                          <a:spcPts val="0"/>
                        </a:spcBef>
                        <a:spcAft>
                          <a:spcPts val="0"/>
                        </a:spcAft>
                        <a:buNone/>
                      </a:pPr>
                      <a:r>
                        <a:rPr lang="en" sz="900"/>
                        <a:t>TransUnion CIBIL Limited</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TransUnion CIBIL Limited - Renewal - 2025-11-24 Project</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720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14</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9</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63</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54750">
                <a:tc>
                  <a:txBody>
                    <a:bodyPr/>
                    <a:lstStyle/>
                    <a:p>
                      <a:pPr indent="0" lvl="0" marL="0" rtl="0" algn="l">
                        <a:lnSpc>
                          <a:spcPct val="115000"/>
                        </a:lnSpc>
                        <a:spcBef>
                          <a:spcPts val="0"/>
                        </a:spcBef>
                        <a:spcAft>
                          <a:spcPts val="0"/>
                        </a:spcAft>
                        <a:buNone/>
                      </a:pPr>
                      <a:r>
                        <a:rPr lang="en" sz="900"/>
                        <a:t>Kaiser Permanente</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Kaiser Permanente - Database Lab Team -NWL Project</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480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45</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67</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54750">
                <a:tc>
                  <a:txBody>
                    <a:bodyPr/>
                    <a:lstStyle/>
                    <a:p>
                      <a:pPr indent="0" lvl="0" marL="0" rtl="0" algn="l">
                        <a:lnSpc>
                          <a:spcPct val="115000"/>
                        </a:lnSpc>
                        <a:spcBef>
                          <a:spcPts val="0"/>
                        </a:spcBef>
                        <a:spcAft>
                          <a:spcPts val="0"/>
                        </a:spcAft>
                        <a:buNone/>
                      </a:pPr>
                      <a:r>
                        <a:rPr lang="en" sz="900"/>
                        <a:t>France Travail</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France Travail - Existing_Add_On - 2025-03-06 Project</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1920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42</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29</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69</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54750">
                <a:tc>
                  <a:txBody>
                    <a:bodyPr/>
                    <a:lstStyle/>
                    <a:p>
                      <a:pPr indent="0" lvl="0" marL="0" rtl="0" algn="l">
                        <a:lnSpc>
                          <a:spcPct val="115000"/>
                        </a:lnSpc>
                        <a:spcBef>
                          <a:spcPts val="0"/>
                        </a:spcBef>
                        <a:spcAft>
                          <a:spcPts val="0"/>
                        </a:spcAft>
                        <a:buNone/>
                      </a:pPr>
                      <a:r>
                        <a:rPr lang="en" sz="900"/>
                        <a:t>Avaya</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Avaya - PS Annual Plan (FY25 - 1 Plan for 3 Years)</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1440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42</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72</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042" name="Google Shape;1042;p135"/>
          <p:cNvSpPr txBox="1"/>
          <p:nvPr>
            <p:ph type="title"/>
          </p:nvPr>
        </p:nvSpPr>
        <p:spPr>
          <a:xfrm>
            <a:off x="298725" y="164933"/>
            <a:ext cx="8349900" cy="405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Annual Plans &amp; Resident Engineers</a:t>
            </a:r>
            <a:endParaRPr/>
          </a:p>
        </p:txBody>
      </p:sp>
      <p:sp>
        <p:nvSpPr>
          <p:cNvPr id="1043" name="Google Shape;1043;p135"/>
          <p:cNvSpPr txBox="1"/>
          <p:nvPr/>
        </p:nvSpPr>
        <p:spPr>
          <a:xfrm>
            <a:off x="2030300" y="4872900"/>
            <a:ext cx="3601200" cy="27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accent1"/>
                </a:solidFill>
                <a:latin typeface="Space Grotesk"/>
                <a:ea typeface="Space Grotesk"/>
                <a:cs typeface="Space Grotesk"/>
                <a:sym typeface="Space Grotesk"/>
              </a:rPr>
              <a:t>*Does not include projects where contract is over</a:t>
            </a:r>
            <a:endParaRPr sz="700">
              <a:solidFill>
                <a:schemeClr val="accent1"/>
              </a:solidFill>
              <a:latin typeface="Space Grotesk"/>
              <a:ea typeface="Space Grotesk"/>
              <a:cs typeface="Space Grotesk"/>
              <a:sym typeface="Space Grotesk"/>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136"/>
          <p:cNvSpPr txBox="1"/>
          <p:nvPr>
            <p:ph type="title"/>
          </p:nvPr>
        </p:nvSpPr>
        <p:spPr>
          <a:xfrm>
            <a:off x="298725" y="164933"/>
            <a:ext cx="8349900" cy="405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Annual Plans &amp; Resident Engineers</a:t>
            </a:r>
            <a:endParaRPr/>
          </a:p>
        </p:txBody>
      </p:sp>
      <p:graphicFrame>
        <p:nvGraphicFramePr>
          <p:cNvPr id="1049" name="Google Shape;1049;p136"/>
          <p:cNvGraphicFramePr/>
          <p:nvPr/>
        </p:nvGraphicFramePr>
        <p:xfrm>
          <a:off x="-4775" y="1052206"/>
          <a:ext cx="3000000" cy="3000000"/>
        </p:xfrm>
        <a:graphic>
          <a:graphicData uri="http://schemas.openxmlformats.org/drawingml/2006/table">
            <a:tbl>
              <a:tblPr>
                <a:noFill/>
                <a:tableStyleId>{D1B37AC5-87CB-4245-8B71-CEF38AA50BA3}</a:tableStyleId>
              </a:tblPr>
              <a:tblGrid>
                <a:gridCol w="1583850"/>
                <a:gridCol w="3569175"/>
                <a:gridCol w="1257300"/>
                <a:gridCol w="971550"/>
                <a:gridCol w="866700"/>
                <a:gridCol w="904950"/>
              </a:tblGrid>
              <a:tr h="249825">
                <a:tc>
                  <a:txBody>
                    <a:bodyPr/>
                    <a:lstStyle/>
                    <a:p>
                      <a:pPr indent="0" lvl="0" marL="0" rtl="0" algn="l">
                        <a:lnSpc>
                          <a:spcPct val="115000"/>
                        </a:lnSpc>
                        <a:spcBef>
                          <a:spcPts val="0"/>
                        </a:spcBef>
                        <a:spcAft>
                          <a:spcPts val="0"/>
                        </a:spcAft>
                        <a:buNone/>
                      </a:pPr>
                      <a:r>
                        <a:rPr lang="en" sz="900"/>
                        <a:t>CVS Health</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CVS Health - IBM eXtreme Scale Migration</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480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8</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6</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74</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9825">
                <a:tc>
                  <a:txBody>
                    <a:bodyPr/>
                    <a:lstStyle/>
                    <a:p>
                      <a:pPr indent="0" lvl="0" marL="0" rtl="0" algn="l">
                        <a:lnSpc>
                          <a:spcPct val="115000"/>
                        </a:lnSpc>
                        <a:spcBef>
                          <a:spcPts val="0"/>
                        </a:spcBef>
                        <a:spcAft>
                          <a:spcPts val="0"/>
                        </a:spcAft>
                        <a:buNone/>
                      </a:pPr>
                      <a:r>
                        <a:rPr lang="en" sz="900"/>
                        <a:t>ICICI Bank Ltd</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ICICI Bank Ltd - Resident Engineer</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5760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34</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29</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84</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9425">
                <a:tc>
                  <a:txBody>
                    <a:bodyPr/>
                    <a:lstStyle/>
                    <a:p>
                      <a:pPr indent="0" lvl="0" marL="0" rtl="0" algn="l">
                        <a:lnSpc>
                          <a:spcPct val="115000"/>
                        </a:lnSpc>
                        <a:spcBef>
                          <a:spcPts val="0"/>
                        </a:spcBef>
                        <a:spcAft>
                          <a:spcPts val="0"/>
                        </a:spcAft>
                        <a:buNone/>
                      </a:pPr>
                      <a:r>
                        <a:rPr lang="en" sz="900"/>
                        <a:t>Bank of America</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Bank of America - 2026 Resident Engineer + Annual Plan</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6260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25</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21</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85</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2775">
                <a:tc>
                  <a:txBody>
                    <a:bodyPr/>
                    <a:lstStyle/>
                    <a:p>
                      <a:pPr indent="0" lvl="0" marL="0" rtl="0" algn="l">
                        <a:lnSpc>
                          <a:spcPct val="115000"/>
                        </a:lnSpc>
                        <a:spcBef>
                          <a:spcPts val="0"/>
                        </a:spcBef>
                        <a:spcAft>
                          <a:spcPts val="0"/>
                        </a:spcAft>
                        <a:buNone/>
                      </a:pPr>
                      <a:r>
                        <a:rPr lang="en" sz="900"/>
                        <a:t>Discover Financial Services</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Discover Financial Services - PS Annual Plan (FY24 - 1 Plan for 3 Years)</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1440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68</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58</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86</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9425">
                <a:tc>
                  <a:txBody>
                    <a:bodyPr/>
                    <a:lstStyle/>
                    <a:p>
                      <a:pPr indent="0" lvl="0" marL="0" rtl="0" algn="l">
                        <a:lnSpc>
                          <a:spcPct val="115000"/>
                        </a:lnSpc>
                        <a:spcBef>
                          <a:spcPts val="0"/>
                        </a:spcBef>
                        <a:spcAft>
                          <a:spcPts val="0"/>
                        </a:spcAft>
                        <a:buNone/>
                      </a:pPr>
                      <a:r>
                        <a:rPr lang="en" sz="900"/>
                        <a:t>Wells Fargo</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Wells Fargo - PS Annual Plan (FY24 - 1 Plan for 2 Years)</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1320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85</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75</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88</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9825">
                <a:tc>
                  <a:txBody>
                    <a:bodyPr/>
                    <a:lstStyle/>
                    <a:p>
                      <a:pPr indent="0" lvl="0" marL="0" rtl="0" algn="l">
                        <a:lnSpc>
                          <a:spcPct val="115000"/>
                        </a:lnSpc>
                        <a:spcBef>
                          <a:spcPts val="0"/>
                        </a:spcBef>
                        <a:spcAft>
                          <a:spcPts val="0"/>
                        </a:spcAft>
                        <a:buNone/>
                      </a:pPr>
                      <a:r>
                        <a:rPr lang="en" sz="900"/>
                        <a:t>Sky</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Sky - GST - Bookmarking [Production Land] Project</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508</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22</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22</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100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9425">
                <a:tc>
                  <a:txBody>
                    <a:bodyPr/>
                    <a:lstStyle/>
                    <a:p>
                      <a:pPr indent="0" lvl="0" marL="0" rtl="0" algn="l">
                        <a:lnSpc>
                          <a:spcPct val="115000"/>
                        </a:lnSpc>
                        <a:spcBef>
                          <a:spcPts val="0"/>
                        </a:spcBef>
                        <a:spcAft>
                          <a:spcPts val="0"/>
                        </a:spcAft>
                        <a:buNone/>
                      </a:pPr>
                      <a:r>
                        <a:rPr lang="en" sz="900"/>
                        <a:t>athenahealth</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athenahealth - (IDP/CIE) - EC Replacement - NL Project</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250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100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9825">
                <a:tc>
                  <a:txBody>
                    <a:bodyPr/>
                    <a:lstStyle/>
                    <a:p>
                      <a:pPr indent="0" lvl="0" marL="0" rtl="0" algn="l">
                        <a:lnSpc>
                          <a:spcPct val="115000"/>
                        </a:lnSpc>
                        <a:spcBef>
                          <a:spcPts val="0"/>
                        </a:spcBef>
                        <a:spcAft>
                          <a:spcPts val="0"/>
                        </a:spcAft>
                        <a:buNone/>
                      </a:pPr>
                      <a:r>
                        <a:rPr lang="en" sz="900"/>
                        <a:t>Mastercard Worldwide</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MasterCard - Redis Enterprise 2</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1440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44</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45</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102</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9825">
                <a:tc>
                  <a:txBody>
                    <a:bodyPr/>
                    <a:lstStyle/>
                    <a:p>
                      <a:pPr indent="0" lvl="0" marL="0" rtl="0" algn="l">
                        <a:lnSpc>
                          <a:spcPct val="115000"/>
                        </a:lnSpc>
                        <a:spcBef>
                          <a:spcPts val="0"/>
                        </a:spcBef>
                        <a:spcAft>
                          <a:spcPts val="0"/>
                        </a:spcAft>
                        <a:buNone/>
                      </a:pPr>
                      <a:r>
                        <a:rPr lang="en" sz="900"/>
                        <a:t>CitiGroup</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CitiGroup - PS Annual Plan (FY25 - 1 Plan for 2 Years)</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960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88</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92</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105</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9425">
                <a:tc>
                  <a:txBody>
                    <a:bodyPr/>
                    <a:lstStyle/>
                    <a:p>
                      <a:pPr indent="0" lvl="0" marL="0" rtl="0" algn="l">
                        <a:lnSpc>
                          <a:spcPct val="115000"/>
                        </a:lnSpc>
                        <a:spcBef>
                          <a:spcPts val="0"/>
                        </a:spcBef>
                        <a:spcAft>
                          <a:spcPts val="0"/>
                        </a:spcAft>
                        <a:buNone/>
                      </a:pPr>
                      <a:r>
                        <a:rPr lang="en" sz="900"/>
                        <a:t>Barclays PLC HQ</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Barclays PLC HQ - Renewal - 2028-07-30 Project</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3120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8</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9</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108</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9825">
                <a:tc>
                  <a:txBody>
                    <a:bodyPr/>
                    <a:lstStyle/>
                    <a:p>
                      <a:pPr indent="0" lvl="0" marL="0" rtl="0" algn="l">
                        <a:lnSpc>
                          <a:spcPct val="115000"/>
                        </a:lnSpc>
                        <a:spcBef>
                          <a:spcPts val="0"/>
                        </a:spcBef>
                        <a:spcAft>
                          <a:spcPts val="0"/>
                        </a:spcAft>
                        <a:buNone/>
                      </a:pPr>
                      <a:r>
                        <a:rPr lang="en" sz="900"/>
                        <a:t>PNC</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PNC Bank - PS Annual Plan</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802</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60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73</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122</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9425">
                <a:tc>
                  <a:txBody>
                    <a:bodyPr/>
                    <a:lstStyle/>
                    <a:p>
                      <a:pPr indent="0" lvl="0" marL="0" rtl="0" algn="l">
                        <a:lnSpc>
                          <a:spcPct val="115000"/>
                        </a:lnSpc>
                        <a:spcBef>
                          <a:spcPts val="0"/>
                        </a:spcBef>
                        <a:spcAft>
                          <a:spcPts val="0"/>
                        </a:spcAft>
                        <a:buNone/>
                      </a:pPr>
                      <a:r>
                        <a:rPr lang="en" sz="900"/>
                        <a:t>OneMain Financial</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OneMain Financial - Flex for Pulse + RDI Snowfl... Project</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480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8</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11</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134</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1900">
                <a:tc>
                  <a:txBody>
                    <a:bodyPr/>
                    <a:lstStyle/>
                    <a:p>
                      <a:pPr indent="0" lvl="0" marL="0" rtl="0" algn="l">
                        <a:lnSpc>
                          <a:spcPct val="115000"/>
                        </a:lnSpc>
                        <a:spcBef>
                          <a:spcPts val="0"/>
                        </a:spcBef>
                        <a:spcAft>
                          <a:spcPts val="0"/>
                        </a:spcAft>
                        <a:buNone/>
                      </a:pPr>
                      <a:r>
                        <a:rPr lang="en" sz="900"/>
                        <a:t>Entain Operations Limited</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Entain Annual PS PLan Project</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480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64</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320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9425">
                <a:tc>
                  <a:txBody>
                    <a:bodyPr/>
                    <a:lstStyle/>
                    <a:p>
                      <a:pPr indent="0" lvl="0" marL="0" rtl="0" algn="l">
                        <a:lnSpc>
                          <a:spcPct val="115000"/>
                        </a:lnSpc>
                        <a:spcBef>
                          <a:spcPts val="0"/>
                        </a:spcBef>
                        <a:spcAft>
                          <a:spcPts val="0"/>
                        </a:spcAft>
                        <a:buNone/>
                      </a:pPr>
                      <a:r>
                        <a:rPr lang="en" sz="900"/>
                        <a:t>Morgan Stanley</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Morgan Stanley 2028-1-31 Renewal</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250</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6</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22</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361</a:t>
                      </a:r>
                      <a:endParaRPr sz="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graphicFrame>
        <p:nvGraphicFramePr>
          <p:cNvPr id="1050" name="Google Shape;1050;p136"/>
          <p:cNvGraphicFramePr/>
          <p:nvPr/>
        </p:nvGraphicFramePr>
        <p:xfrm>
          <a:off x="-4775" y="691413"/>
          <a:ext cx="3000000" cy="3000000"/>
        </p:xfrm>
        <a:graphic>
          <a:graphicData uri="http://schemas.openxmlformats.org/drawingml/2006/table">
            <a:tbl>
              <a:tblPr>
                <a:noFill/>
                <a:tableStyleId>{D1B37AC5-87CB-4245-8B71-CEF38AA50BA3}</a:tableStyleId>
              </a:tblPr>
              <a:tblGrid>
                <a:gridCol w="1583850"/>
                <a:gridCol w="3569175"/>
                <a:gridCol w="1257300"/>
                <a:gridCol w="971550"/>
                <a:gridCol w="866700"/>
                <a:gridCol w="904950"/>
              </a:tblGrid>
              <a:tr h="279000">
                <a:tc>
                  <a:txBody>
                    <a:bodyPr/>
                    <a:lstStyle/>
                    <a:p>
                      <a:pPr indent="0" lvl="0" marL="0" rtl="0" algn="ctr">
                        <a:lnSpc>
                          <a:spcPct val="115000"/>
                        </a:lnSpc>
                        <a:spcBef>
                          <a:spcPts val="0"/>
                        </a:spcBef>
                        <a:spcAft>
                          <a:spcPts val="0"/>
                        </a:spcAft>
                        <a:buNone/>
                      </a:pPr>
                      <a:r>
                        <a:rPr b="1" lang="en" sz="900">
                          <a:solidFill>
                            <a:srgbClr val="FFFFFF"/>
                          </a:solidFill>
                        </a:rPr>
                        <a:t>Account Name</a:t>
                      </a:r>
                      <a:endParaRPr b="1" sz="900">
                        <a:solidFill>
                          <a:srgbClr val="FFFFFF"/>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900">
                          <a:solidFill>
                            <a:srgbClr val="FFFFFF"/>
                          </a:solidFill>
                        </a:rPr>
                        <a:t>Project Name</a:t>
                      </a:r>
                      <a:endParaRPr b="1" sz="900">
                        <a:solidFill>
                          <a:srgbClr val="FFFFFF"/>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900">
                          <a:solidFill>
                            <a:srgbClr val="FFFFFF"/>
                          </a:solidFill>
                        </a:rPr>
                        <a:t>Customer Hours Entitlement</a:t>
                      </a:r>
                      <a:endParaRPr b="1" sz="900">
                        <a:solidFill>
                          <a:srgbClr val="FFFFFF"/>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900">
                          <a:solidFill>
                            <a:srgbClr val="FFFFFF"/>
                          </a:solidFill>
                        </a:rPr>
                        <a:t>% Through Contract</a:t>
                      </a:r>
                      <a:endParaRPr b="1" sz="900">
                        <a:solidFill>
                          <a:srgbClr val="FFFFFF"/>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900">
                          <a:solidFill>
                            <a:srgbClr val="FFFFFF"/>
                          </a:solidFill>
                        </a:rPr>
                        <a:t>% Hours Consumed</a:t>
                      </a:r>
                      <a:endParaRPr b="1" sz="900">
                        <a:solidFill>
                          <a:srgbClr val="FFFFFF"/>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900">
                          <a:solidFill>
                            <a:srgbClr val="FFFFFF"/>
                          </a:solidFill>
                        </a:rPr>
                        <a:t>Utilization Ratio</a:t>
                      </a:r>
                      <a:endParaRPr b="1" sz="900">
                        <a:solidFill>
                          <a:srgbClr val="FFFFFF"/>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r>
            </a:tbl>
          </a:graphicData>
        </a:graphic>
      </p:graphicFrame>
      <p:sp>
        <p:nvSpPr>
          <p:cNvPr id="1051" name="Google Shape;1051;p136"/>
          <p:cNvSpPr txBox="1"/>
          <p:nvPr/>
        </p:nvSpPr>
        <p:spPr>
          <a:xfrm>
            <a:off x="0" y="4556350"/>
            <a:ext cx="3601200" cy="27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accent1"/>
                </a:solidFill>
                <a:latin typeface="Space Grotesk"/>
                <a:ea typeface="Space Grotesk"/>
                <a:cs typeface="Space Grotesk"/>
                <a:sym typeface="Space Grotesk"/>
              </a:rPr>
              <a:t>*Does not include projects where contract is over</a:t>
            </a:r>
            <a:endParaRPr sz="700">
              <a:solidFill>
                <a:schemeClr val="accent1"/>
              </a:solidFill>
              <a:latin typeface="Space Grotesk"/>
              <a:ea typeface="Space Grotesk"/>
              <a:cs typeface="Space Grotesk"/>
              <a:sym typeface="Space Grotesk"/>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55" name="Shape 1055"/>
        <p:cNvGrpSpPr/>
        <p:nvPr/>
      </p:nvGrpSpPr>
      <p:grpSpPr>
        <a:xfrm>
          <a:off x="0" y="0"/>
          <a:ext cx="0" cy="0"/>
          <a:chOff x="0" y="0"/>
          <a:chExt cx="0" cy="0"/>
        </a:xfrm>
      </p:grpSpPr>
      <p:sp>
        <p:nvSpPr>
          <p:cNvPr id="1056" name="Google Shape;1056;p137"/>
          <p:cNvSpPr txBox="1"/>
          <p:nvPr>
            <p:ph type="title"/>
          </p:nvPr>
        </p:nvSpPr>
        <p:spPr>
          <a:xfrm>
            <a:off x="298725" y="355182"/>
            <a:ext cx="8349900" cy="405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QBR Leadership Challenge Prompts — February</a:t>
            </a:r>
            <a:endParaRPr/>
          </a:p>
        </p:txBody>
      </p:sp>
      <p:sp>
        <p:nvSpPr>
          <p:cNvPr id="1057" name="Google Shape;1057;p137"/>
          <p:cNvSpPr txBox="1"/>
          <p:nvPr>
            <p:ph idx="1" type="body"/>
          </p:nvPr>
        </p:nvSpPr>
        <p:spPr>
          <a:xfrm>
            <a:off x="298725" y="777125"/>
            <a:ext cx="8533500" cy="3998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Each leader will be given a challenge prompt to prepare for the QBR. The goal is to analyze a real business problem, propose solutions, and outline a roadmap to achieve measurable impact within your function.</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When presenting, focus on:</a:t>
            </a:r>
            <a:endParaRPr/>
          </a:p>
          <a:p>
            <a:pPr indent="-304800" lvl="0" marL="457200" rtl="0" algn="l">
              <a:lnSpc>
                <a:spcPct val="100000"/>
              </a:lnSpc>
              <a:spcBef>
                <a:spcPts val="0"/>
              </a:spcBef>
              <a:spcAft>
                <a:spcPts val="0"/>
              </a:spcAft>
              <a:buSzPts val="1200"/>
              <a:buChar char="●"/>
            </a:pPr>
            <a:r>
              <a:rPr lang="en"/>
              <a:t>The current state (data and observations)</a:t>
            </a:r>
            <a:endParaRPr/>
          </a:p>
          <a:p>
            <a:pPr indent="-304800" lvl="0" marL="457200" rtl="0" algn="l">
              <a:lnSpc>
                <a:spcPct val="100000"/>
              </a:lnSpc>
              <a:spcBef>
                <a:spcPts val="0"/>
              </a:spcBef>
              <a:spcAft>
                <a:spcPts val="0"/>
              </a:spcAft>
              <a:buSzPts val="1200"/>
              <a:buChar char="●"/>
            </a:pPr>
            <a:r>
              <a:rPr lang="en"/>
              <a:t>Your proposed strategy or initiative</a:t>
            </a:r>
            <a:endParaRPr/>
          </a:p>
          <a:p>
            <a:pPr indent="-304800" lvl="0" marL="457200" rtl="0" algn="l">
              <a:lnSpc>
                <a:spcPct val="100000"/>
              </a:lnSpc>
              <a:spcBef>
                <a:spcPts val="0"/>
              </a:spcBef>
              <a:spcAft>
                <a:spcPts val="0"/>
              </a:spcAft>
              <a:buSzPts val="1200"/>
              <a:buChar char="●"/>
            </a:pPr>
            <a:r>
              <a:rPr lang="en"/>
              <a:t>The timeline and key milestones</a:t>
            </a:r>
            <a:endParaRPr/>
          </a:p>
          <a:p>
            <a:pPr indent="-304800" lvl="0" marL="457200" rtl="0" algn="l">
              <a:lnSpc>
                <a:spcPct val="100000"/>
              </a:lnSpc>
              <a:spcBef>
                <a:spcPts val="0"/>
              </a:spcBef>
              <a:spcAft>
                <a:spcPts val="0"/>
              </a:spcAft>
              <a:buSzPts val="1200"/>
              <a:buChar char="●"/>
            </a:pPr>
            <a:r>
              <a:rPr lang="en"/>
              <a:t>How you will measure success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Please prepare 2-4 slides to cover and prepare to discuss at future 1:1s with Tom. Department Prompts are as follows: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b="1" lang="en"/>
              <a:t>Customer Success:</a:t>
            </a:r>
            <a:r>
              <a:rPr lang="en"/>
              <a:t> Scaling Technical Best Practices Across the Customer Base: Develop a strategy and implementation plan for driving consistent technical best practices across our customers. Include how you would operationalize this effort, align it with our product roadmap, and measure adoption and impact.</a:t>
            </a:r>
            <a:endParaRPr/>
          </a:p>
          <a:p>
            <a:pPr indent="0" lvl="0" marL="0" rtl="0" algn="l">
              <a:lnSpc>
                <a:spcPct val="100000"/>
              </a:lnSpc>
              <a:spcBef>
                <a:spcPts val="0"/>
              </a:spcBef>
              <a:spcAft>
                <a:spcPts val="0"/>
              </a:spcAft>
              <a:buNone/>
            </a:pPr>
            <a:br>
              <a:rPr lang="en"/>
            </a:br>
            <a:r>
              <a:rPr b="1" lang="en"/>
              <a:t>Support:</a:t>
            </a:r>
            <a:r>
              <a:rPr lang="en"/>
              <a:t> Building a Globally Consistent Operating Model for FY27: By FY27, our goal is to have a globally consistent operating model for Support. Outline how regional teams operate today, identify where and why differences exist, and propose a plan to unify these processes. Include change management, success criteria, and a timeline for implementation and measurement.</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61" name="Shape 1061"/>
        <p:cNvGrpSpPr/>
        <p:nvPr/>
      </p:nvGrpSpPr>
      <p:grpSpPr>
        <a:xfrm>
          <a:off x="0" y="0"/>
          <a:ext cx="0" cy="0"/>
          <a:chOff x="0" y="0"/>
          <a:chExt cx="0" cy="0"/>
        </a:xfrm>
      </p:grpSpPr>
      <p:sp>
        <p:nvSpPr>
          <p:cNvPr id="1062" name="Google Shape;1062;p138"/>
          <p:cNvSpPr txBox="1"/>
          <p:nvPr>
            <p:ph type="title"/>
          </p:nvPr>
        </p:nvSpPr>
        <p:spPr>
          <a:xfrm>
            <a:off x="298725" y="445025"/>
            <a:ext cx="8349900" cy="4053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QBR Leadership Challenge Prompts — February</a:t>
            </a:r>
            <a:endParaRPr/>
          </a:p>
          <a:p>
            <a:pPr indent="0" lvl="0" marL="0" rtl="0" algn="l">
              <a:spcBef>
                <a:spcPts val="0"/>
              </a:spcBef>
              <a:spcAft>
                <a:spcPts val="0"/>
              </a:spcAft>
              <a:buNone/>
            </a:pPr>
            <a:r>
              <a:t/>
            </a:r>
            <a:endParaRPr/>
          </a:p>
        </p:txBody>
      </p:sp>
      <p:sp>
        <p:nvSpPr>
          <p:cNvPr id="1063" name="Google Shape;1063;p138"/>
          <p:cNvSpPr txBox="1"/>
          <p:nvPr>
            <p:ph idx="1" type="body"/>
          </p:nvPr>
        </p:nvSpPr>
        <p:spPr>
          <a:xfrm>
            <a:off x="298725" y="1190786"/>
            <a:ext cx="8349900" cy="3162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Solution Architects:</a:t>
            </a:r>
            <a:r>
              <a:rPr lang="en"/>
              <a:t> Improving NBM-to-TDD Conversion Performance: Our goal is to increase the conversion rate from New Business Meetings (NBMs) to Technical Deep Dives (TDDs), ensuring we maximize opportunities and pipeline efficiency. Present your analysis of current conversion performance and a concrete plan to improve it. Consider process changes, qualification criteria, tool enablement, and collaboration with Sales to improve quality and velocity at the top of the funnel.</a:t>
            </a:r>
            <a:endParaRPr/>
          </a:p>
          <a:p>
            <a:pPr indent="0" lvl="0" marL="0" rtl="0" algn="l">
              <a:spcBef>
                <a:spcPts val="1200"/>
              </a:spcBef>
              <a:spcAft>
                <a:spcPts val="0"/>
              </a:spcAft>
              <a:buNone/>
            </a:pPr>
            <a:r>
              <a:t/>
            </a:r>
            <a:endParaRPr/>
          </a:p>
          <a:p>
            <a:pPr indent="0" lvl="0" marL="0" rtl="0" algn="l">
              <a:spcBef>
                <a:spcPts val="1200"/>
              </a:spcBef>
              <a:spcAft>
                <a:spcPts val="0"/>
              </a:spcAft>
              <a:buNone/>
            </a:pPr>
            <a:r>
              <a:rPr b="1" lang="en"/>
              <a:t>Professional Services: </a:t>
            </a:r>
            <a:r>
              <a:rPr lang="en"/>
              <a:t>Build a delivery partner program: Professional Services is being asked to expand our delivery capacity and customer reach through a formal Delivery Partner Program. For your QBR presentation, analyze how we can build and operationalize a scalable partner model that maintains quality, accelerates delivery, and supports growth targets.</a:t>
            </a:r>
            <a:endParaRPr/>
          </a:p>
          <a:p>
            <a:pPr indent="0" lvl="0" marL="0" rtl="0" algn="l">
              <a:spcBef>
                <a:spcPts val="1200"/>
              </a:spcBef>
              <a:spcAft>
                <a:spcPts val="0"/>
              </a:spcAft>
              <a:buNone/>
            </a:pPr>
            <a:r>
              <a:t/>
            </a:r>
            <a:endParaRPr/>
          </a:p>
          <a:p>
            <a:pPr indent="0" lvl="0" marL="0" rtl="0" algn="l">
              <a:spcBef>
                <a:spcPts val="1200"/>
              </a:spcBef>
              <a:spcAft>
                <a:spcPts val="0"/>
              </a:spcAft>
              <a:buNone/>
            </a:pPr>
            <a:r>
              <a:rPr b="1" lang="en"/>
              <a:t>Developer Experience:</a:t>
            </a:r>
            <a:r>
              <a:rPr lang="en"/>
              <a:t> Measuring Program Impact: How should we measure the success of Developer Relations beyond surface metrics (e.g., events hosted or content published)? Propose a measurement framework tied to business impact and long-term engagement.</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064" name="Google Shape;1064;p138"/>
          <p:cNvSpPr txBox="1"/>
          <p:nvPr>
            <p:ph idx="2" type="title"/>
          </p:nvPr>
        </p:nvSpPr>
        <p:spPr>
          <a:xfrm>
            <a:off x="298725" y="898175"/>
            <a:ext cx="8349900" cy="209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i="1" lang="en">
                <a:solidFill>
                  <a:schemeClr val="accent1"/>
                </a:solidFill>
              </a:rPr>
              <a:t>Continued</a:t>
            </a:r>
            <a:endParaRPr i="1">
              <a:solidFill>
                <a:schemeClr val="accen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Redis 2024 Template">
  <a:themeElements>
    <a:clrScheme name="Simple Light">
      <a:dk1>
        <a:srgbClr val="000000"/>
      </a:dk1>
      <a:lt1>
        <a:srgbClr val="FFFFFF"/>
      </a:lt1>
      <a:dk2>
        <a:srgbClr val="091A23"/>
      </a:dk2>
      <a:lt2>
        <a:srgbClr val="EEEEEE"/>
      </a:lt2>
      <a:accent1>
        <a:srgbClr val="FF4438"/>
      </a:accent1>
      <a:accent2>
        <a:srgbClr val="163341"/>
      </a:accent2>
      <a:accent3>
        <a:srgbClr val="80DBFF"/>
      </a:accent3>
      <a:accent4>
        <a:srgbClr val="DCFF1E"/>
      </a:accent4>
      <a:accent5>
        <a:srgbClr val="C795E3"/>
      </a:accent5>
      <a:accent6>
        <a:srgbClr val="5C707A"/>
      </a:accent6>
      <a:hlink>
        <a:srgbClr val="FF44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Redis 2024 Template">
  <a:themeElements>
    <a:clrScheme name="Simple Light">
      <a:dk1>
        <a:srgbClr val="000000"/>
      </a:dk1>
      <a:lt1>
        <a:srgbClr val="FFFFFF"/>
      </a:lt1>
      <a:dk2>
        <a:srgbClr val="091A23"/>
      </a:dk2>
      <a:lt2>
        <a:srgbClr val="EEEEEE"/>
      </a:lt2>
      <a:accent1>
        <a:srgbClr val="FF4438"/>
      </a:accent1>
      <a:accent2>
        <a:srgbClr val="163341"/>
      </a:accent2>
      <a:accent3>
        <a:srgbClr val="80DBFF"/>
      </a:accent3>
      <a:accent4>
        <a:srgbClr val="DCFF1E"/>
      </a:accent4>
      <a:accent5>
        <a:srgbClr val="C795E3"/>
      </a:accent5>
      <a:accent6>
        <a:srgbClr val="5C707A"/>
      </a:accent6>
      <a:hlink>
        <a:srgbClr val="FF44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